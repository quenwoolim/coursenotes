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82" r:id="rId3"/>
    <p:sldId id="259" r:id="rId4"/>
    <p:sldId id="257" r:id="rId5"/>
    <p:sldId id="263" r:id="rId6"/>
    <p:sldId id="261" r:id="rId7"/>
    <p:sldId id="264" r:id="rId8"/>
    <p:sldId id="267" r:id="rId9"/>
    <p:sldId id="265" r:id="rId10"/>
    <p:sldId id="266" r:id="rId11"/>
    <p:sldId id="269" r:id="rId12"/>
    <p:sldId id="270" r:id="rId13"/>
    <p:sldId id="273" r:id="rId14"/>
    <p:sldId id="271" r:id="rId15"/>
    <p:sldId id="274" r:id="rId16"/>
    <p:sldId id="276" r:id="rId17"/>
    <p:sldId id="275" r:id="rId18"/>
    <p:sldId id="277" r:id="rId19"/>
    <p:sldId id="278" r:id="rId20"/>
    <p:sldId id="279" r:id="rId21"/>
    <p:sldId id="283" r:id="rId22"/>
    <p:sldId id="284" r:id="rId23"/>
    <p:sldId id="285" r:id="rId24"/>
    <p:sldId id="281" r:id="rId25"/>
    <p:sldId id="272" r:id="rId26"/>
    <p:sldId id="280" r:id="rId27"/>
    <p:sldId id="262" r:id="rId28"/>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5EFE5"/>
    <a:srgbClr val="539353"/>
    <a:srgbClr val="F9E5E5"/>
    <a:srgbClr val="210694"/>
    <a:srgbClr val="371EA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56" d="100"/>
          <a:sy n="156" d="100"/>
        </p:scale>
        <p:origin x="444" y="1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125C966-37BD-47D9-B990-1A6A1FE5F0BC}"/>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949D9C34-EDDD-43FE-AA35-963FFD1FF85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1EDC7551-9C6F-433E-BFE6-8AEE56E52D31}"/>
              </a:ext>
            </a:extLst>
          </p:cNvPr>
          <p:cNvSpPr>
            <a:spLocks noGrp="1"/>
          </p:cNvSpPr>
          <p:nvPr>
            <p:ph type="dt" sz="half" idx="10"/>
          </p:nvPr>
        </p:nvSpPr>
        <p:spPr/>
        <p:txBody>
          <a:bodyPr/>
          <a:lstStyle/>
          <a:p>
            <a:fld id="{B210D257-3BE1-47F0-9688-13EF46E6FAF0}" type="datetimeFigureOut">
              <a:rPr lang="zh-CN" altLang="en-US" smtClean="0"/>
              <a:t>2024/9/11</a:t>
            </a:fld>
            <a:endParaRPr lang="zh-CN" altLang="en-US"/>
          </a:p>
        </p:txBody>
      </p:sp>
      <p:sp>
        <p:nvSpPr>
          <p:cNvPr id="5" name="页脚占位符 4">
            <a:extLst>
              <a:ext uri="{FF2B5EF4-FFF2-40B4-BE49-F238E27FC236}">
                <a16:creationId xmlns:a16="http://schemas.microsoft.com/office/drawing/2014/main" id="{89AB5C2D-712F-4BD8-8984-2E37A2E7B570}"/>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4A768131-A3B7-4C5E-B375-3F29F68D7C49}"/>
              </a:ext>
            </a:extLst>
          </p:cNvPr>
          <p:cNvSpPr>
            <a:spLocks noGrp="1"/>
          </p:cNvSpPr>
          <p:nvPr>
            <p:ph type="sldNum" sz="quarter" idx="12"/>
          </p:nvPr>
        </p:nvSpPr>
        <p:spPr/>
        <p:txBody>
          <a:bodyPr/>
          <a:lstStyle/>
          <a:p>
            <a:fld id="{D8B9369F-48C0-4C81-8F4C-2D9B5E779A12}" type="slidenum">
              <a:rPr lang="zh-CN" altLang="en-US" smtClean="0"/>
              <a:t>‹#›</a:t>
            </a:fld>
            <a:endParaRPr lang="zh-CN" altLang="en-US"/>
          </a:p>
        </p:txBody>
      </p:sp>
    </p:spTree>
    <p:extLst>
      <p:ext uri="{BB962C8B-B14F-4D97-AF65-F5344CB8AC3E}">
        <p14:creationId xmlns:p14="http://schemas.microsoft.com/office/powerpoint/2010/main" val="40947352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58F472E-5B0D-4E91-BB50-ECBA94C2E631}"/>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BF177F74-E5FC-4615-B7E8-20F6A6DB7F35}"/>
              </a:ext>
            </a:extLst>
          </p:cNvPr>
          <p:cNvSpPr>
            <a:spLocks noGrp="1"/>
          </p:cNvSpPr>
          <p:nvPr>
            <p:ph idx="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A5F970FA-6208-41BC-9952-B73C8408CA34}"/>
              </a:ext>
            </a:extLst>
          </p:cNvPr>
          <p:cNvSpPr>
            <a:spLocks noGrp="1"/>
          </p:cNvSpPr>
          <p:nvPr>
            <p:ph type="dt" sz="half" idx="10"/>
          </p:nvPr>
        </p:nvSpPr>
        <p:spPr/>
        <p:txBody>
          <a:bodyPr/>
          <a:lstStyle/>
          <a:p>
            <a:fld id="{B210D257-3BE1-47F0-9688-13EF46E6FAF0}" type="datetimeFigureOut">
              <a:rPr lang="zh-CN" altLang="en-US" smtClean="0"/>
              <a:t>2024/9/11</a:t>
            </a:fld>
            <a:endParaRPr lang="zh-CN" altLang="en-US"/>
          </a:p>
        </p:txBody>
      </p:sp>
      <p:sp>
        <p:nvSpPr>
          <p:cNvPr id="5" name="页脚占位符 4">
            <a:extLst>
              <a:ext uri="{FF2B5EF4-FFF2-40B4-BE49-F238E27FC236}">
                <a16:creationId xmlns:a16="http://schemas.microsoft.com/office/drawing/2014/main" id="{D89E956F-7F1A-45B2-B0A8-4B3F89E0D8F4}"/>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B517906B-5520-4C03-AF06-04CC1D32DDF0}"/>
              </a:ext>
            </a:extLst>
          </p:cNvPr>
          <p:cNvSpPr>
            <a:spLocks noGrp="1"/>
          </p:cNvSpPr>
          <p:nvPr>
            <p:ph type="sldNum" sz="quarter" idx="12"/>
          </p:nvPr>
        </p:nvSpPr>
        <p:spPr/>
        <p:txBody>
          <a:bodyPr/>
          <a:lstStyle/>
          <a:p>
            <a:fld id="{D8B9369F-48C0-4C81-8F4C-2D9B5E779A12}" type="slidenum">
              <a:rPr lang="zh-CN" altLang="en-US" smtClean="0"/>
              <a:t>‹#›</a:t>
            </a:fld>
            <a:endParaRPr lang="zh-CN" altLang="en-US"/>
          </a:p>
        </p:txBody>
      </p:sp>
    </p:spTree>
    <p:extLst>
      <p:ext uri="{BB962C8B-B14F-4D97-AF65-F5344CB8AC3E}">
        <p14:creationId xmlns:p14="http://schemas.microsoft.com/office/powerpoint/2010/main" val="12393900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C62F85A-8626-4377-9B95-C3BCE689EF93}"/>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165CC3ED-9C63-44ED-B9B0-6DEF5888BA3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a:extLst>
              <a:ext uri="{FF2B5EF4-FFF2-40B4-BE49-F238E27FC236}">
                <a16:creationId xmlns:a16="http://schemas.microsoft.com/office/drawing/2014/main" id="{14B6DFFE-3901-49AD-A23B-DAADBF816EE9}"/>
              </a:ext>
            </a:extLst>
          </p:cNvPr>
          <p:cNvSpPr>
            <a:spLocks noGrp="1"/>
          </p:cNvSpPr>
          <p:nvPr>
            <p:ph type="dt" sz="half" idx="10"/>
          </p:nvPr>
        </p:nvSpPr>
        <p:spPr/>
        <p:txBody>
          <a:bodyPr/>
          <a:lstStyle/>
          <a:p>
            <a:fld id="{B210D257-3BE1-47F0-9688-13EF46E6FAF0}" type="datetimeFigureOut">
              <a:rPr lang="zh-CN" altLang="en-US" smtClean="0"/>
              <a:t>2024/9/11</a:t>
            </a:fld>
            <a:endParaRPr lang="zh-CN" altLang="en-US"/>
          </a:p>
        </p:txBody>
      </p:sp>
      <p:sp>
        <p:nvSpPr>
          <p:cNvPr id="5" name="页脚占位符 4">
            <a:extLst>
              <a:ext uri="{FF2B5EF4-FFF2-40B4-BE49-F238E27FC236}">
                <a16:creationId xmlns:a16="http://schemas.microsoft.com/office/drawing/2014/main" id="{9FDA56A1-C10E-4508-8423-482B54B9357A}"/>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163F4EA9-AE40-466B-8BBA-D73061D2E3AB}"/>
              </a:ext>
            </a:extLst>
          </p:cNvPr>
          <p:cNvSpPr>
            <a:spLocks noGrp="1"/>
          </p:cNvSpPr>
          <p:nvPr>
            <p:ph type="sldNum" sz="quarter" idx="12"/>
          </p:nvPr>
        </p:nvSpPr>
        <p:spPr/>
        <p:txBody>
          <a:bodyPr/>
          <a:lstStyle/>
          <a:p>
            <a:fld id="{D8B9369F-48C0-4C81-8F4C-2D9B5E779A12}" type="slidenum">
              <a:rPr lang="zh-CN" altLang="en-US" smtClean="0"/>
              <a:t>‹#›</a:t>
            </a:fld>
            <a:endParaRPr lang="zh-CN" altLang="en-US"/>
          </a:p>
        </p:txBody>
      </p:sp>
    </p:spTree>
    <p:extLst>
      <p:ext uri="{BB962C8B-B14F-4D97-AF65-F5344CB8AC3E}">
        <p14:creationId xmlns:p14="http://schemas.microsoft.com/office/powerpoint/2010/main" val="24824494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220194D-B1A6-423E-8567-1D4773BE067E}"/>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9ED5B8A5-9958-4755-8578-AB3E7F5EABAC}"/>
              </a:ext>
            </a:extLst>
          </p:cNvPr>
          <p:cNvSpPr>
            <a:spLocks noGrp="1"/>
          </p:cNvSpPr>
          <p:nvPr>
            <p:ph sz="half" idx="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a:extLst>
              <a:ext uri="{FF2B5EF4-FFF2-40B4-BE49-F238E27FC236}">
                <a16:creationId xmlns:a16="http://schemas.microsoft.com/office/drawing/2014/main" id="{6065FEEF-9B48-4FEF-B214-814D954FB3BB}"/>
              </a:ext>
            </a:extLst>
          </p:cNvPr>
          <p:cNvSpPr>
            <a:spLocks noGrp="1"/>
          </p:cNvSpPr>
          <p:nvPr>
            <p:ph sz="half" idx="2"/>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a:extLst>
              <a:ext uri="{FF2B5EF4-FFF2-40B4-BE49-F238E27FC236}">
                <a16:creationId xmlns:a16="http://schemas.microsoft.com/office/drawing/2014/main" id="{3F378CEB-CAC4-44A7-BF8C-619E5F63832D}"/>
              </a:ext>
            </a:extLst>
          </p:cNvPr>
          <p:cNvSpPr>
            <a:spLocks noGrp="1"/>
          </p:cNvSpPr>
          <p:nvPr>
            <p:ph type="dt" sz="half" idx="10"/>
          </p:nvPr>
        </p:nvSpPr>
        <p:spPr/>
        <p:txBody>
          <a:bodyPr/>
          <a:lstStyle/>
          <a:p>
            <a:fld id="{B210D257-3BE1-47F0-9688-13EF46E6FAF0}" type="datetimeFigureOut">
              <a:rPr lang="zh-CN" altLang="en-US" smtClean="0"/>
              <a:t>2024/9/11</a:t>
            </a:fld>
            <a:endParaRPr lang="zh-CN" altLang="en-US"/>
          </a:p>
        </p:txBody>
      </p:sp>
      <p:sp>
        <p:nvSpPr>
          <p:cNvPr id="6" name="页脚占位符 5">
            <a:extLst>
              <a:ext uri="{FF2B5EF4-FFF2-40B4-BE49-F238E27FC236}">
                <a16:creationId xmlns:a16="http://schemas.microsoft.com/office/drawing/2014/main" id="{0FB4D173-9554-4FD1-934F-E0560855A503}"/>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B2220FE5-6E21-40AD-B421-66883AE5B1F3}"/>
              </a:ext>
            </a:extLst>
          </p:cNvPr>
          <p:cNvSpPr>
            <a:spLocks noGrp="1"/>
          </p:cNvSpPr>
          <p:nvPr>
            <p:ph type="sldNum" sz="quarter" idx="12"/>
          </p:nvPr>
        </p:nvSpPr>
        <p:spPr/>
        <p:txBody>
          <a:bodyPr/>
          <a:lstStyle/>
          <a:p>
            <a:fld id="{D8B9369F-48C0-4C81-8F4C-2D9B5E779A12}" type="slidenum">
              <a:rPr lang="zh-CN" altLang="en-US" smtClean="0"/>
              <a:t>‹#›</a:t>
            </a:fld>
            <a:endParaRPr lang="zh-CN" altLang="en-US"/>
          </a:p>
        </p:txBody>
      </p:sp>
    </p:spTree>
    <p:extLst>
      <p:ext uri="{BB962C8B-B14F-4D97-AF65-F5344CB8AC3E}">
        <p14:creationId xmlns:p14="http://schemas.microsoft.com/office/powerpoint/2010/main" val="17541794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F14D51D-48AE-4549-AF1D-56C75AC83302}"/>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C1613486-A6B7-4936-82B0-E10BDB21C33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a:extLst>
              <a:ext uri="{FF2B5EF4-FFF2-40B4-BE49-F238E27FC236}">
                <a16:creationId xmlns:a16="http://schemas.microsoft.com/office/drawing/2014/main" id="{14BDFA65-5C0E-4252-8C9B-B90DD4CCDDD1}"/>
              </a:ext>
            </a:extLst>
          </p:cNvPr>
          <p:cNvSpPr>
            <a:spLocks noGrp="1"/>
          </p:cNvSpPr>
          <p:nvPr>
            <p:ph sz="half" idx="2"/>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a:extLst>
              <a:ext uri="{FF2B5EF4-FFF2-40B4-BE49-F238E27FC236}">
                <a16:creationId xmlns:a16="http://schemas.microsoft.com/office/drawing/2014/main" id="{BB4E4F45-9135-423B-8512-3D3B66E05C7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a:extLst>
              <a:ext uri="{FF2B5EF4-FFF2-40B4-BE49-F238E27FC236}">
                <a16:creationId xmlns:a16="http://schemas.microsoft.com/office/drawing/2014/main" id="{9E069E3F-B963-45F3-91B6-D205A1191B1C}"/>
              </a:ext>
            </a:extLst>
          </p:cNvPr>
          <p:cNvSpPr>
            <a:spLocks noGrp="1"/>
          </p:cNvSpPr>
          <p:nvPr>
            <p:ph sz="quarter" idx="4"/>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a:extLst>
              <a:ext uri="{FF2B5EF4-FFF2-40B4-BE49-F238E27FC236}">
                <a16:creationId xmlns:a16="http://schemas.microsoft.com/office/drawing/2014/main" id="{8641007C-6C31-4736-97F0-D4F386B525D7}"/>
              </a:ext>
            </a:extLst>
          </p:cNvPr>
          <p:cNvSpPr>
            <a:spLocks noGrp="1"/>
          </p:cNvSpPr>
          <p:nvPr>
            <p:ph type="dt" sz="half" idx="10"/>
          </p:nvPr>
        </p:nvSpPr>
        <p:spPr/>
        <p:txBody>
          <a:bodyPr/>
          <a:lstStyle/>
          <a:p>
            <a:fld id="{B210D257-3BE1-47F0-9688-13EF46E6FAF0}" type="datetimeFigureOut">
              <a:rPr lang="zh-CN" altLang="en-US" smtClean="0"/>
              <a:t>2024/9/11</a:t>
            </a:fld>
            <a:endParaRPr lang="zh-CN" altLang="en-US"/>
          </a:p>
        </p:txBody>
      </p:sp>
      <p:sp>
        <p:nvSpPr>
          <p:cNvPr id="8" name="页脚占位符 7">
            <a:extLst>
              <a:ext uri="{FF2B5EF4-FFF2-40B4-BE49-F238E27FC236}">
                <a16:creationId xmlns:a16="http://schemas.microsoft.com/office/drawing/2014/main" id="{9CD96F3D-805F-4F39-B2E8-793DA215EC99}"/>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B7E010EE-B88E-45E1-9D23-68338C378EE1}"/>
              </a:ext>
            </a:extLst>
          </p:cNvPr>
          <p:cNvSpPr>
            <a:spLocks noGrp="1"/>
          </p:cNvSpPr>
          <p:nvPr>
            <p:ph type="sldNum" sz="quarter" idx="12"/>
          </p:nvPr>
        </p:nvSpPr>
        <p:spPr/>
        <p:txBody>
          <a:bodyPr/>
          <a:lstStyle/>
          <a:p>
            <a:fld id="{D8B9369F-48C0-4C81-8F4C-2D9B5E779A12}" type="slidenum">
              <a:rPr lang="zh-CN" altLang="en-US" smtClean="0"/>
              <a:t>‹#›</a:t>
            </a:fld>
            <a:endParaRPr lang="zh-CN" altLang="en-US"/>
          </a:p>
        </p:txBody>
      </p:sp>
    </p:spTree>
    <p:extLst>
      <p:ext uri="{BB962C8B-B14F-4D97-AF65-F5344CB8AC3E}">
        <p14:creationId xmlns:p14="http://schemas.microsoft.com/office/powerpoint/2010/main" val="3168244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2A2ADC8-2060-472F-B376-EF7735FFD16C}"/>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F3F03157-24D5-4CF4-A9B9-8E1585E3A17A}"/>
              </a:ext>
            </a:extLst>
          </p:cNvPr>
          <p:cNvSpPr>
            <a:spLocks noGrp="1"/>
          </p:cNvSpPr>
          <p:nvPr>
            <p:ph type="dt" sz="half" idx="10"/>
          </p:nvPr>
        </p:nvSpPr>
        <p:spPr/>
        <p:txBody>
          <a:bodyPr/>
          <a:lstStyle/>
          <a:p>
            <a:fld id="{B210D257-3BE1-47F0-9688-13EF46E6FAF0}" type="datetimeFigureOut">
              <a:rPr lang="zh-CN" altLang="en-US" smtClean="0"/>
              <a:t>2024/9/11</a:t>
            </a:fld>
            <a:endParaRPr lang="zh-CN" altLang="en-US"/>
          </a:p>
        </p:txBody>
      </p:sp>
      <p:sp>
        <p:nvSpPr>
          <p:cNvPr id="4" name="页脚占位符 3">
            <a:extLst>
              <a:ext uri="{FF2B5EF4-FFF2-40B4-BE49-F238E27FC236}">
                <a16:creationId xmlns:a16="http://schemas.microsoft.com/office/drawing/2014/main" id="{5158797F-EEA8-48BE-8B26-A4DEC089D2B9}"/>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5CCEC0BF-A5F1-4329-A69F-A2E97F2F933F}"/>
              </a:ext>
            </a:extLst>
          </p:cNvPr>
          <p:cNvSpPr>
            <a:spLocks noGrp="1"/>
          </p:cNvSpPr>
          <p:nvPr>
            <p:ph type="sldNum" sz="quarter" idx="12"/>
          </p:nvPr>
        </p:nvSpPr>
        <p:spPr/>
        <p:txBody>
          <a:bodyPr/>
          <a:lstStyle/>
          <a:p>
            <a:fld id="{D8B9369F-48C0-4C81-8F4C-2D9B5E779A12}" type="slidenum">
              <a:rPr lang="zh-CN" altLang="en-US" smtClean="0"/>
              <a:t>‹#›</a:t>
            </a:fld>
            <a:endParaRPr lang="zh-CN" altLang="en-US"/>
          </a:p>
        </p:txBody>
      </p:sp>
    </p:spTree>
    <p:extLst>
      <p:ext uri="{BB962C8B-B14F-4D97-AF65-F5344CB8AC3E}">
        <p14:creationId xmlns:p14="http://schemas.microsoft.com/office/powerpoint/2010/main" val="9234298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04962F89-7924-4C29-8A36-A187864F0D94}"/>
              </a:ext>
            </a:extLst>
          </p:cNvPr>
          <p:cNvSpPr>
            <a:spLocks noGrp="1"/>
          </p:cNvSpPr>
          <p:nvPr>
            <p:ph type="dt" sz="half" idx="10"/>
          </p:nvPr>
        </p:nvSpPr>
        <p:spPr/>
        <p:txBody>
          <a:bodyPr/>
          <a:lstStyle/>
          <a:p>
            <a:fld id="{B210D257-3BE1-47F0-9688-13EF46E6FAF0}" type="datetimeFigureOut">
              <a:rPr lang="zh-CN" altLang="en-US" smtClean="0"/>
              <a:t>2024/9/11</a:t>
            </a:fld>
            <a:endParaRPr lang="zh-CN" altLang="en-US"/>
          </a:p>
        </p:txBody>
      </p:sp>
      <p:sp>
        <p:nvSpPr>
          <p:cNvPr id="3" name="页脚占位符 2">
            <a:extLst>
              <a:ext uri="{FF2B5EF4-FFF2-40B4-BE49-F238E27FC236}">
                <a16:creationId xmlns:a16="http://schemas.microsoft.com/office/drawing/2014/main" id="{7FBF266C-AFEF-45A5-849E-297FB204FB37}"/>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811EA0BA-3C3D-49EE-9CDB-87DE9AE7DE74}"/>
              </a:ext>
            </a:extLst>
          </p:cNvPr>
          <p:cNvSpPr>
            <a:spLocks noGrp="1"/>
          </p:cNvSpPr>
          <p:nvPr>
            <p:ph type="sldNum" sz="quarter" idx="12"/>
          </p:nvPr>
        </p:nvSpPr>
        <p:spPr/>
        <p:txBody>
          <a:bodyPr/>
          <a:lstStyle/>
          <a:p>
            <a:fld id="{D8B9369F-48C0-4C81-8F4C-2D9B5E779A12}" type="slidenum">
              <a:rPr lang="zh-CN" altLang="en-US" smtClean="0"/>
              <a:t>‹#›</a:t>
            </a:fld>
            <a:endParaRPr lang="zh-CN" altLang="en-US"/>
          </a:p>
        </p:txBody>
      </p:sp>
    </p:spTree>
    <p:extLst>
      <p:ext uri="{BB962C8B-B14F-4D97-AF65-F5344CB8AC3E}">
        <p14:creationId xmlns:p14="http://schemas.microsoft.com/office/powerpoint/2010/main" val="3177362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82FB4FE-648E-4EF3-8D1A-8E1FB94A3B98}"/>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EC048A91-18A2-4585-8FDF-BAE0417842D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a:extLst>
              <a:ext uri="{FF2B5EF4-FFF2-40B4-BE49-F238E27FC236}">
                <a16:creationId xmlns:a16="http://schemas.microsoft.com/office/drawing/2014/main" id="{82A5E1E5-EFFB-4FD1-8582-04C87F68964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a:extLst>
              <a:ext uri="{FF2B5EF4-FFF2-40B4-BE49-F238E27FC236}">
                <a16:creationId xmlns:a16="http://schemas.microsoft.com/office/drawing/2014/main" id="{5F8D2070-3C57-4261-8F23-7139B0001B0C}"/>
              </a:ext>
            </a:extLst>
          </p:cNvPr>
          <p:cNvSpPr>
            <a:spLocks noGrp="1"/>
          </p:cNvSpPr>
          <p:nvPr>
            <p:ph type="dt" sz="half" idx="10"/>
          </p:nvPr>
        </p:nvSpPr>
        <p:spPr/>
        <p:txBody>
          <a:bodyPr/>
          <a:lstStyle/>
          <a:p>
            <a:fld id="{B210D257-3BE1-47F0-9688-13EF46E6FAF0}" type="datetimeFigureOut">
              <a:rPr lang="zh-CN" altLang="en-US" smtClean="0"/>
              <a:t>2024/9/11</a:t>
            </a:fld>
            <a:endParaRPr lang="zh-CN" altLang="en-US"/>
          </a:p>
        </p:txBody>
      </p:sp>
      <p:sp>
        <p:nvSpPr>
          <p:cNvPr id="6" name="页脚占位符 5">
            <a:extLst>
              <a:ext uri="{FF2B5EF4-FFF2-40B4-BE49-F238E27FC236}">
                <a16:creationId xmlns:a16="http://schemas.microsoft.com/office/drawing/2014/main" id="{D59315EF-988A-4D48-94A2-7B85AA020648}"/>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063DAB40-17E3-4D3D-9132-0FEDD2CCD27D}"/>
              </a:ext>
            </a:extLst>
          </p:cNvPr>
          <p:cNvSpPr>
            <a:spLocks noGrp="1"/>
          </p:cNvSpPr>
          <p:nvPr>
            <p:ph type="sldNum" sz="quarter" idx="12"/>
          </p:nvPr>
        </p:nvSpPr>
        <p:spPr/>
        <p:txBody>
          <a:bodyPr/>
          <a:lstStyle/>
          <a:p>
            <a:fld id="{D8B9369F-48C0-4C81-8F4C-2D9B5E779A12}" type="slidenum">
              <a:rPr lang="zh-CN" altLang="en-US" smtClean="0"/>
              <a:t>‹#›</a:t>
            </a:fld>
            <a:endParaRPr lang="zh-CN" altLang="en-US"/>
          </a:p>
        </p:txBody>
      </p:sp>
    </p:spTree>
    <p:extLst>
      <p:ext uri="{BB962C8B-B14F-4D97-AF65-F5344CB8AC3E}">
        <p14:creationId xmlns:p14="http://schemas.microsoft.com/office/powerpoint/2010/main" val="7093182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FBBA4F2-A211-43F3-B4AE-5D35DBC7CE8D}"/>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CD7303EC-6B14-4714-9E94-FD36DED89FA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760D91FB-F948-4784-92D1-13CA77D9C8E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a:extLst>
              <a:ext uri="{FF2B5EF4-FFF2-40B4-BE49-F238E27FC236}">
                <a16:creationId xmlns:a16="http://schemas.microsoft.com/office/drawing/2014/main" id="{6054118E-4303-4C16-BA52-67E49781642F}"/>
              </a:ext>
            </a:extLst>
          </p:cNvPr>
          <p:cNvSpPr>
            <a:spLocks noGrp="1"/>
          </p:cNvSpPr>
          <p:nvPr>
            <p:ph type="dt" sz="half" idx="10"/>
          </p:nvPr>
        </p:nvSpPr>
        <p:spPr/>
        <p:txBody>
          <a:bodyPr/>
          <a:lstStyle/>
          <a:p>
            <a:fld id="{B210D257-3BE1-47F0-9688-13EF46E6FAF0}" type="datetimeFigureOut">
              <a:rPr lang="zh-CN" altLang="en-US" smtClean="0"/>
              <a:t>2024/9/11</a:t>
            </a:fld>
            <a:endParaRPr lang="zh-CN" altLang="en-US"/>
          </a:p>
        </p:txBody>
      </p:sp>
      <p:sp>
        <p:nvSpPr>
          <p:cNvPr id="6" name="页脚占位符 5">
            <a:extLst>
              <a:ext uri="{FF2B5EF4-FFF2-40B4-BE49-F238E27FC236}">
                <a16:creationId xmlns:a16="http://schemas.microsoft.com/office/drawing/2014/main" id="{E35F793C-DBEE-4D2E-B22D-70585B8F8BDC}"/>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0DA8868A-A114-4C16-9D0F-1CAA6680E3F0}"/>
              </a:ext>
            </a:extLst>
          </p:cNvPr>
          <p:cNvSpPr>
            <a:spLocks noGrp="1"/>
          </p:cNvSpPr>
          <p:nvPr>
            <p:ph type="sldNum" sz="quarter" idx="12"/>
          </p:nvPr>
        </p:nvSpPr>
        <p:spPr/>
        <p:txBody>
          <a:bodyPr/>
          <a:lstStyle/>
          <a:p>
            <a:fld id="{D8B9369F-48C0-4C81-8F4C-2D9B5E779A12}" type="slidenum">
              <a:rPr lang="zh-CN" altLang="en-US" smtClean="0"/>
              <a:t>‹#›</a:t>
            </a:fld>
            <a:endParaRPr lang="zh-CN" altLang="en-US"/>
          </a:p>
        </p:txBody>
      </p:sp>
    </p:spTree>
    <p:extLst>
      <p:ext uri="{BB962C8B-B14F-4D97-AF65-F5344CB8AC3E}">
        <p14:creationId xmlns:p14="http://schemas.microsoft.com/office/powerpoint/2010/main" val="28815797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ECA9BE9-63C1-4F8E-844D-93871FFA2D81}"/>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DFD754CE-AA03-4C5D-9359-E7AE5A11D573}"/>
              </a:ext>
            </a:extLst>
          </p:cNvPr>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698152E5-B11B-4F5B-8551-6267E7C81605}"/>
              </a:ext>
            </a:extLst>
          </p:cNvPr>
          <p:cNvSpPr>
            <a:spLocks noGrp="1"/>
          </p:cNvSpPr>
          <p:nvPr>
            <p:ph type="dt" sz="half" idx="10"/>
          </p:nvPr>
        </p:nvSpPr>
        <p:spPr/>
        <p:txBody>
          <a:bodyPr/>
          <a:lstStyle/>
          <a:p>
            <a:fld id="{B210D257-3BE1-47F0-9688-13EF46E6FAF0}" type="datetimeFigureOut">
              <a:rPr lang="zh-CN" altLang="en-US" smtClean="0"/>
              <a:t>2024/9/11</a:t>
            </a:fld>
            <a:endParaRPr lang="zh-CN" altLang="en-US"/>
          </a:p>
        </p:txBody>
      </p:sp>
      <p:sp>
        <p:nvSpPr>
          <p:cNvPr id="5" name="页脚占位符 4">
            <a:extLst>
              <a:ext uri="{FF2B5EF4-FFF2-40B4-BE49-F238E27FC236}">
                <a16:creationId xmlns:a16="http://schemas.microsoft.com/office/drawing/2014/main" id="{F62F89DB-DECC-4D63-BF05-242606134A72}"/>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949E0C33-663E-4115-AC5B-2C2322446FA1}"/>
              </a:ext>
            </a:extLst>
          </p:cNvPr>
          <p:cNvSpPr>
            <a:spLocks noGrp="1"/>
          </p:cNvSpPr>
          <p:nvPr>
            <p:ph type="sldNum" sz="quarter" idx="12"/>
          </p:nvPr>
        </p:nvSpPr>
        <p:spPr/>
        <p:txBody>
          <a:bodyPr/>
          <a:lstStyle/>
          <a:p>
            <a:fld id="{D8B9369F-48C0-4C81-8F4C-2D9B5E779A12}" type="slidenum">
              <a:rPr lang="zh-CN" altLang="en-US" smtClean="0"/>
              <a:t>‹#›</a:t>
            </a:fld>
            <a:endParaRPr lang="zh-CN" altLang="en-US"/>
          </a:p>
        </p:txBody>
      </p:sp>
    </p:spTree>
    <p:extLst>
      <p:ext uri="{BB962C8B-B14F-4D97-AF65-F5344CB8AC3E}">
        <p14:creationId xmlns:p14="http://schemas.microsoft.com/office/powerpoint/2010/main" val="28636354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E08AE2C3-9AE9-49EA-B7E2-12F63A48CF6A}"/>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358F4C53-4136-4531-A949-086F434ACCB6}"/>
              </a:ext>
            </a:extLst>
          </p:cNvPr>
          <p:cNvSpPr>
            <a:spLocks noGrp="1"/>
          </p:cNvSpPr>
          <p:nvPr>
            <p:ph type="body" orient="vert" idx="1"/>
          </p:nvPr>
        </p:nvSpPr>
        <p:spPr>
          <a:xfrm>
            <a:off x="838200"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0CB155AA-9A48-44A9-BF3D-A07C5FFC0FF9}"/>
              </a:ext>
            </a:extLst>
          </p:cNvPr>
          <p:cNvSpPr>
            <a:spLocks noGrp="1"/>
          </p:cNvSpPr>
          <p:nvPr>
            <p:ph type="dt" sz="half" idx="10"/>
          </p:nvPr>
        </p:nvSpPr>
        <p:spPr/>
        <p:txBody>
          <a:bodyPr/>
          <a:lstStyle/>
          <a:p>
            <a:fld id="{B210D257-3BE1-47F0-9688-13EF46E6FAF0}" type="datetimeFigureOut">
              <a:rPr lang="zh-CN" altLang="en-US" smtClean="0"/>
              <a:t>2024/9/11</a:t>
            </a:fld>
            <a:endParaRPr lang="zh-CN" altLang="en-US"/>
          </a:p>
        </p:txBody>
      </p:sp>
      <p:sp>
        <p:nvSpPr>
          <p:cNvPr id="5" name="页脚占位符 4">
            <a:extLst>
              <a:ext uri="{FF2B5EF4-FFF2-40B4-BE49-F238E27FC236}">
                <a16:creationId xmlns:a16="http://schemas.microsoft.com/office/drawing/2014/main" id="{8AFCA7E8-2754-4253-BF45-4E276321C58E}"/>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0A5F171A-2876-4457-86B9-F066CC51271E}"/>
              </a:ext>
            </a:extLst>
          </p:cNvPr>
          <p:cNvSpPr>
            <a:spLocks noGrp="1"/>
          </p:cNvSpPr>
          <p:nvPr>
            <p:ph type="sldNum" sz="quarter" idx="12"/>
          </p:nvPr>
        </p:nvSpPr>
        <p:spPr/>
        <p:txBody>
          <a:bodyPr/>
          <a:lstStyle/>
          <a:p>
            <a:fld id="{D8B9369F-48C0-4C81-8F4C-2D9B5E779A12}" type="slidenum">
              <a:rPr lang="zh-CN" altLang="en-US" smtClean="0"/>
              <a:t>‹#›</a:t>
            </a:fld>
            <a:endParaRPr lang="zh-CN" altLang="en-US"/>
          </a:p>
        </p:txBody>
      </p:sp>
    </p:spTree>
    <p:extLst>
      <p:ext uri="{BB962C8B-B14F-4D97-AF65-F5344CB8AC3E}">
        <p14:creationId xmlns:p14="http://schemas.microsoft.com/office/powerpoint/2010/main" val="23415900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BA868106-C205-436E-8C0C-8BAB4B7BA4E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03E1F50B-DF05-43A7-9B36-B803C2B89A3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1F9B4F8B-AC06-4B25-80DD-3BAF3D822F2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210D257-3BE1-47F0-9688-13EF46E6FAF0}" type="datetimeFigureOut">
              <a:rPr lang="zh-CN" altLang="en-US" smtClean="0"/>
              <a:t>2024/9/11</a:t>
            </a:fld>
            <a:endParaRPr lang="zh-CN" altLang="en-US"/>
          </a:p>
        </p:txBody>
      </p:sp>
      <p:sp>
        <p:nvSpPr>
          <p:cNvPr id="5" name="页脚占位符 4">
            <a:extLst>
              <a:ext uri="{FF2B5EF4-FFF2-40B4-BE49-F238E27FC236}">
                <a16:creationId xmlns:a16="http://schemas.microsoft.com/office/drawing/2014/main" id="{7F84677A-6874-4B15-ACA7-822132D6581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87BCA72A-3BD7-4EBD-84CD-DBC722C3C2E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8B9369F-48C0-4C81-8F4C-2D9B5E779A12}" type="slidenum">
              <a:rPr lang="zh-CN" altLang="en-US" smtClean="0"/>
              <a:t>‹#›</a:t>
            </a:fld>
            <a:endParaRPr lang="zh-CN" altLang="en-US"/>
          </a:p>
        </p:txBody>
      </p:sp>
    </p:spTree>
    <p:extLst>
      <p:ext uri="{BB962C8B-B14F-4D97-AF65-F5344CB8AC3E}">
        <p14:creationId xmlns:p14="http://schemas.microsoft.com/office/powerpoint/2010/main" val="142382244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hyperlink" Target="https://mooc1-1.chaoxing.com/course/216273730.html"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image" Target="../media/image6.png"/><Relationship Id="rId11" Type="http://schemas.openxmlformats.org/officeDocument/2006/relationships/image" Target="../media/image11.png"/><Relationship Id="rId5" Type="http://schemas.openxmlformats.org/officeDocument/2006/relationships/image" Target="../media/image5.png"/><Relationship Id="rId10" Type="http://schemas.openxmlformats.org/officeDocument/2006/relationships/image" Target="../media/image10.png"/><Relationship Id="rId4" Type="http://schemas.openxmlformats.org/officeDocument/2006/relationships/image" Target="../media/image4.png"/><Relationship Id="rId9"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xml"/><Relationship Id="rId5" Type="http://schemas.openxmlformats.org/officeDocument/2006/relationships/image" Target="../media/image15.png"/><Relationship Id="rId4" Type="http://schemas.openxmlformats.org/officeDocument/2006/relationships/image" Target="../media/image14.png"/></Relationships>
</file>

<file path=ppt/slides/_rels/slide6.xml.rels><?xml version="1.0" encoding="UTF-8" standalone="yes"?>
<Relationships xmlns="http://schemas.openxmlformats.org/package/2006/relationships"><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image" Target="../media/image16.png"/><Relationship Id="rId1" Type="http://schemas.openxmlformats.org/officeDocument/2006/relationships/slideLayout" Target="../slideLayouts/slideLayout1.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25.png"/><Relationship Id="rId7" Type="http://schemas.openxmlformats.org/officeDocument/2006/relationships/image" Target="../media/image29.png"/><Relationship Id="rId2" Type="http://schemas.openxmlformats.org/officeDocument/2006/relationships/image" Target="../media/image24.png"/><Relationship Id="rId1" Type="http://schemas.openxmlformats.org/officeDocument/2006/relationships/slideLayout" Target="../slideLayouts/slideLayout1.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10.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1.xml"/><Relationship Id="rId4" Type="http://schemas.openxmlformats.org/officeDocument/2006/relationships/image" Target="../media/image34.png"/></Relationships>
</file>

<file path=ppt/slides/_rels/slide13.xml.rels><?xml version="1.0" encoding="UTF-8" standalone="yes"?>
<Relationships xmlns="http://schemas.openxmlformats.org/package/2006/relationships"><Relationship Id="rId8" Type="http://schemas.openxmlformats.org/officeDocument/2006/relationships/image" Target="../media/image41.png"/><Relationship Id="rId3" Type="http://schemas.openxmlformats.org/officeDocument/2006/relationships/image" Target="../media/image36.png"/><Relationship Id="rId7" Type="http://schemas.openxmlformats.org/officeDocument/2006/relationships/image" Target="../media/image40.png"/><Relationship Id="rId12" Type="http://schemas.openxmlformats.org/officeDocument/2006/relationships/image" Target="../media/image45.png"/><Relationship Id="rId2" Type="http://schemas.openxmlformats.org/officeDocument/2006/relationships/image" Target="../media/image35.png"/><Relationship Id="rId1" Type="http://schemas.openxmlformats.org/officeDocument/2006/relationships/slideLayout" Target="../slideLayouts/slideLayout1.xml"/><Relationship Id="rId6" Type="http://schemas.openxmlformats.org/officeDocument/2006/relationships/image" Target="../media/image39.png"/><Relationship Id="rId11" Type="http://schemas.openxmlformats.org/officeDocument/2006/relationships/image" Target="../media/image44.png"/><Relationship Id="rId5" Type="http://schemas.openxmlformats.org/officeDocument/2006/relationships/image" Target="../media/image38.png"/><Relationship Id="rId10" Type="http://schemas.openxmlformats.org/officeDocument/2006/relationships/image" Target="../media/image43.png"/><Relationship Id="rId4" Type="http://schemas.openxmlformats.org/officeDocument/2006/relationships/image" Target="../media/image37.png"/><Relationship Id="rId9" Type="http://schemas.openxmlformats.org/officeDocument/2006/relationships/image" Target="../media/image42.png"/></Relationships>
</file>

<file path=ppt/slides/_rels/slide14.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1.xml"/><Relationship Id="rId5" Type="http://schemas.openxmlformats.org/officeDocument/2006/relationships/image" Target="../media/image49.png"/><Relationship Id="rId4" Type="http://schemas.openxmlformats.org/officeDocument/2006/relationships/image" Target="../media/image48.png"/></Relationships>
</file>

<file path=ppt/slides/_rels/slide15.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7.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580.png"/><Relationship Id="rId2" Type="http://schemas.openxmlformats.org/officeDocument/2006/relationships/image" Target="../media/image570.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第四讲</a:t>
            </a:r>
            <a:r>
              <a:rPr lang="en-US" altLang="zh-CN">
                <a:latin typeface="楷体" panose="02010609060101010101" pitchFamily="49" charset="-122"/>
                <a:ea typeface="楷体" panose="02010609060101010101" pitchFamily="49" charset="-122"/>
              </a:rPr>
              <a:t>	</a:t>
            </a:r>
            <a:r>
              <a:rPr lang="zh-CN" altLang="en-US">
                <a:latin typeface="楷体" panose="02010609060101010101" pitchFamily="49" charset="-122"/>
                <a:ea typeface="楷体" panose="02010609060101010101" pitchFamily="49" charset="-122"/>
              </a:rPr>
              <a:t>命题逻辑的等值演算</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6</a:t>
            </a:r>
            <a:r>
              <a:rPr lang="zh-CN" altLang="en-US" dirty="0">
                <a:latin typeface="Arial" panose="020B0604020202020204" pitchFamily="34" charset="0"/>
                <a:ea typeface="楷体" panose="02010609060101010101" pitchFamily="49" charset="-122"/>
                <a:cs typeface="Arial" panose="020B0604020202020204" pitchFamily="34" charset="0"/>
              </a:rPr>
              <a:t>月</a:t>
            </a:r>
          </a:p>
        </p:txBody>
      </p:sp>
      <p:sp>
        <p:nvSpPr>
          <p:cNvPr id="12" name="矩形: 圆角 11">
            <a:extLst>
              <a:ext uri="{FF2B5EF4-FFF2-40B4-BE49-F238E27FC236}">
                <a16:creationId xmlns:a16="http://schemas.microsoft.com/office/drawing/2014/main" id="{446C0D23-6A5A-47BD-83B5-60B9FA05041D}"/>
              </a:ext>
            </a:extLst>
          </p:cNvPr>
          <p:cNvSpPr/>
          <p:nvPr/>
        </p:nvSpPr>
        <p:spPr>
          <a:xfrm>
            <a:off x="1405812" y="1185233"/>
            <a:ext cx="9393993" cy="889686"/>
          </a:xfrm>
          <a:prstGeom prst="round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4800" b="1">
                <a:latin typeface="仿宋" panose="02010609060101010101" pitchFamily="49" charset="-122"/>
                <a:ea typeface="仿宋" panose="02010609060101010101" pitchFamily="49" charset="-122"/>
              </a:rPr>
              <a:t>第四讲</a:t>
            </a:r>
            <a:r>
              <a:rPr lang="en-US" altLang="zh-CN" sz="4800" b="1">
                <a:latin typeface="仿宋" panose="02010609060101010101" pitchFamily="49" charset="-122"/>
                <a:ea typeface="仿宋" panose="02010609060101010101" pitchFamily="49" charset="-122"/>
              </a:rPr>
              <a:t>	</a:t>
            </a:r>
            <a:r>
              <a:rPr lang="zh-CN" altLang="en-US" sz="4800" b="1">
                <a:latin typeface="仿宋" panose="02010609060101010101" pitchFamily="49" charset="-122"/>
                <a:ea typeface="仿宋" panose="02010609060101010101" pitchFamily="49" charset="-122"/>
              </a:rPr>
              <a:t>命题逻辑的等值演算</a:t>
            </a:r>
          </a:p>
        </p:txBody>
      </p:sp>
      <p:sp>
        <p:nvSpPr>
          <p:cNvPr id="13" name="文本框 12">
            <a:extLst>
              <a:ext uri="{FF2B5EF4-FFF2-40B4-BE49-F238E27FC236}">
                <a16:creationId xmlns:a16="http://schemas.microsoft.com/office/drawing/2014/main" id="{12186A13-489D-4BF1-BCD8-41AAFE843C1D}"/>
              </a:ext>
            </a:extLst>
          </p:cNvPr>
          <p:cNvSpPr txBox="1"/>
          <p:nvPr/>
        </p:nvSpPr>
        <p:spPr>
          <a:xfrm>
            <a:off x="4372231" y="2549433"/>
            <a:ext cx="3447535" cy="707886"/>
          </a:xfrm>
          <a:prstGeom prst="rect">
            <a:avLst/>
          </a:prstGeom>
          <a:noFill/>
        </p:spPr>
        <p:txBody>
          <a:bodyPr wrap="square" rtlCol="0">
            <a:spAutoFit/>
          </a:bodyPr>
          <a:lstStyle/>
          <a:p>
            <a:pPr algn="ctr"/>
            <a:r>
              <a:rPr lang="zh-CN" altLang="en-US" sz="4000" dirty="0">
                <a:solidFill>
                  <a:srgbClr val="210694"/>
                </a:solidFill>
                <a:latin typeface="楷体" panose="02010609060101010101" pitchFamily="49" charset="-122"/>
                <a:ea typeface="楷体" panose="02010609060101010101" pitchFamily="49" charset="-122"/>
              </a:rPr>
              <a:t>李绿周</a:t>
            </a:r>
          </a:p>
        </p:txBody>
      </p:sp>
      <p:sp>
        <p:nvSpPr>
          <p:cNvPr id="14" name="文本框 13">
            <a:extLst>
              <a:ext uri="{FF2B5EF4-FFF2-40B4-BE49-F238E27FC236}">
                <a16:creationId xmlns:a16="http://schemas.microsoft.com/office/drawing/2014/main" id="{8823FD01-7095-40E0-8828-40A407B1D343}"/>
              </a:ext>
            </a:extLst>
          </p:cNvPr>
          <p:cNvSpPr txBox="1"/>
          <p:nvPr/>
        </p:nvSpPr>
        <p:spPr>
          <a:xfrm>
            <a:off x="3608174" y="3600682"/>
            <a:ext cx="5177481" cy="584775"/>
          </a:xfrm>
          <a:prstGeom prst="rect">
            <a:avLst/>
          </a:prstGeom>
          <a:noFill/>
        </p:spPr>
        <p:txBody>
          <a:bodyPr wrap="square" rtlCol="0">
            <a:spAutoFit/>
          </a:bodyPr>
          <a:lstStyle/>
          <a:p>
            <a:pPr algn="ctr"/>
            <a:r>
              <a:rPr lang="zh-CN" altLang="en-US" sz="3200" b="1">
                <a:solidFill>
                  <a:schemeClr val="accent6">
                    <a:lumMod val="50000"/>
                  </a:schemeClr>
                </a:solidFill>
                <a:latin typeface="仿宋" panose="02010609060101010101" pitchFamily="49" charset="-122"/>
                <a:ea typeface="仿宋" panose="02010609060101010101" pitchFamily="49" charset="-122"/>
              </a:rPr>
              <a:t>中山大学计算机学院</a:t>
            </a:r>
          </a:p>
        </p:txBody>
      </p:sp>
      <p:sp>
        <p:nvSpPr>
          <p:cNvPr id="15" name="文本框 14">
            <a:extLst>
              <a:ext uri="{FF2B5EF4-FFF2-40B4-BE49-F238E27FC236}">
                <a16:creationId xmlns:a16="http://schemas.microsoft.com/office/drawing/2014/main" id="{76DF14A9-8868-445D-A58B-8A6B893443C8}"/>
              </a:ext>
            </a:extLst>
          </p:cNvPr>
          <p:cNvSpPr txBox="1"/>
          <p:nvPr/>
        </p:nvSpPr>
        <p:spPr>
          <a:xfrm>
            <a:off x="4843849" y="4559643"/>
            <a:ext cx="2866767" cy="461665"/>
          </a:xfrm>
          <a:prstGeom prst="rect">
            <a:avLst/>
          </a:prstGeom>
          <a:noFill/>
        </p:spPr>
        <p:txBody>
          <a:bodyPr wrap="square" rtlCol="0">
            <a:spAutoFit/>
          </a:bodyPr>
          <a:lstStyle/>
          <a:p>
            <a:pPr algn="ctr"/>
            <a:r>
              <a:rPr lang="en-US" altLang="zh-CN" sz="2400" dirty="0">
                <a:solidFill>
                  <a:schemeClr val="accent2">
                    <a:lumMod val="50000"/>
                  </a:schemeClr>
                </a:solidFill>
                <a:latin typeface="Arial" panose="020B0604020202020204" pitchFamily="34" charset="0"/>
                <a:ea typeface="楷体" panose="02010609060101010101" pitchFamily="49" charset="-122"/>
                <a:cs typeface="Arial" panose="020B0604020202020204" pitchFamily="34" charset="0"/>
              </a:rPr>
              <a:t>2024</a:t>
            </a:r>
            <a:r>
              <a:rPr lang="zh-CN" altLang="en-US" sz="2400" dirty="0">
                <a:solidFill>
                  <a:schemeClr val="accent2">
                    <a:lumMod val="50000"/>
                  </a:schemeClr>
                </a:solidFill>
                <a:latin typeface="Arial" panose="020B0604020202020204" pitchFamily="34" charset="0"/>
                <a:ea typeface="楷体" panose="02010609060101010101" pitchFamily="49" charset="-122"/>
                <a:cs typeface="Arial" panose="020B0604020202020204" pitchFamily="34" charset="0"/>
              </a:rPr>
              <a:t>年</a:t>
            </a:r>
            <a:r>
              <a:rPr lang="en-US" altLang="zh-CN" sz="2400" dirty="0">
                <a:solidFill>
                  <a:schemeClr val="accent2">
                    <a:lumMod val="50000"/>
                  </a:schemeClr>
                </a:solidFill>
                <a:latin typeface="Arial" panose="020B0604020202020204" pitchFamily="34" charset="0"/>
                <a:ea typeface="楷体" panose="02010609060101010101" pitchFamily="49" charset="-122"/>
                <a:cs typeface="Arial" panose="020B0604020202020204" pitchFamily="34" charset="0"/>
              </a:rPr>
              <a:t>9</a:t>
            </a:r>
            <a:r>
              <a:rPr lang="zh-CN" altLang="en-US" sz="2400" dirty="0">
                <a:solidFill>
                  <a:schemeClr val="accent2">
                    <a:lumMod val="50000"/>
                  </a:schemeClr>
                </a:solidFill>
                <a:latin typeface="Arial" panose="020B0604020202020204" pitchFamily="34" charset="0"/>
                <a:ea typeface="楷体" panose="02010609060101010101" pitchFamily="49" charset="-122"/>
                <a:cs typeface="Arial" panose="020B0604020202020204" pitchFamily="34" charset="0"/>
              </a:rPr>
              <a:t>月</a:t>
            </a:r>
          </a:p>
        </p:txBody>
      </p:sp>
      <p:sp>
        <p:nvSpPr>
          <p:cNvPr id="16" name="文本框 15">
            <a:extLst>
              <a:ext uri="{FF2B5EF4-FFF2-40B4-BE49-F238E27FC236}">
                <a16:creationId xmlns:a16="http://schemas.microsoft.com/office/drawing/2014/main" id="{BE9D504D-D016-457C-B1B1-69FCBBD6DCB5}"/>
              </a:ext>
            </a:extLst>
          </p:cNvPr>
          <p:cNvSpPr txBox="1"/>
          <p:nvPr/>
        </p:nvSpPr>
        <p:spPr>
          <a:xfrm>
            <a:off x="1705232" y="5288692"/>
            <a:ext cx="9094573" cy="830997"/>
          </a:xfrm>
          <a:prstGeom prst="rect">
            <a:avLst/>
          </a:prstGeom>
          <a:noFill/>
        </p:spPr>
        <p:txBody>
          <a:bodyPr wrap="square" rtlCol="0">
            <a:spAutoFit/>
          </a:bodyPr>
          <a:lstStyle/>
          <a:p>
            <a:pPr algn="ctr"/>
            <a:r>
              <a:rPr lang="en-US" altLang="zh-CN" sz="2400" dirty="0">
                <a:solidFill>
                  <a:srgbClr val="FF0000"/>
                </a:solidFill>
                <a:hlinkClick r:id="rId2"/>
              </a:rPr>
              <a:t>https://mooc1-1.chaoxing.com/course/216273730.html</a:t>
            </a:r>
            <a:endParaRPr lang="en-US" altLang="zh-CN" sz="2400" dirty="0">
              <a:solidFill>
                <a:srgbClr val="FF0000"/>
              </a:solidFill>
            </a:endParaRPr>
          </a:p>
          <a:p>
            <a:pPr algn="ctr"/>
            <a:r>
              <a:rPr lang="en-US" altLang="zh-CN" sz="2400" dirty="0">
                <a:solidFill>
                  <a:srgbClr val="FF0000"/>
                </a:solidFill>
              </a:rPr>
              <a:t>lilvzh@mail.sysu.edu.cn</a:t>
            </a:r>
            <a:endParaRPr lang="zh-CN" altLang="en-US" sz="2400" dirty="0">
              <a:solidFill>
                <a:srgbClr val="FF0000"/>
              </a:solidFill>
            </a:endParaRPr>
          </a:p>
        </p:txBody>
      </p:sp>
      <p:pic>
        <p:nvPicPr>
          <p:cNvPr id="17" name="图片 16">
            <a:extLst>
              <a:ext uri="{FF2B5EF4-FFF2-40B4-BE49-F238E27FC236}">
                <a16:creationId xmlns:a16="http://schemas.microsoft.com/office/drawing/2014/main" id="{D38FA017-AD09-4C1D-B9B8-FD57EA6CEEA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05649" y="3112777"/>
            <a:ext cx="1766582" cy="1560584"/>
          </a:xfrm>
          <a:prstGeom prst="rect">
            <a:avLst/>
          </a:prstGeom>
        </p:spPr>
      </p:pic>
    </p:spTree>
    <p:extLst>
      <p:ext uri="{BB962C8B-B14F-4D97-AF65-F5344CB8AC3E}">
        <p14:creationId xmlns:p14="http://schemas.microsoft.com/office/powerpoint/2010/main" val="19211113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提示</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第四讲</a:t>
            </a:r>
            <a:r>
              <a:rPr lang="en-US" altLang="zh-CN">
                <a:latin typeface="楷体" panose="02010609060101010101" pitchFamily="49" charset="-122"/>
                <a:ea typeface="楷体" panose="02010609060101010101" pitchFamily="49" charset="-122"/>
              </a:rPr>
              <a:t>	</a:t>
            </a:r>
            <a:r>
              <a:rPr lang="zh-CN" altLang="en-US">
                <a:latin typeface="楷体" panose="02010609060101010101" pitchFamily="49" charset="-122"/>
                <a:ea typeface="楷体" panose="02010609060101010101" pitchFamily="49" charset="-122"/>
              </a:rPr>
              <a:t>命题逻辑的等值演算</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6</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2</a:t>
            </a:fld>
            <a:r>
              <a:rPr lang="en-US" altLang="zh-CN" dirty="0">
                <a:latin typeface="Arial" panose="020B0604020202020204" pitchFamily="34" charset="0"/>
                <a:ea typeface="楷体" panose="02010609060101010101" pitchFamily="49" charset="-122"/>
                <a:cs typeface="Arial" panose="020B0604020202020204" pitchFamily="34" charset="0"/>
              </a:rPr>
              <a:t>/26</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学习目标与学习重点</a:t>
            </a:r>
          </a:p>
        </p:txBody>
      </p:sp>
      <p:sp>
        <p:nvSpPr>
          <p:cNvPr id="15" name="文本框 14">
            <a:extLst>
              <a:ext uri="{FF2B5EF4-FFF2-40B4-BE49-F238E27FC236}">
                <a16:creationId xmlns:a16="http://schemas.microsoft.com/office/drawing/2014/main" id="{90FC4FE9-1A7C-4E5D-BAF1-0C1359F478C6}"/>
              </a:ext>
            </a:extLst>
          </p:cNvPr>
          <p:cNvSpPr txBox="1"/>
          <p:nvPr/>
        </p:nvSpPr>
        <p:spPr>
          <a:xfrm>
            <a:off x="1519560" y="1786170"/>
            <a:ext cx="9152878" cy="1610826"/>
          </a:xfrm>
          <a:prstGeom prst="rect">
            <a:avLst/>
          </a:prstGeom>
          <a:solidFill>
            <a:schemeClr val="accent2">
              <a:lumMod val="20000"/>
              <a:lumOff val="80000"/>
              <a:alpha val="60000"/>
            </a:schemeClr>
          </a:solidFill>
        </p:spPr>
        <p:txBody>
          <a:bodyPr wrap="square" rtlCol="0">
            <a:spAutoFit/>
          </a:bodyPr>
          <a:lstStyle/>
          <a:p>
            <a:pPr algn="ctr">
              <a:lnSpc>
                <a:spcPts val="3200"/>
              </a:lnSpc>
              <a:spcBef>
                <a:spcPts val="600"/>
              </a:spcBef>
              <a:spcAft>
                <a:spcPts val="600"/>
              </a:spcAft>
            </a:pPr>
            <a:r>
              <a:rPr lang="zh-CN" altLang="en-US" sz="2800" b="1">
                <a:solidFill>
                  <a:srgbClr val="C00000"/>
                </a:solidFill>
                <a:latin typeface="楷体" panose="02010609060101010101" pitchFamily="49" charset="-122"/>
                <a:ea typeface="楷体" panose="02010609060101010101" pitchFamily="49" charset="-122"/>
              </a:rPr>
              <a:t>学习目标</a:t>
            </a:r>
          </a:p>
          <a:p>
            <a:pPr marL="342900" indent="-342900">
              <a:lnSpc>
                <a:spcPts val="3200"/>
              </a:lnSpc>
              <a:spcBef>
                <a:spcPts val="600"/>
              </a:spcBef>
              <a:spcAft>
                <a:spcPts val="600"/>
              </a:spcAft>
              <a:buFont typeface="Arial" panose="020B0604020202020204" pitchFamily="34" charset="0"/>
              <a:buChar char="•"/>
            </a:pPr>
            <a:r>
              <a:rPr lang="zh-CN" altLang="en-US" sz="2400" b="1">
                <a:solidFill>
                  <a:srgbClr val="002060"/>
                </a:solidFill>
                <a:latin typeface="+mn-ea"/>
              </a:rPr>
              <a:t>熟记命题逻辑的基本逻辑等值式</a:t>
            </a:r>
          </a:p>
          <a:p>
            <a:pPr marL="342900" indent="-342900">
              <a:lnSpc>
                <a:spcPts val="3200"/>
              </a:lnSpc>
              <a:spcBef>
                <a:spcPts val="600"/>
              </a:spcBef>
              <a:spcAft>
                <a:spcPts val="600"/>
              </a:spcAft>
              <a:buFont typeface="Arial" panose="020B0604020202020204" pitchFamily="34" charset="0"/>
              <a:buChar char="•"/>
            </a:pPr>
            <a:r>
              <a:rPr lang="zh-CN" altLang="en-US" sz="2400" b="1">
                <a:solidFill>
                  <a:srgbClr val="002060"/>
                </a:solidFill>
                <a:latin typeface="+mn-ea"/>
              </a:rPr>
              <a:t>能使用等值演算法、构造真值表的方法证明两个公式逻辑等值</a:t>
            </a:r>
          </a:p>
        </p:txBody>
      </p:sp>
      <p:sp>
        <p:nvSpPr>
          <p:cNvPr id="16" name="文本框 15">
            <a:extLst>
              <a:ext uri="{FF2B5EF4-FFF2-40B4-BE49-F238E27FC236}">
                <a16:creationId xmlns:a16="http://schemas.microsoft.com/office/drawing/2014/main" id="{31CA93B3-3720-4A1E-A2A8-C22C2413A38A}"/>
              </a:ext>
            </a:extLst>
          </p:cNvPr>
          <p:cNvSpPr txBox="1"/>
          <p:nvPr/>
        </p:nvSpPr>
        <p:spPr>
          <a:xfrm>
            <a:off x="1519560" y="4132714"/>
            <a:ext cx="9152878" cy="1143903"/>
          </a:xfrm>
          <a:prstGeom prst="rect">
            <a:avLst/>
          </a:prstGeom>
          <a:solidFill>
            <a:schemeClr val="accent4">
              <a:lumMod val="20000"/>
              <a:lumOff val="80000"/>
              <a:alpha val="60000"/>
            </a:schemeClr>
          </a:solidFill>
        </p:spPr>
        <p:txBody>
          <a:bodyPr wrap="square" rtlCol="0">
            <a:spAutoFit/>
          </a:bodyPr>
          <a:lstStyle/>
          <a:p>
            <a:pPr algn="ctr">
              <a:lnSpc>
                <a:spcPts val="3200"/>
              </a:lnSpc>
              <a:spcBef>
                <a:spcPts val="1200"/>
              </a:spcBef>
              <a:spcAft>
                <a:spcPts val="600"/>
              </a:spcAft>
            </a:pPr>
            <a:r>
              <a:rPr lang="zh-CN" altLang="en-US" sz="3200" b="1">
                <a:solidFill>
                  <a:srgbClr val="C00000"/>
                </a:solidFill>
                <a:latin typeface="楷体" panose="02010609060101010101" pitchFamily="49" charset="-122"/>
                <a:ea typeface="楷体" panose="02010609060101010101" pitchFamily="49" charset="-122"/>
              </a:rPr>
              <a:t>学习重点</a:t>
            </a:r>
          </a:p>
          <a:p>
            <a:pPr marL="342900" indent="-342900">
              <a:lnSpc>
                <a:spcPts val="3200"/>
              </a:lnSpc>
              <a:spcBef>
                <a:spcPts val="1200"/>
              </a:spcBef>
              <a:spcAft>
                <a:spcPts val="600"/>
              </a:spcAft>
              <a:buFont typeface="Arial" panose="020B0604020202020204" pitchFamily="34" charset="0"/>
              <a:buChar char="•"/>
            </a:pPr>
            <a:r>
              <a:rPr lang="zh-CN" altLang="en-US" sz="2800" b="1">
                <a:solidFill>
                  <a:schemeClr val="accent6">
                    <a:lumMod val="50000"/>
                  </a:schemeClr>
                </a:solidFill>
                <a:latin typeface="+mn-ea"/>
              </a:rPr>
              <a:t>如何证明两个命题逻辑公式逻辑等值？</a:t>
            </a:r>
            <a:endParaRPr lang="en-US" altLang="zh-CN" sz="2800" b="1">
              <a:solidFill>
                <a:schemeClr val="accent6">
                  <a:lumMod val="50000"/>
                </a:schemeClr>
              </a:solidFill>
              <a:latin typeface="+mn-ea"/>
            </a:endParaRPr>
          </a:p>
        </p:txBody>
      </p:sp>
    </p:spTree>
    <p:extLst>
      <p:ext uri="{BB962C8B-B14F-4D97-AF65-F5344CB8AC3E}">
        <p14:creationId xmlns:p14="http://schemas.microsoft.com/office/powerpoint/2010/main" val="4518739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第四讲</a:t>
            </a:r>
            <a:r>
              <a:rPr lang="en-US" altLang="zh-CN">
                <a:latin typeface="楷体" panose="02010609060101010101" pitchFamily="49" charset="-122"/>
                <a:ea typeface="楷体" panose="02010609060101010101" pitchFamily="49" charset="-122"/>
              </a:rPr>
              <a:t>	</a:t>
            </a:r>
            <a:r>
              <a:rPr lang="zh-CN" altLang="en-US">
                <a:latin typeface="楷体" panose="02010609060101010101" pitchFamily="49" charset="-122"/>
                <a:ea typeface="楷体" panose="02010609060101010101" pitchFamily="49" charset="-122"/>
              </a:rPr>
              <a:t>命题逻辑的等值演算</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6</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91646C22-BFA0-4263-ADC6-D1CE69BFEFF6}" type="slidenum">
              <a:rPr lang="en-US" altLang="zh-CN" smtClean="0">
                <a:latin typeface="Arial" panose="020B0604020202020204" pitchFamily="34" charset="0"/>
                <a:ea typeface="楷体" panose="02010609060101010101" pitchFamily="49" charset="-122"/>
                <a:cs typeface="Arial" panose="020B0604020202020204" pitchFamily="34" charset="0"/>
              </a:rPr>
              <a:t>3</a:t>
            </a:fld>
            <a:r>
              <a:rPr lang="en-US" altLang="zh-CN" dirty="0">
                <a:latin typeface="Arial" panose="020B0604020202020204" pitchFamily="34" charset="0"/>
                <a:ea typeface="楷体" panose="02010609060101010101" pitchFamily="49" charset="-122"/>
                <a:cs typeface="Arial" panose="020B0604020202020204" pitchFamily="34" charset="0"/>
              </a:rPr>
              <a:t>/26</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内容提要</a:t>
            </a:r>
          </a:p>
        </p:txBody>
      </p:sp>
      <p:sp>
        <p:nvSpPr>
          <p:cNvPr id="2" name="文本框 1">
            <a:extLst>
              <a:ext uri="{FF2B5EF4-FFF2-40B4-BE49-F238E27FC236}">
                <a16:creationId xmlns:a16="http://schemas.microsoft.com/office/drawing/2014/main" id="{85BA4EFF-667B-4FC6-8446-13B52B94D7E0}"/>
              </a:ext>
            </a:extLst>
          </p:cNvPr>
          <p:cNvSpPr txBox="1"/>
          <p:nvPr/>
        </p:nvSpPr>
        <p:spPr>
          <a:xfrm>
            <a:off x="1175655" y="1464207"/>
            <a:ext cx="4988768" cy="2746906"/>
          </a:xfrm>
          <a:prstGeom prst="rect">
            <a:avLst/>
          </a:prstGeom>
          <a:noFill/>
        </p:spPr>
        <p:txBody>
          <a:bodyPr wrap="square" rtlCol="0">
            <a:spAutoFit/>
          </a:bodyPr>
          <a:lstStyle/>
          <a:p>
            <a:pPr>
              <a:lnSpc>
                <a:spcPct val="300000"/>
              </a:lnSpc>
            </a:pPr>
            <a:r>
              <a:rPr lang="zh-CN" altLang="en-US" sz="3200" b="1">
                <a:solidFill>
                  <a:schemeClr val="accent6">
                    <a:lumMod val="50000"/>
                  </a:schemeClr>
                </a:solidFill>
                <a:latin typeface="仿宋" panose="02010609060101010101" pitchFamily="49" charset="-122"/>
                <a:ea typeface="仿宋" panose="02010609060101010101" pitchFamily="49" charset="-122"/>
              </a:rPr>
              <a:t>命题逻辑公式的逻辑等值命题逻辑的等值演算</a:t>
            </a:r>
            <a:endParaRPr lang="en-US" altLang="zh-CN" sz="3200" b="1">
              <a:solidFill>
                <a:schemeClr val="accent6">
                  <a:lumMod val="50000"/>
                </a:schemeClr>
              </a:solidFill>
              <a:latin typeface="仿宋" panose="02010609060101010101" pitchFamily="49" charset="-122"/>
              <a:ea typeface="仿宋" panose="02010609060101010101" pitchFamily="49" charset="-122"/>
            </a:endParaRPr>
          </a:p>
        </p:txBody>
      </p:sp>
    </p:spTree>
    <p:extLst>
      <p:ext uri="{BB962C8B-B14F-4D97-AF65-F5344CB8AC3E}">
        <p14:creationId xmlns:p14="http://schemas.microsoft.com/office/powerpoint/2010/main" val="39021058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命题逻辑公式的逻辑等值</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第四讲</a:t>
            </a:r>
            <a:r>
              <a:rPr lang="en-US" altLang="zh-CN">
                <a:latin typeface="楷体" panose="02010609060101010101" pitchFamily="49" charset="-122"/>
                <a:ea typeface="楷体" panose="02010609060101010101" pitchFamily="49" charset="-122"/>
              </a:rPr>
              <a:t>	</a:t>
            </a:r>
            <a:r>
              <a:rPr lang="zh-CN" altLang="en-US">
                <a:latin typeface="楷体" panose="02010609060101010101" pitchFamily="49" charset="-122"/>
                <a:ea typeface="楷体" panose="02010609060101010101" pitchFamily="49" charset="-122"/>
              </a:rPr>
              <a:t>命题逻辑的等值演算</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6</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4</a:t>
            </a:fld>
            <a:r>
              <a:rPr lang="en-US" altLang="zh-CN" dirty="0">
                <a:latin typeface="Arial" panose="020B0604020202020204" pitchFamily="34" charset="0"/>
                <a:ea typeface="楷体" panose="02010609060101010101" pitchFamily="49" charset="-122"/>
                <a:cs typeface="Arial" panose="020B0604020202020204" pitchFamily="34" charset="0"/>
              </a:rPr>
              <a:t>/26</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命题逻辑公式的逻辑等值</a:t>
            </a:r>
          </a:p>
        </p:txBody>
      </p:sp>
      <p:sp>
        <p:nvSpPr>
          <p:cNvPr id="11" name="矩形: 圆角 10">
            <a:extLst>
              <a:ext uri="{FF2B5EF4-FFF2-40B4-BE49-F238E27FC236}">
                <a16:creationId xmlns:a16="http://schemas.microsoft.com/office/drawing/2014/main" id="{9A6B3586-B5C4-4D5D-8FDF-D694639441A3}"/>
              </a:ext>
            </a:extLst>
          </p:cNvPr>
          <p:cNvSpPr/>
          <p:nvPr/>
        </p:nvSpPr>
        <p:spPr>
          <a:xfrm>
            <a:off x="439407" y="1225832"/>
            <a:ext cx="4675195" cy="459280"/>
          </a:xfrm>
          <a:prstGeom prst="roundRect">
            <a:avLst/>
          </a:prstGeom>
          <a:solidFill>
            <a:schemeClr val="accent4">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400" b="1">
                <a:solidFill>
                  <a:schemeClr val="accent2">
                    <a:lumMod val="50000"/>
                  </a:schemeClr>
                </a:solidFill>
              </a:rPr>
              <a:t>为什么要研究公式的逻辑等值？</a:t>
            </a:r>
            <a:endParaRPr lang="zh-CN" altLang="en-US" sz="2400" b="1" dirty="0">
              <a:solidFill>
                <a:schemeClr val="accent2">
                  <a:lumMod val="50000"/>
                </a:schemeClr>
              </a:solidFill>
            </a:endParaRPr>
          </a:p>
        </p:txBody>
      </p:sp>
      <mc:AlternateContent xmlns:mc="http://schemas.openxmlformats.org/markup-compatibility/2006" xmlns:a14="http://schemas.microsoft.com/office/drawing/2010/main">
        <mc:Choice Requires="a14">
          <p:sp>
            <p:nvSpPr>
              <p:cNvPr id="14" name="文本框 13">
                <a:extLst>
                  <a:ext uri="{FF2B5EF4-FFF2-40B4-BE49-F238E27FC236}">
                    <a16:creationId xmlns:a16="http://schemas.microsoft.com/office/drawing/2014/main" id="{53D00C8C-94B8-4BA6-A3E7-4D5BA66D7089}"/>
                  </a:ext>
                </a:extLst>
              </p:cNvPr>
              <p:cNvSpPr txBox="1"/>
              <p:nvPr/>
            </p:nvSpPr>
            <p:spPr>
              <a:xfrm>
                <a:off x="7551282" y="969499"/>
                <a:ext cx="2727265" cy="954107"/>
              </a:xfrm>
              <a:prstGeom prst="rect">
                <a:avLst/>
              </a:prstGeom>
              <a:solidFill>
                <a:schemeClr val="accent6">
                  <a:lumMod val="20000"/>
                  <a:lumOff val="80000"/>
                  <a:alpha val="50000"/>
                </a:schemeClr>
              </a:solidFill>
              <a:ln w="12700">
                <a:solidFill>
                  <a:schemeClr val="accent1">
                    <a:shade val="50000"/>
                  </a:schemeClr>
                </a:solidFill>
                <a:prstDash val="sysDash"/>
              </a:ln>
            </p:spPr>
            <p:txBody>
              <a:bodyPr wrap="square" rtlCol="0">
                <a:spAutoFit/>
              </a:bodyPr>
              <a:lstStyle/>
              <a:p>
                <a14:m>
                  <m:oMath xmlns:m="http://schemas.openxmlformats.org/officeDocument/2006/math">
                    <m:r>
                      <a:rPr lang="en-US" altLang="zh-CN" sz="1400" b="1" i="1" smtClean="0">
                        <a:solidFill>
                          <a:schemeClr val="accent6">
                            <a:lumMod val="50000"/>
                          </a:schemeClr>
                        </a:solidFill>
                        <a:latin typeface="Cambria Math" panose="02040503050406030204" pitchFamily="18" charset="0"/>
                        <a:ea typeface="楷体" panose="02010609060101010101" pitchFamily="49" charset="-122"/>
                      </a:rPr>
                      <m:t>𝒑</m:t>
                    </m:r>
                  </m:oMath>
                </a14:m>
                <a:r>
                  <a:rPr lang="zh-CN" altLang="en-US" sz="1400" b="1" dirty="0">
                    <a:solidFill>
                      <a:schemeClr val="accent6">
                        <a:lumMod val="50000"/>
                      </a:schemeClr>
                    </a:solidFill>
                    <a:latin typeface="楷体" panose="02010609060101010101" pitchFamily="49" charset="-122"/>
                    <a:ea typeface="楷体" panose="02010609060101010101" pitchFamily="49" charset="-122"/>
                  </a:rPr>
                  <a:t>表示“一个年份能被</a:t>
                </a:r>
                <a:r>
                  <a:rPr lang="en-US" altLang="zh-CN" sz="1400" b="1" dirty="0">
                    <a:solidFill>
                      <a:schemeClr val="accent6">
                        <a:lumMod val="50000"/>
                      </a:schemeClr>
                    </a:solidFill>
                    <a:latin typeface="楷体" panose="02010609060101010101" pitchFamily="49" charset="-122"/>
                    <a:ea typeface="楷体" panose="02010609060101010101" pitchFamily="49" charset="-122"/>
                  </a:rPr>
                  <a:t>4</a:t>
                </a:r>
                <a:r>
                  <a:rPr lang="zh-CN" altLang="en-US" sz="1400" b="1" dirty="0">
                    <a:solidFill>
                      <a:schemeClr val="accent6">
                        <a:lumMod val="50000"/>
                      </a:schemeClr>
                    </a:solidFill>
                    <a:latin typeface="楷体" panose="02010609060101010101" pitchFamily="49" charset="-122"/>
                    <a:ea typeface="楷体" panose="02010609060101010101" pitchFamily="49" charset="-122"/>
                  </a:rPr>
                  <a:t>整除”</a:t>
                </a:r>
                <a:endParaRPr lang="en-US" altLang="zh-CN" sz="1400" b="1" dirty="0">
                  <a:solidFill>
                    <a:schemeClr val="accent6">
                      <a:lumMod val="50000"/>
                    </a:schemeClr>
                  </a:solidFill>
                  <a:latin typeface="楷体" panose="02010609060101010101" pitchFamily="49" charset="-122"/>
                  <a:ea typeface="楷体" panose="02010609060101010101" pitchFamily="49" charset="-122"/>
                </a:endParaRPr>
              </a:p>
              <a:p>
                <a14:m>
                  <m:oMath xmlns:m="http://schemas.openxmlformats.org/officeDocument/2006/math">
                    <m:r>
                      <a:rPr lang="en-US" altLang="zh-CN" sz="1400" b="1" i="1" smtClean="0">
                        <a:solidFill>
                          <a:schemeClr val="accent6">
                            <a:lumMod val="50000"/>
                          </a:schemeClr>
                        </a:solidFill>
                        <a:latin typeface="Cambria Math" panose="02040503050406030204" pitchFamily="18" charset="0"/>
                        <a:ea typeface="楷体" panose="02010609060101010101" pitchFamily="49" charset="-122"/>
                      </a:rPr>
                      <m:t>𝒒</m:t>
                    </m:r>
                  </m:oMath>
                </a14:m>
                <a:r>
                  <a:rPr lang="zh-CN" altLang="en-US" sz="1400" b="1" dirty="0">
                    <a:solidFill>
                      <a:schemeClr val="accent6">
                        <a:lumMod val="50000"/>
                      </a:schemeClr>
                    </a:solidFill>
                    <a:latin typeface="楷体" panose="02010609060101010101" pitchFamily="49" charset="-122"/>
                    <a:ea typeface="楷体" panose="02010609060101010101" pitchFamily="49" charset="-122"/>
                  </a:rPr>
                  <a:t>表示“一个年份能被</a:t>
                </a:r>
                <a:r>
                  <a:rPr lang="en-US" altLang="zh-CN" sz="1400" b="1" dirty="0">
                    <a:solidFill>
                      <a:schemeClr val="accent6">
                        <a:lumMod val="50000"/>
                      </a:schemeClr>
                    </a:solidFill>
                    <a:latin typeface="楷体" panose="02010609060101010101" pitchFamily="49" charset="-122"/>
                    <a:ea typeface="楷体" panose="02010609060101010101" pitchFamily="49" charset="-122"/>
                  </a:rPr>
                  <a:t>100</a:t>
                </a:r>
                <a:r>
                  <a:rPr lang="zh-CN" altLang="en-US" sz="1400" b="1" dirty="0">
                    <a:solidFill>
                      <a:schemeClr val="accent6">
                        <a:lumMod val="50000"/>
                      </a:schemeClr>
                    </a:solidFill>
                    <a:latin typeface="楷体" panose="02010609060101010101" pitchFamily="49" charset="-122"/>
                    <a:ea typeface="楷体" panose="02010609060101010101" pitchFamily="49" charset="-122"/>
                  </a:rPr>
                  <a:t>整除”</a:t>
                </a:r>
              </a:p>
              <a:p>
                <a14:m>
                  <m:oMath xmlns:m="http://schemas.openxmlformats.org/officeDocument/2006/math">
                    <m:r>
                      <a:rPr lang="en-US" altLang="zh-CN" sz="1400" b="1" i="1" smtClean="0">
                        <a:solidFill>
                          <a:schemeClr val="accent6">
                            <a:lumMod val="50000"/>
                          </a:schemeClr>
                        </a:solidFill>
                        <a:latin typeface="Cambria Math" panose="02040503050406030204" pitchFamily="18" charset="0"/>
                        <a:ea typeface="楷体" panose="02010609060101010101" pitchFamily="49" charset="-122"/>
                      </a:rPr>
                      <m:t>𝒓</m:t>
                    </m:r>
                  </m:oMath>
                </a14:m>
                <a:r>
                  <a:rPr lang="zh-CN" altLang="en-US" sz="1400" b="1" dirty="0">
                    <a:solidFill>
                      <a:schemeClr val="accent6">
                        <a:lumMod val="50000"/>
                      </a:schemeClr>
                    </a:solidFill>
                    <a:latin typeface="楷体" panose="02010609060101010101" pitchFamily="49" charset="-122"/>
                    <a:ea typeface="楷体" panose="02010609060101010101" pitchFamily="49" charset="-122"/>
                  </a:rPr>
                  <a:t>表示“一个年份能被</a:t>
                </a:r>
                <a:r>
                  <a:rPr lang="en-US" altLang="zh-CN" sz="1400" b="1" dirty="0">
                    <a:solidFill>
                      <a:schemeClr val="accent6">
                        <a:lumMod val="50000"/>
                      </a:schemeClr>
                    </a:solidFill>
                    <a:latin typeface="楷体" panose="02010609060101010101" pitchFamily="49" charset="-122"/>
                    <a:ea typeface="楷体" panose="02010609060101010101" pitchFamily="49" charset="-122"/>
                  </a:rPr>
                  <a:t>400</a:t>
                </a:r>
                <a:r>
                  <a:rPr lang="zh-CN" altLang="en-US" sz="1400" b="1">
                    <a:solidFill>
                      <a:schemeClr val="accent6">
                        <a:lumMod val="50000"/>
                      </a:schemeClr>
                    </a:solidFill>
                    <a:latin typeface="楷体" panose="02010609060101010101" pitchFamily="49" charset="-122"/>
                    <a:ea typeface="楷体" panose="02010609060101010101" pitchFamily="49" charset="-122"/>
                  </a:rPr>
                  <a:t>整除”</a:t>
                </a:r>
                <a:endParaRPr lang="en-US" altLang="zh-CN" sz="1400" b="1">
                  <a:solidFill>
                    <a:schemeClr val="accent6">
                      <a:lumMod val="50000"/>
                    </a:schemeClr>
                  </a:solidFill>
                  <a:latin typeface="楷体" panose="02010609060101010101" pitchFamily="49" charset="-122"/>
                  <a:ea typeface="楷体" panose="02010609060101010101" pitchFamily="49" charset="-122"/>
                </a:endParaRPr>
              </a:p>
              <a:p>
                <a14:m>
                  <m:oMath xmlns:m="http://schemas.openxmlformats.org/officeDocument/2006/math">
                    <m:r>
                      <a:rPr lang="en-US" altLang="zh-CN" sz="1400" b="1" i="1" smtClean="0">
                        <a:solidFill>
                          <a:schemeClr val="accent6">
                            <a:lumMod val="50000"/>
                          </a:schemeClr>
                        </a:solidFill>
                        <a:latin typeface="Cambria Math" panose="02040503050406030204" pitchFamily="18" charset="0"/>
                        <a:ea typeface="楷体" panose="02010609060101010101" pitchFamily="49" charset="-122"/>
                      </a:rPr>
                      <m:t>𝒔</m:t>
                    </m:r>
                  </m:oMath>
                </a14:m>
                <a:r>
                  <a:rPr lang="zh-CN" altLang="en-US" sz="1400" b="1">
                    <a:solidFill>
                      <a:schemeClr val="accent6">
                        <a:lumMod val="50000"/>
                      </a:schemeClr>
                    </a:solidFill>
                    <a:latin typeface="楷体" panose="02010609060101010101" pitchFamily="49" charset="-122"/>
                    <a:ea typeface="楷体" panose="02010609060101010101" pitchFamily="49" charset="-122"/>
                  </a:rPr>
                  <a:t>表示</a:t>
                </a:r>
                <a:r>
                  <a:rPr lang="zh-CN" altLang="en-US" sz="1400" b="1" dirty="0">
                    <a:solidFill>
                      <a:schemeClr val="accent6">
                        <a:lumMod val="50000"/>
                      </a:schemeClr>
                    </a:solidFill>
                    <a:latin typeface="楷体" panose="02010609060101010101" pitchFamily="49" charset="-122"/>
                    <a:ea typeface="楷体" panose="02010609060101010101" pitchFamily="49" charset="-122"/>
                  </a:rPr>
                  <a:t>“一</a:t>
                </a:r>
                <a:r>
                  <a:rPr lang="zh-CN" altLang="en-US" sz="1400" b="1">
                    <a:solidFill>
                      <a:schemeClr val="accent6">
                        <a:lumMod val="50000"/>
                      </a:schemeClr>
                    </a:solidFill>
                    <a:latin typeface="楷体" panose="02010609060101010101" pitchFamily="49" charset="-122"/>
                    <a:ea typeface="楷体" panose="02010609060101010101" pitchFamily="49" charset="-122"/>
                  </a:rPr>
                  <a:t>个年份是闰年”</a:t>
                </a:r>
                <a:endParaRPr lang="zh-CN" altLang="en-US" sz="1400" b="1" dirty="0">
                  <a:solidFill>
                    <a:schemeClr val="accent6">
                      <a:lumMod val="50000"/>
                    </a:schemeClr>
                  </a:solidFill>
                  <a:latin typeface="楷体" panose="02010609060101010101" pitchFamily="49" charset="-122"/>
                  <a:ea typeface="楷体" panose="02010609060101010101" pitchFamily="49" charset="-122"/>
                </a:endParaRPr>
              </a:p>
            </p:txBody>
          </p:sp>
        </mc:Choice>
        <mc:Fallback xmlns="">
          <p:sp>
            <p:nvSpPr>
              <p:cNvPr id="14" name="文本框 13">
                <a:extLst>
                  <a:ext uri="{FF2B5EF4-FFF2-40B4-BE49-F238E27FC236}">
                    <a16:creationId xmlns:a16="http://schemas.microsoft.com/office/drawing/2014/main" id="{53D00C8C-94B8-4BA6-A3E7-4D5BA66D7089}"/>
                  </a:ext>
                </a:extLst>
              </p:cNvPr>
              <p:cNvSpPr txBox="1">
                <a:spLocks noRot="1" noChangeAspect="1" noMove="1" noResize="1" noEditPoints="1" noAdjustHandles="1" noChangeArrowheads="1" noChangeShapeType="1" noTextEdit="1"/>
              </p:cNvSpPr>
              <p:nvPr/>
            </p:nvSpPr>
            <p:spPr>
              <a:xfrm>
                <a:off x="7551282" y="969499"/>
                <a:ext cx="2727265" cy="954107"/>
              </a:xfrm>
              <a:prstGeom prst="rect">
                <a:avLst/>
              </a:prstGeom>
              <a:blipFill>
                <a:blip r:embed="rId2"/>
                <a:stretch>
                  <a:fillRect t="-1258" b="-4403"/>
                </a:stretch>
              </a:blipFill>
              <a:ln w="12700">
                <a:solidFill>
                  <a:schemeClr val="accent1">
                    <a:shade val="50000"/>
                  </a:schemeClr>
                </a:solidFill>
                <a:prstDash val="sysDash"/>
              </a:ln>
            </p:spPr>
            <p:txBody>
              <a:bodyPr/>
              <a:lstStyle/>
              <a:p>
                <a:r>
                  <a:rPr lang="zh-CN" altLang="en-US">
                    <a:noFill/>
                  </a:rPr>
                  <a:t> </a:t>
                </a:r>
              </a:p>
            </p:txBody>
          </p:sp>
        </mc:Fallback>
      </mc:AlternateContent>
      <p:grpSp>
        <p:nvGrpSpPr>
          <p:cNvPr id="38" name="组合 37">
            <a:extLst>
              <a:ext uri="{FF2B5EF4-FFF2-40B4-BE49-F238E27FC236}">
                <a16:creationId xmlns:a16="http://schemas.microsoft.com/office/drawing/2014/main" id="{DED30697-7453-44D2-B4E1-6D75EE41FFFD}"/>
              </a:ext>
            </a:extLst>
          </p:cNvPr>
          <p:cNvGrpSpPr/>
          <p:nvPr/>
        </p:nvGrpSpPr>
        <p:grpSpPr>
          <a:xfrm>
            <a:off x="704987" y="2111672"/>
            <a:ext cx="10782026" cy="1619034"/>
            <a:chOff x="677577" y="2111672"/>
            <a:chExt cx="10782026" cy="1619034"/>
          </a:xfrm>
        </p:grpSpPr>
        <p:grpSp>
          <p:nvGrpSpPr>
            <p:cNvPr id="36" name="组合 35">
              <a:extLst>
                <a:ext uri="{FF2B5EF4-FFF2-40B4-BE49-F238E27FC236}">
                  <a16:creationId xmlns:a16="http://schemas.microsoft.com/office/drawing/2014/main" id="{2987078A-6EAD-4DDA-A899-370F340B569A}"/>
                </a:ext>
              </a:extLst>
            </p:cNvPr>
            <p:cNvGrpSpPr/>
            <p:nvPr/>
          </p:nvGrpSpPr>
          <p:grpSpPr>
            <a:xfrm>
              <a:off x="788956" y="2221662"/>
              <a:ext cx="10545656" cy="1431978"/>
              <a:chOff x="788956" y="2221662"/>
              <a:chExt cx="10545656" cy="1431978"/>
            </a:xfrm>
          </p:grpSpPr>
          <p:sp>
            <p:nvSpPr>
              <p:cNvPr id="12" name="文本框 11">
                <a:extLst>
                  <a:ext uri="{FF2B5EF4-FFF2-40B4-BE49-F238E27FC236}">
                    <a16:creationId xmlns:a16="http://schemas.microsoft.com/office/drawing/2014/main" id="{BB19AF62-A415-45DE-846B-89FC86358EAF}"/>
                  </a:ext>
                </a:extLst>
              </p:cNvPr>
              <p:cNvSpPr txBox="1"/>
              <p:nvPr/>
            </p:nvSpPr>
            <p:spPr>
              <a:xfrm>
                <a:off x="788956" y="2221662"/>
                <a:ext cx="4675196" cy="923330"/>
              </a:xfrm>
              <a:prstGeom prst="rect">
                <a:avLst/>
              </a:prstGeom>
              <a:solidFill>
                <a:schemeClr val="accent5">
                  <a:lumMod val="20000"/>
                  <a:lumOff val="80000"/>
                </a:schemeClr>
              </a:solidFill>
            </p:spPr>
            <p:txBody>
              <a:bodyPr wrap="square" rtlCol="0">
                <a:spAutoFit/>
              </a:bodyPr>
              <a:lstStyle/>
              <a:p>
                <a:pPr algn="ctr">
                  <a:spcBef>
                    <a:spcPts val="300"/>
                  </a:spcBef>
                  <a:spcAft>
                    <a:spcPts val="300"/>
                  </a:spcAft>
                </a:pPr>
                <a:r>
                  <a:rPr lang="zh-CN" altLang="en-US" b="1" dirty="0">
                    <a:solidFill>
                      <a:srgbClr val="002060"/>
                    </a:solidFill>
                    <a:latin typeface="楷体" panose="02010609060101010101" pitchFamily="49" charset="-122"/>
                    <a:ea typeface="楷体" panose="02010609060101010101" pitchFamily="49" charset="-122"/>
                  </a:rPr>
                  <a:t>一个年份是闰年当且仅当它能被</a:t>
                </a:r>
                <a:r>
                  <a:rPr lang="en-US" altLang="zh-CN" b="1" dirty="0">
                    <a:solidFill>
                      <a:srgbClr val="002060"/>
                    </a:solidFill>
                    <a:latin typeface="楷体" panose="02010609060101010101" pitchFamily="49" charset="-122"/>
                    <a:ea typeface="楷体" panose="02010609060101010101" pitchFamily="49" charset="-122"/>
                  </a:rPr>
                  <a:t>400</a:t>
                </a:r>
                <a:r>
                  <a:rPr lang="zh-CN" altLang="en-US" b="1" dirty="0">
                    <a:solidFill>
                      <a:srgbClr val="002060"/>
                    </a:solidFill>
                    <a:latin typeface="楷体" panose="02010609060101010101" pitchFamily="49" charset="-122"/>
                    <a:ea typeface="楷体" panose="02010609060101010101" pitchFamily="49" charset="-122"/>
                  </a:rPr>
                  <a:t>整除，或者它能被</a:t>
                </a:r>
                <a:r>
                  <a:rPr lang="en-US" altLang="zh-CN" b="1" dirty="0">
                    <a:solidFill>
                      <a:srgbClr val="002060"/>
                    </a:solidFill>
                    <a:latin typeface="楷体" panose="02010609060101010101" pitchFamily="49" charset="-122"/>
                    <a:ea typeface="楷体" panose="02010609060101010101" pitchFamily="49" charset="-122"/>
                  </a:rPr>
                  <a:t>4</a:t>
                </a:r>
                <a:r>
                  <a:rPr lang="zh-CN" altLang="en-US" b="1" dirty="0">
                    <a:solidFill>
                      <a:srgbClr val="002060"/>
                    </a:solidFill>
                    <a:latin typeface="楷体" panose="02010609060101010101" pitchFamily="49" charset="-122"/>
                    <a:ea typeface="楷体" panose="02010609060101010101" pitchFamily="49" charset="-122"/>
                  </a:rPr>
                  <a:t>整除但不能被</a:t>
                </a:r>
                <a:r>
                  <a:rPr lang="en-US" altLang="zh-CN" b="1" dirty="0">
                    <a:solidFill>
                      <a:srgbClr val="002060"/>
                    </a:solidFill>
                    <a:latin typeface="楷体" panose="02010609060101010101" pitchFamily="49" charset="-122"/>
                    <a:ea typeface="楷体" panose="02010609060101010101" pitchFamily="49" charset="-122"/>
                  </a:rPr>
                  <a:t>100</a:t>
                </a:r>
                <a:r>
                  <a:rPr lang="zh-CN" altLang="en-US" b="1">
                    <a:solidFill>
                      <a:srgbClr val="002060"/>
                    </a:solidFill>
                    <a:latin typeface="楷体" panose="02010609060101010101" pitchFamily="49" charset="-122"/>
                    <a:ea typeface="楷体" panose="02010609060101010101" pitchFamily="49" charset="-122"/>
                  </a:rPr>
                  <a:t>整除，意味着，这个</a:t>
                </a:r>
                <a:r>
                  <a:rPr lang="zh-CN" altLang="en-US" b="1" dirty="0">
                    <a:solidFill>
                      <a:srgbClr val="002060"/>
                    </a:solidFill>
                    <a:latin typeface="楷体" panose="02010609060101010101" pitchFamily="49" charset="-122"/>
                    <a:ea typeface="楷体" panose="02010609060101010101" pitchFamily="49" charset="-122"/>
                  </a:rPr>
                  <a:t>年份或者是</a:t>
                </a:r>
                <a:r>
                  <a:rPr lang="zh-CN" altLang="en-US" b="1">
                    <a:solidFill>
                      <a:srgbClr val="002060"/>
                    </a:solidFill>
                    <a:latin typeface="楷体" panose="02010609060101010101" pitchFamily="49" charset="-122"/>
                    <a:ea typeface="楷体" panose="02010609060101010101" pitchFamily="49" charset="-122"/>
                  </a:rPr>
                  <a:t>闰年或者不被</a:t>
                </a:r>
                <a:r>
                  <a:rPr lang="en-US" altLang="zh-CN" b="1">
                    <a:solidFill>
                      <a:srgbClr val="002060"/>
                    </a:solidFill>
                    <a:latin typeface="楷体" panose="02010609060101010101" pitchFamily="49" charset="-122"/>
                    <a:ea typeface="楷体" panose="02010609060101010101" pitchFamily="49" charset="-122"/>
                  </a:rPr>
                  <a:t>4</a:t>
                </a:r>
                <a:r>
                  <a:rPr lang="zh-CN" altLang="en-US" b="1">
                    <a:solidFill>
                      <a:srgbClr val="002060"/>
                    </a:solidFill>
                    <a:latin typeface="楷体" panose="02010609060101010101" pitchFamily="49" charset="-122"/>
                    <a:ea typeface="楷体" panose="02010609060101010101" pitchFamily="49" charset="-122"/>
                  </a:rPr>
                  <a:t>整除</a:t>
                </a:r>
                <a:r>
                  <a:rPr lang="en-US" altLang="zh-CN" b="1">
                    <a:solidFill>
                      <a:srgbClr val="002060"/>
                    </a:solidFill>
                    <a:latin typeface="楷体" panose="02010609060101010101" pitchFamily="49" charset="-122"/>
                    <a:ea typeface="楷体" panose="02010609060101010101" pitchFamily="49" charset="-122"/>
                  </a:rPr>
                  <a:t>?</a:t>
                </a:r>
                <a:endParaRPr lang="en-US" altLang="zh-CN" b="1" dirty="0">
                  <a:solidFill>
                    <a:srgbClr val="002060"/>
                  </a:solidFill>
                  <a:latin typeface="楷体" panose="02010609060101010101" pitchFamily="49" charset="-122"/>
                  <a:ea typeface="楷体" panose="02010609060101010101" pitchFamily="49" charset="-122"/>
                </a:endParaRPr>
              </a:p>
            </p:txBody>
          </p:sp>
          <p:sp>
            <p:nvSpPr>
              <p:cNvPr id="13" name="文本框 12">
                <a:extLst>
                  <a:ext uri="{FF2B5EF4-FFF2-40B4-BE49-F238E27FC236}">
                    <a16:creationId xmlns:a16="http://schemas.microsoft.com/office/drawing/2014/main" id="{BA55CF77-B2F3-4BA3-A742-63FEC87FA215}"/>
                  </a:ext>
                </a:extLst>
              </p:cNvPr>
              <p:cNvSpPr txBox="1"/>
              <p:nvPr/>
            </p:nvSpPr>
            <p:spPr>
              <a:xfrm>
                <a:off x="7195452" y="2360161"/>
                <a:ext cx="4139160" cy="646331"/>
              </a:xfrm>
              <a:prstGeom prst="rect">
                <a:avLst/>
              </a:prstGeom>
              <a:solidFill>
                <a:schemeClr val="accent5">
                  <a:lumMod val="20000"/>
                  <a:lumOff val="80000"/>
                </a:schemeClr>
              </a:solidFill>
            </p:spPr>
            <p:txBody>
              <a:bodyPr wrap="square" rtlCol="0">
                <a:spAutoFit/>
              </a:bodyPr>
              <a:lstStyle/>
              <a:p>
                <a:pPr algn="ctr">
                  <a:spcBef>
                    <a:spcPts val="300"/>
                  </a:spcBef>
                  <a:spcAft>
                    <a:spcPts val="300"/>
                  </a:spcAft>
                </a:pPr>
                <a:r>
                  <a:rPr lang="zh-CN" altLang="en-US" b="1" dirty="0">
                    <a:solidFill>
                      <a:srgbClr val="002060"/>
                    </a:solidFill>
                    <a:latin typeface="楷体" panose="02010609060101010101" pitchFamily="49" charset="-122"/>
                    <a:ea typeface="楷体" panose="02010609060101010101" pitchFamily="49" charset="-122"/>
                  </a:rPr>
                  <a:t>一</a:t>
                </a:r>
                <a:r>
                  <a:rPr lang="zh-CN" altLang="en-US" b="1">
                    <a:solidFill>
                      <a:srgbClr val="002060"/>
                    </a:solidFill>
                    <a:latin typeface="楷体" panose="02010609060101010101" pitchFamily="49" charset="-122"/>
                    <a:ea typeface="楷体" panose="02010609060101010101" pitchFamily="49" charset="-122"/>
                  </a:rPr>
                  <a:t>个年份被</a:t>
                </a:r>
                <a:r>
                  <a:rPr lang="en-US" altLang="zh-CN" b="1">
                    <a:solidFill>
                      <a:srgbClr val="002060"/>
                    </a:solidFill>
                    <a:latin typeface="楷体" panose="02010609060101010101" pitchFamily="49" charset="-122"/>
                    <a:ea typeface="楷体" panose="02010609060101010101" pitchFamily="49" charset="-122"/>
                  </a:rPr>
                  <a:t>100</a:t>
                </a:r>
                <a:r>
                  <a:rPr lang="zh-CN" altLang="en-US" b="1">
                    <a:solidFill>
                      <a:srgbClr val="002060"/>
                    </a:solidFill>
                    <a:latin typeface="楷体" panose="02010609060101010101" pitchFamily="49" charset="-122"/>
                    <a:ea typeface="楷体" panose="02010609060101010101" pitchFamily="49" charset="-122"/>
                  </a:rPr>
                  <a:t>整除且被</a:t>
                </a:r>
                <a:r>
                  <a:rPr lang="en-US" altLang="zh-CN" b="1">
                    <a:solidFill>
                      <a:srgbClr val="002060"/>
                    </a:solidFill>
                    <a:latin typeface="楷体" panose="02010609060101010101" pitchFamily="49" charset="-122"/>
                    <a:ea typeface="楷体" panose="02010609060101010101" pitchFamily="49" charset="-122"/>
                  </a:rPr>
                  <a:t>4</a:t>
                </a:r>
                <a:r>
                  <a:rPr lang="zh-CN" altLang="en-US" b="1">
                    <a:solidFill>
                      <a:srgbClr val="002060"/>
                    </a:solidFill>
                    <a:latin typeface="楷体" panose="02010609060101010101" pitchFamily="49" charset="-122"/>
                    <a:ea typeface="楷体" panose="02010609060101010101" pitchFamily="49" charset="-122"/>
                  </a:rPr>
                  <a:t>整除，意味着，这个年份是闰年或者被</a:t>
                </a:r>
                <a:r>
                  <a:rPr lang="en-US" altLang="zh-CN" b="1">
                    <a:solidFill>
                      <a:srgbClr val="002060"/>
                    </a:solidFill>
                    <a:latin typeface="楷体" panose="02010609060101010101" pitchFamily="49" charset="-122"/>
                    <a:ea typeface="楷体" panose="02010609060101010101" pitchFamily="49" charset="-122"/>
                  </a:rPr>
                  <a:t>400</a:t>
                </a:r>
                <a:r>
                  <a:rPr lang="zh-CN" altLang="en-US" b="1">
                    <a:solidFill>
                      <a:srgbClr val="002060"/>
                    </a:solidFill>
                    <a:latin typeface="楷体" panose="02010609060101010101" pitchFamily="49" charset="-122"/>
                    <a:ea typeface="楷体" panose="02010609060101010101" pitchFamily="49" charset="-122"/>
                  </a:rPr>
                  <a:t>整除</a:t>
                </a:r>
                <a:r>
                  <a:rPr lang="en-US" altLang="zh-CN" b="1">
                    <a:solidFill>
                      <a:srgbClr val="002060"/>
                    </a:solidFill>
                    <a:latin typeface="楷体" panose="02010609060101010101" pitchFamily="49" charset="-122"/>
                    <a:ea typeface="楷体" panose="02010609060101010101" pitchFamily="49" charset="-122"/>
                  </a:rPr>
                  <a:t>?</a:t>
                </a:r>
                <a:endParaRPr lang="en-US" altLang="zh-CN" b="1" dirty="0">
                  <a:solidFill>
                    <a:srgbClr val="002060"/>
                  </a:solidFill>
                  <a:latin typeface="楷体" panose="02010609060101010101" pitchFamily="49" charset="-122"/>
                  <a:ea typeface="楷体" panose="02010609060101010101" pitchFamily="49" charset="-122"/>
                </a:endParaRPr>
              </a:p>
            </p:txBody>
          </p:sp>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6E116153-4AE1-4992-AC60-2199862DA4E7}"/>
                      </a:ext>
                    </a:extLst>
                  </p:cNvPr>
                  <p:cNvSpPr txBox="1"/>
                  <p:nvPr/>
                </p:nvSpPr>
                <p:spPr>
                  <a:xfrm>
                    <a:off x="1115497" y="3239103"/>
                    <a:ext cx="3513516" cy="414537"/>
                  </a:xfrm>
                  <a:prstGeom prst="rect">
                    <a:avLst/>
                  </a:prstGeom>
                  <a:solidFill>
                    <a:schemeClr val="accent2">
                      <a:lumMod val="20000"/>
                      <a:lumOff val="80000"/>
                    </a:schemeClr>
                  </a:solidFill>
                </p:spPr>
                <p:txBody>
                  <a:bodyPr wrap="square" tIns="0" bIns="0" rtlCol="0">
                    <a:spAutoFit/>
                  </a:bodyPr>
                  <a:lstStyle/>
                  <a:p>
                    <a:pPr/>
                    <a14:m>
                      <m:oMathPara xmlns:m="http://schemas.openxmlformats.org/officeDocument/2006/math">
                        <m:oMathParaPr>
                          <m:jc m:val="centerGroup"/>
                        </m:oMathParaPr>
                        <m:oMath xmlns:m="http://schemas.openxmlformats.org/officeDocument/2006/math">
                          <m:d>
                            <m:dPr>
                              <m:ctrlPr>
                                <a:rPr lang="en-US" altLang="zh-CN" b="1" i="1">
                                  <a:solidFill>
                                    <a:schemeClr val="accent6">
                                      <a:lumMod val="50000"/>
                                    </a:schemeClr>
                                  </a:solidFill>
                                  <a:latin typeface="Cambria Math" panose="02040503050406030204" pitchFamily="18" charset="0"/>
                                  <a:ea typeface="宋体" panose="02010600030101010101" pitchFamily="2" charset="-122"/>
                                </a:rPr>
                              </m:ctrlPr>
                            </m:dPr>
                            <m:e>
                              <m:r>
                                <a:rPr lang="en-US" altLang="zh-CN" b="1" i="1">
                                  <a:solidFill>
                                    <a:schemeClr val="accent6">
                                      <a:lumMod val="50000"/>
                                    </a:schemeClr>
                                  </a:solidFill>
                                  <a:latin typeface="Cambria Math" panose="02040503050406030204" pitchFamily="18" charset="0"/>
                                  <a:ea typeface="宋体" panose="02010600030101010101" pitchFamily="2" charset="-122"/>
                                </a:rPr>
                                <m:t>𝒔</m:t>
                              </m:r>
                              <m:r>
                                <a:rPr lang="en-US" altLang="zh-CN" b="1" i="1">
                                  <a:solidFill>
                                    <a:schemeClr val="accent6">
                                      <a:lumMod val="50000"/>
                                    </a:schemeClr>
                                  </a:solidFill>
                                  <a:latin typeface="Cambria Math" panose="02040503050406030204" pitchFamily="18" charset="0"/>
                                  <a:ea typeface="宋体" panose="02010600030101010101" pitchFamily="2" charset="-122"/>
                                </a:rPr>
                                <m:t>↔</m:t>
                              </m:r>
                              <m:d>
                                <m:dPr>
                                  <m:ctrlPr>
                                    <a:rPr lang="en-US" altLang="zh-CN" b="1" i="1">
                                      <a:solidFill>
                                        <a:schemeClr val="accent6">
                                          <a:lumMod val="50000"/>
                                        </a:schemeClr>
                                      </a:solidFill>
                                      <a:latin typeface="Cambria Math" panose="02040503050406030204" pitchFamily="18" charset="0"/>
                                      <a:ea typeface="宋体" panose="02010600030101010101" pitchFamily="2" charset="-122"/>
                                    </a:rPr>
                                  </m:ctrlPr>
                                </m:dPr>
                                <m:e>
                                  <m:r>
                                    <a:rPr lang="en-US" altLang="zh-CN" b="1" i="1">
                                      <a:solidFill>
                                        <a:schemeClr val="accent6">
                                          <a:lumMod val="50000"/>
                                        </a:schemeClr>
                                      </a:solidFill>
                                      <a:latin typeface="Cambria Math" panose="02040503050406030204" pitchFamily="18" charset="0"/>
                                      <a:ea typeface="宋体" panose="02010600030101010101" pitchFamily="2" charset="-122"/>
                                    </a:rPr>
                                    <m:t>𝒓</m:t>
                                  </m:r>
                                  <m:r>
                                    <a:rPr lang="en-US" altLang="zh-CN" b="1" i="1">
                                      <a:solidFill>
                                        <a:schemeClr val="accent6">
                                          <a:lumMod val="50000"/>
                                        </a:schemeClr>
                                      </a:solidFill>
                                      <a:latin typeface="Cambria Math" panose="02040503050406030204" pitchFamily="18" charset="0"/>
                                      <a:ea typeface="宋体" panose="02010600030101010101" pitchFamily="2" charset="-122"/>
                                    </a:rPr>
                                    <m:t>∨</m:t>
                                  </m:r>
                                  <m:d>
                                    <m:dPr>
                                      <m:ctrlPr>
                                        <a:rPr lang="en-US" altLang="zh-CN" b="1" i="1">
                                          <a:solidFill>
                                            <a:schemeClr val="accent6">
                                              <a:lumMod val="50000"/>
                                            </a:schemeClr>
                                          </a:solidFill>
                                          <a:latin typeface="Cambria Math" panose="02040503050406030204" pitchFamily="18" charset="0"/>
                                          <a:ea typeface="宋体" panose="02010600030101010101" pitchFamily="2" charset="-122"/>
                                        </a:rPr>
                                      </m:ctrlPr>
                                    </m:dPr>
                                    <m:e>
                                      <m:r>
                                        <a:rPr lang="en-US" altLang="zh-CN" b="1" i="1">
                                          <a:solidFill>
                                            <a:schemeClr val="accent6">
                                              <a:lumMod val="50000"/>
                                            </a:schemeClr>
                                          </a:solidFill>
                                          <a:latin typeface="Cambria Math" panose="02040503050406030204" pitchFamily="18" charset="0"/>
                                          <a:ea typeface="宋体" panose="02010600030101010101" pitchFamily="2" charset="-122"/>
                                        </a:rPr>
                                        <m:t>𝒑</m:t>
                                      </m:r>
                                      <m:r>
                                        <a:rPr lang="en-US" altLang="zh-CN" b="1" i="1">
                                          <a:solidFill>
                                            <a:schemeClr val="accent6">
                                              <a:lumMod val="50000"/>
                                            </a:schemeClr>
                                          </a:solidFill>
                                          <a:latin typeface="Cambria Math" panose="02040503050406030204" pitchFamily="18" charset="0"/>
                                          <a:ea typeface="宋体" panose="02010600030101010101" pitchFamily="2" charset="-122"/>
                                        </a:rPr>
                                        <m:t>∧¬</m:t>
                                      </m:r>
                                      <m:r>
                                        <a:rPr lang="en-US" altLang="zh-CN" b="1" i="1">
                                          <a:solidFill>
                                            <a:schemeClr val="accent6">
                                              <a:lumMod val="50000"/>
                                            </a:schemeClr>
                                          </a:solidFill>
                                          <a:latin typeface="Cambria Math" panose="02040503050406030204" pitchFamily="18" charset="0"/>
                                          <a:ea typeface="宋体" panose="02010600030101010101" pitchFamily="2" charset="-122"/>
                                        </a:rPr>
                                        <m:t>𝒒</m:t>
                                      </m:r>
                                    </m:e>
                                  </m:d>
                                </m:e>
                              </m:d>
                            </m:e>
                          </m:d>
                          <m:r>
                            <a:rPr lang="en-US" altLang="zh-CN" b="1" i="1">
                              <a:solidFill>
                                <a:schemeClr val="accent6">
                                  <a:lumMod val="50000"/>
                                </a:schemeClr>
                              </a:solidFill>
                              <a:latin typeface="Cambria Math" panose="02040503050406030204" pitchFamily="18" charset="0"/>
                              <a:ea typeface="宋体" panose="02010600030101010101" pitchFamily="2" charset="-122"/>
                            </a:rPr>
                            <m:t>→</m:t>
                          </m:r>
                          <m:d>
                            <m:dPr>
                              <m:ctrlPr>
                                <a:rPr lang="en-US" altLang="zh-CN" b="1" i="1">
                                  <a:solidFill>
                                    <a:schemeClr val="accent6">
                                      <a:lumMod val="50000"/>
                                    </a:schemeClr>
                                  </a:solidFill>
                                  <a:latin typeface="Cambria Math" panose="02040503050406030204" pitchFamily="18" charset="0"/>
                                  <a:ea typeface="宋体" panose="02010600030101010101" pitchFamily="2" charset="-122"/>
                                </a:rPr>
                              </m:ctrlPr>
                            </m:dPr>
                            <m:e>
                              <m:r>
                                <a:rPr lang="en-US" altLang="zh-CN" b="1" i="1">
                                  <a:solidFill>
                                    <a:schemeClr val="accent6">
                                      <a:lumMod val="50000"/>
                                    </a:schemeClr>
                                  </a:solidFill>
                                  <a:latin typeface="Cambria Math" panose="02040503050406030204" pitchFamily="18" charset="0"/>
                                  <a:ea typeface="宋体" panose="02010600030101010101" pitchFamily="2" charset="-122"/>
                                </a:rPr>
                                <m:t>𝒔</m:t>
                              </m:r>
                              <m:r>
                                <a:rPr lang="en-US" altLang="zh-CN" b="1" i="1">
                                  <a:solidFill>
                                    <a:schemeClr val="accent6">
                                      <a:lumMod val="50000"/>
                                    </a:schemeClr>
                                  </a:solidFill>
                                  <a:latin typeface="Cambria Math" panose="02040503050406030204" pitchFamily="18" charset="0"/>
                                  <a:ea typeface="宋体" panose="02010600030101010101" pitchFamily="2" charset="-122"/>
                                </a:rPr>
                                <m:t>∨¬</m:t>
                              </m:r>
                              <m:r>
                                <a:rPr lang="en-US" altLang="zh-CN" b="1" i="1">
                                  <a:solidFill>
                                    <a:schemeClr val="accent6">
                                      <a:lumMod val="50000"/>
                                    </a:schemeClr>
                                  </a:solidFill>
                                  <a:latin typeface="Cambria Math" panose="02040503050406030204" pitchFamily="18" charset="0"/>
                                  <a:ea typeface="宋体" panose="02010600030101010101" pitchFamily="2" charset="-122"/>
                                </a:rPr>
                                <m:t>𝒑</m:t>
                              </m:r>
                            </m:e>
                          </m:d>
                        </m:oMath>
                      </m:oMathPara>
                    </a14:m>
                    <a:endParaRPr lang="zh-CN" altLang="en-US" b="1"/>
                  </a:p>
                </p:txBody>
              </p:sp>
            </mc:Choice>
            <mc:Fallback xmlns="">
              <p:sp>
                <p:nvSpPr>
                  <p:cNvPr id="2" name="文本框 1">
                    <a:extLst>
                      <a:ext uri="{FF2B5EF4-FFF2-40B4-BE49-F238E27FC236}">
                        <a16:creationId xmlns:a16="http://schemas.microsoft.com/office/drawing/2014/main" id="{6E116153-4AE1-4992-AC60-2199862DA4E7}"/>
                      </a:ext>
                    </a:extLst>
                  </p:cNvPr>
                  <p:cNvSpPr txBox="1">
                    <a:spLocks noRot="1" noChangeAspect="1" noMove="1" noResize="1" noEditPoints="1" noAdjustHandles="1" noChangeArrowheads="1" noChangeShapeType="1" noTextEdit="1"/>
                  </p:cNvSpPr>
                  <p:nvPr/>
                </p:nvSpPr>
                <p:spPr>
                  <a:xfrm>
                    <a:off x="1115497" y="3239103"/>
                    <a:ext cx="3513516" cy="414537"/>
                  </a:xfrm>
                  <a:prstGeom prst="rect">
                    <a:avLst/>
                  </a:prstGeom>
                  <a:blipFill>
                    <a:blip r:embed="rId3"/>
                    <a:stretch>
                      <a:fillRect b="-1471"/>
                    </a:stretch>
                  </a:blipFill>
                </p:spPr>
                <p:txBody>
                  <a:bodyPr/>
                  <a:lstStyle/>
                  <a:p>
                    <a:r>
                      <a:rPr lang="zh-CN" altLang="en-US">
                        <a:noFill/>
                      </a:rPr>
                      <a:t> </a:t>
                    </a:r>
                  </a:p>
                </p:txBody>
              </p:sp>
            </mc:Fallback>
          </mc:AlternateContent>
          <p:sp>
            <p:nvSpPr>
              <p:cNvPr id="4" name="箭头: 左右 3">
                <a:extLst>
                  <a:ext uri="{FF2B5EF4-FFF2-40B4-BE49-F238E27FC236}">
                    <a16:creationId xmlns:a16="http://schemas.microsoft.com/office/drawing/2014/main" id="{C1E28A78-3047-4D6F-8267-2E92B0D678EB}"/>
                  </a:ext>
                </a:extLst>
              </p:cNvPr>
              <p:cNvSpPr/>
              <p:nvPr/>
            </p:nvSpPr>
            <p:spPr>
              <a:xfrm>
                <a:off x="5464152" y="2566219"/>
                <a:ext cx="1731300" cy="176981"/>
              </a:xfrm>
              <a:prstGeom prst="leftRightArrow">
                <a:avLst/>
              </a:prstGeom>
              <a:solidFill>
                <a:schemeClr val="accent1">
                  <a:alpha val="49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框 5">
                <a:extLst>
                  <a:ext uri="{FF2B5EF4-FFF2-40B4-BE49-F238E27FC236}">
                    <a16:creationId xmlns:a16="http://schemas.microsoft.com/office/drawing/2014/main" id="{737C338E-4C31-4FAE-AF5E-6FC57E6D0198}"/>
                  </a:ext>
                </a:extLst>
              </p:cNvPr>
              <p:cNvSpPr txBox="1"/>
              <p:nvPr/>
            </p:nvSpPr>
            <p:spPr>
              <a:xfrm>
                <a:off x="5973203" y="2302927"/>
                <a:ext cx="754647" cy="276999"/>
              </a:xfrm>
              <a:prstGeom prst="rect">
                <a:avLst/>
              </a:prstGeom>
              <a:solidFill>
                <a:schemeClr val="accent4"/>
              </a:solidFill>
            </p:spPr>
            <p:txBody>
              <a:bodyPr wrap="square" tIns="0" bIns="0" rtlCol="0">
                <a:spAutoFit/>
              </a:bodyPr>
              <a:lstStyle/>
              <a:p>
                <a:pPr algn="ctr"/>
                <a:r>
                  <a:rPr lang="zh-CN" altLang="en-US">
                    <a:solidFill>
                      <a:srgbClr val="C00000"/>
                    </a:solidFill>
                    <a:latin typeface="黑体" panose="02010609060101010101" pitchFamily="49" charset="-122"/>
                    <a:ea typeface="黑体" panose="02010609060101010101" pitchFamily="49" charset="-122"/>
                  </a:rPr>
                  <a:t>等同</a:t>
                </a:r>
              </a:p>
            </p:txBody>
          </p:sp>
          <mc:AlternateContent xmlns:mc="http://schemas.openxmlformats.org/markup-compatibility/2006" xmlns:a14="http://schemas.microsoft.com/office/drawing/2010/main">
            <mc:Choice Requires="a14">
              <p:sp>
                <p:nvSpPr>
                  <p:cNvPr id="18" name="文本框 17">
                    <a:extLst>
                      <a:ext uri="{FF2B5EF4-FFF2-40B4-BE49-F238E27FC236}">
                        <a16:creationId xmlns:a16="http://schemas.microsoft.com/office/drawing/2014/main" id="{5D2883F2-3126-4598-84B2-E6D9F1E2E9F3}"/>
                      </a:ext>
                    </a:extLst>
                  </p:cNvPr>
                  <p:cNvSpPr txBox="1"/>
                  <p:nvPr/>
                </p:nvSpPr>
                <p:spPr>
                  <a:xfrm>
                    <a:off x="8071718" y="3322358"/>
                    <a:ext cx="2247995" cy="276999"/>
                  </a:xfrm>
                  <a:prstGeom prst="rect">
                    <a:avLst/>
                  </a:prstGeom>
                  <a:solidFill>
                    <a:schemeClr val="accent2">
                      <a:lumMod val="20000"/>
                      <a:lumOff val="80000"/>
                    </a:schemeClr>
                  </a:solidFill>
                </p:spPr>
                <p:txBody>
                  <a:bodyPr wrap="square" tIns="0" bIns="0" rtlCol="0">
                    <a:spAutoFit/>
                  </a:bodyPr>
                  <a:lstStyle/>
                  <a:p>
                    <a:pPr/>
                    <a14:m>
                      <m:oMathPara xmlns:m="http://schemas.openxmlformats.org/officeDocument/2006/math">
                        <m:oMathParaPr>
                          <m:jc m:val="centerGroup"/>
                        </m:oMathParaPr>
                        <m:oMath xmlns:m="http://schemas.openxmlformats.org/officeDocument/2006/math">
                          <m:d>
                            <m:dPr>
                              <m:ctrlPr>
                                <a:rPr lang="en-US" altLang="zh-CN" b="1" i="1" smtClean="0">
                                  <a:solidFill>
                                    <a:schemeClr val="accent6">
                                      <a:lumMod val="50000"/>
                                    </a:schemeClr>
                                  </a:solidFill>
                                  <a:latin typeface="Cambria Math" panose="02040503050406030204" pitchFamily="18" charset="0"/>
                                  <a:ea typeface="宋体" panose="02010600030101010101" pitchFamily="2" charset="-122"/>
                                </a:rPr>
                              </m:ctrlPr>
                            </m:dPr>
                            <m:e>
                              <m:r>
                                <a:rPr lang="en-US" altLang="zh-CN" b="1" i="1" smtClean="0">
                                  <a:solidFill>
                                    <a:schemeClr val="accent6">
                                      <a:lumMod val="50000"/>
                                    </a:schemeClr>
                                  </a:solidFill>
                                  <a:latin typeface="Cambria Math" panose="02040503050406030204" pitchFamily="18" charset="0"/>
                                  <a:ea typeface="宋体" panose="02010600030101010101" pitchFamily="2" charset="-122"/>
                                </a:rPr>
                                <m:t>𝒑</m:t>
                              </m:r>
                              <m:r>
                                <a:rPr lang="en-US" altLang="zh-CN" b="1" i="1" smtClean="0">
                                  <a:solidFill>
                                    <a:schemeClr val="accent6">
                                      <a:lumMod val="50000"/>
                                    </a:schemeClr>
                                  </a:solidFill>
                                  <a:latin typeface="Cambria Math" panose="02040503050406030204" pitchFamily="18" charset="0"/>
                                  <a:ea typeface="宋体" panose="02010600030101010101" pitchFamily="2" charset="-122"/>
                                </a:rPr>
                                <m:t>∧</m:t>
                              </m:r>
                              <m:r>
                                <a:rPr lang="en-US" altLang="zh-CN" b="1" i="1" smtClean="0">
                                  <a:solidFill>
                                    <a:schemeClr val="accent6">
                                      <a:lumMod val="50000"/>
                                    </a:schemeClr>
                                  </a:solidFill>
                                  <a:latin typeface="Cambria Math" panose="02040503050406030204" pitchFamily="18" charset="0"/>
                                  <a:ea typeface="宋体" panose="02010600030101010101" pitchFamily="2" charset="-122"/>
                                </a:rPr>
                                <m:t>𝒒</m:t>
                              </m:r>
                            </m:e>
                          </m:d>
                          <m:r>
                            <a:rPr lang="en-US" altLang="zh-CN" b="1" i="1">
                              <a:solidFill>
                                <a:schemeClr val="accent6">
                                  <a:lumMod val="50000"/>
                                </a:schemeClr>
                              </a:solidFill>
                              <a:latin typeface="Cambria Math" panose="02040503050406030204" pitchFamily="18" charset="0"/>
                              <a:ea typeface="宋体" panose="02010600030101010101" pitchFamily="2" charset="-122"/>
                            </a:rPr>
                            <m:t>→</m:t>
                          </m:r>
                          <m:d>
                            <m:dPr>
                              <m:ctrlPr>
                                <a:rPr lang="en-US" altLang="zh-CN" b="1" i="1">
                                  <a:solidFill>
                                    <a:schemeClr val="accent6">
                                      <a:lumMod val="50000"/>
                                    </a:schemeClr>
                                  </a:solidFill>
                                  <a:latin typeface="Cambria Math" panose="02040503050406030204" pitchFamily="18" charset="0"/>
                                  <a:ea typeface="宋体" panose="02010600030101010101" pitchFamily="2" charset="-122"/>
                                </a:rPr>
                              </m:ctrlPr>
                            </m:dPr>
                            <m:e>
                              <m:r>
                                <a:rPr lang="en-US" altLang="zh-CN" b="1" i="1">
                                  <a:solidFill>
                                    <a:schemeClr val="accent6">
                                      <a:lumMod val="50000"/>
                                    </a:schemeClr>
                                  </a:solidFill>
                                  <a:latin typeface="Cambria Math" panose="02040503050406030204" pitchFamily="18" charset="0"/>
                                  <a:ea typeface="宋体" panose="02010600030101010101" pitchFamily="2" charset="-122"/>
                                </a:rPr>
                                <m:t>𝒔</m:t>
                              </m:r>
                              <m:r>
                                <a:rPr lang="en-US" altLang="zh-CN" b="1" i="1">
                                  <a:solidFill>
                                    <a:schemeClr val="accent6">
                                      <a:lumMod val="50000"/>
                                    </a:schemeClr>
                                  </a:solidFill>
                                  <a:latin typeface="Cambria Math" panose="02040503050406030204" pitchFamily="18" charset="0"/>
                                  <a:ea typeface="宋体" panose="02010600030101010101" pitchFamily="2" charset="-122"/>
                                </a:rPr>
                                <m:t>∨</m:t>
                              </m:r>
                              <m:r>
                                <a:rPr lang="en-US" altLang="zh-CN" b="1" i="1" smtClean="0">
                                  <a:solidFill>
                                    <a:schemeClr val="accent6">
                                      <a:lumMod val="50000"/>
                                    </a:schemeClr>
                                  </a:solidFill>
                                  <a:latin typeface="Cambria Math" panose="02040503050406030204" pitchFamily="18" charset="0"/>
                                  <a:ea typeface="宋体" panose="02010600030101010101" pitchFamily="2" charset="-122"/>
                                </a:rPr>
                                <m:t>𝒓</m:t>
                              </m:r>
                            </m:e>
                          </m:d>
                        </m:oMath>
                      </m:oMathPara>
                    </a14:m>
                    <a:endParaRPr lang="zh-CN" altLang="en-US" b="1"/>
                  </a:p>
                </p:txBody>
              </p:sp>
            </mc:Choice>
            <mc:Fallback xmlns="">
              <p:sp>
                <p:nvSpPr>
                  <p:cNvPr id="18" name="文本框 17">
                    <a:extLst>
                      <a:ext uri="{FF2B5EF4-FFF2-40B4-BE49-F238E27FC236}">
                        <a16:creationId xmlns:a16="http://schemas.microsoft.com/office/drawing/2014/main" id="{5D2883F2-3126-4598-84B2-E6D9F1E2E9F3}"/>
                      </a:ext>
                    </a:extLst>
                  </p:cNvPr>
                  <p:cNvSpPr txBox="1">
                    <a:spLocks noRot="1" noChangeAspect="1" noMove="1" noResize="1" noEditPoints="1" noAdjustHandles="1" noChangeArrowheads="1" noChangeShapeType="1" noTextEdit="1"/>
                  </p:cNvSpPr>
                  <p:nvPr/>
                </p:nvSpPr>
                <p:spPr>
                  <a:xfrm>
                    <a:off x="8071718" y="3322358"/>
                    <a:ext cx="2247995" cy="276999"/>
                  </a:xfrm>
                  <a:prstGeom prst="rect">
                    <a:avLst/>
                  </a:prstGeom>
                  <a:blipFill>
                    <a:blip r:embed="rId4"/>
                    <a:stretch>
                      <a:fillRect b="-26667"/>
                    </a:stretch>
                  </a:blipFill>
                </p:spPr>
                <p:txBody>
                  <a:bodyPr/>
                  <a:lstStyle/>
                  <a:p>
                    <a:r>
                      <a:rPr lang="zh-CN" altLang="en-US">
                        <a:noFill/>
                      </a:rPr>
                      <a:t> </a:t>
                    </a:r>
                  </a:p>
                </p:txBody>
              </p:sp>
            </mc:Fallback>
          </mc:AlternateContent>
          <p:sp>
            <p:nvSpPr>
              <p:cNvPr id="22" name="箭头: 左右 21">
                <a:extLst>
                  <a:ext uri="{FF2B5EF4-FFF2-40B4-BE49-F238E27FC236}">
                    <a16:creationId xmlns:a16="http://schemas.microsoft.com/office/drawing/2014/main" id="{A371C54E-F251-4C95-8997-A6C405BB6BBA}"/>
                  </a:ext>
                </a:extLst>
              </p:cNvPr>
              <p:cNvSpPr/>
              <p:nvPr/>
            </p:nvSpPr>
            <p:spPr>
              <a:xfrm>
                <a:off x="4638495" y="3357880"/>
                <a:ext cx="3433224" cy="176981"/>
              </a:xfrm>
              <a:prstGeom prst="leftRightArrow">
                <a:avLst/>
              </a:prstGeom>
              <a:solidFill>
                <a:schemeClr val="accent1">
                  <a:alpha val="49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文本框 30">
                <a:extLst>
                  <a:ext uri="{FF2B5EF4-FFF2-40B4-BE49-F238E27FC236}">
                    <a16:creationId xmlns:a16="http://schemas.microsoft.com/office/drawing/2014/main" id="{FE0BC76F-D30B-48ED-81D3-D687D0386852}"/>
                  </a:ext>
                </a:extLst>
              </p:cNvPr>
              <p:cNvSpPr txBox="1"/>
              <p:nvPr/>
            </p:nvSpPr>
            <p:spPr>
              <a:xfrm>
                <a:off x="5669499" y="3080879"/>
                <a:ext cx="1361733" cy="276999"/>
              </a:xfrm>
              <a:prstGeom prst="rect">
                <a:avLst/>
              </a:prstGeom>
              <a:solidFill>
                <a:schemeClr val="accent4"/>
              </a:solidFill>
            </p:spPr>
            <p:txBody>
              <a:bodyPr wrap="square" tIns="0" bIns="0" rtlCol="0">
                <a:spAutoFit/>
              </a:bodyPr>
              <a:lstStyle/>
              <a:p>
                <a:pPr algn="ctr"/>
                <a:r>
                  <a:rPr lang="zh-CN" altLang="en-US">
                    <a:solidFill>
                      <a:srgbClr val="C00000"/>
                    </a:solidFill>
                    <a:latin typeface="黑体" panose="02010609060101010101" pitchFamily="49" charset="-122"/>
                    <a:ea typeface="黑体" panose="02010609060101010101" pitchFamily="49" charset="-122"/>
                  </a:rPr>
                  <a:t>逻辑等值</a:t>
                </a:r>
              </a:p>
            </p:txBody>
          </p:sp>
        </p:grpSp>
        <p:sp>
          <p:nvSpPr>
            <p:cNvPr id="37" name="矩形: 圆角 36">
              <a:extLst>
                <a:ext uri="{FF2B5EF4-FFF2-40B4-BE49-F238E27FC236}">
                  <a16:creationId xmlns:a16="http://schemas.microsoft.com/office/drawing/2014/main" id="{A0156730-EDCD-481E-8AE3-8668FA8A579A}"/>
                </a:ext>
              </a:extLst>
            </p:cNvPr>
            <p:cNvSpPr/>
            <p:nvPr/>
          </p:nvSpPr>
          <p:spPr>
            <a:xfrm>
              <a:off x="677577" y="2111672"/>
              <a:ext cx="10782026" cy="1619034"/>
            </a:xfrm>
            <a:prstGeom prst="roundRect">
              <a:avLst/>
            </a:prstGeom>
            <a:noFill/>
            <a:ln>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0" name="组合 39">
            <a:extLst>
              <a:ext uri="{FF2B5EF4-FFF2-40B4-BE49-F238E27FC236}">
                <a16:creationId xmlns:a16="http://schemas.microsoft.com/office/drawing/2014/main" id="{707C004F-59EF-4749-95DD-3F2A6AD0B1CD}"/>
              </a:ext>
            </a:extLst>
          </p:cNvPr>
          <p:cNvGrpSpPr/>
          <p:nvPr/>
        </p:nvGrpSpPr>
        <p:grpSpPr>
          <a:xfrm>
            <a:off x="334239" y="4107198"/>
            <a:ext cx="4631626" cy="2036633"/>
            <a:chOff x="618372" y="4242630"/>
            <a:chExt cx="4631626" cy="2036633"/>
          </a:xfrm>
        </p:grpSpPr>
        <p:sp>
          <p:nvSpPr>
            <p:cNvPr id="20" name="文本框 19">
              <a:extLst>
                <a:ext uri="{FF2B5EF4-FFF2-40B4-BE49-F238E27FC236}">
                  <a16:creationId xmlns:a16="http://schemas.microsoft.com/office/drawing/2014/main" id="{08824EB9-43A3-4FC8-AAFB-C5C5FF84CDC2}"/>
                </a:ext>
              </a:extLst>
            </p:cNvPr>
            <p:cNvSpPr txBox="1"/>
            <p:nvPr/>
          </p:nvSpPr>
          <p:spPr>
            <a:xfrm>
              <a:off x="741247" y="4835542"/>
              <a:ext cx="2171619" cy="646331"/>
            </a:xfrm>
            <a:prstGeom prst="rect">
              <a:avLst/>
            </a:prstGeom>
            <a:solidFill>
              <a:schemeClr val="accent5">
                <a:lumMod val="20000"/>
                <a:lumOff val="80000"/>
              </a:schemeClr>
            </a:solidFill>
          </p:spPr>
          <p:txBody>
            <a:bodyPr wrap="square" rtlCol="0">
              <a:spAutoFit/>
            </a:bodyPr>
            <a:lstStyle/>
            <a:p>
              <a:pPr algn="ctr">
                <a:spcBef>
                  <a:spcPts val="300"/>
                </a:spcBef>
                <a:spcAft>
                  <a:spcPts val="300"/>
                </a:spcAft>
              </a:pPr>
              <a:r>
                <a:rPr lang="zh-CN" altLang="en-US" b="1" dirty="0">
                  <a:solidFill>
                    <a:srgbClr val="002060"/>
                  </a:solidFill>
                  <a:latin typeface="楷体" panose="02010609060101010101" pitchFamily="49" charset="-122"/>
                  <a:ea typeface="楷体" panose="02010609060101010101" pitchFamily="49" charset="-122"/>
                </a:rPr>
                <a:t>一</a:t>
              </a:r>
              <a:r>
                <a:rPr lang="zh-CN" altLang="en-US" b="1">
                  <a:solidFill>
                    <a:srgbClr val="002060"/>
                  </a:solidFill>
                  <a:latin typeface="楷体" panose="02010609060101010101" pitchFamily="49" charset="-122"/>
                  <a:ea typeface="楷体" panose="02010609060101010101" pitchFamily="49" charset="-122"/>
                </a:rPr>
                <a:t>个年份被</a:t>
              </a:r>
              <a:r>
                <a:rPr lang="en-US" altLang="zh-CN" b="1">
                  <a:solidFill>
                    <a:srgbClr val="002060"/>
                  </a:solidFill>
                  <a:latin typeface="楷体" panose="02010609060101010101" pitchFamily="49" charset="-122"/>
                  <a:ea typeface="楷体" panose="02010609060101010101" pitchFamily="49" charset="-122"/>
                </a:rPr>
                <a:t>100</a:t>
              </a:r>
              <a:r>
                <a:rPr lang="zh-CN" altLang="en-US" b="1">
                  <a:solidFill>
                    <a:srgbClr val="002060"/>
                  </a:solidFill>
                  <a:latin typeface="楷体" panose="02010609060101010101" pitchFamily="49" charset="-122"/>
                  <a:ea typeface="楷体" panose="02010609060101010101" pitchFamily="49" charset="-122"/>
                </a:rPr>
                <a:t>整除而且被</a:t>
              </a:r>
              <a:r>
                <a:rPr lang="en-US" altLang="zh-CN" b="1">
                  <a:solidFill>
                    <a:srgbClr val="002060"/>
                  </a:solidFill>
                  <a:latin typeface="楷体" panose="02010609060101010101" pitchFamily="49" charset="-122"/>
                  <a:ea typeface="楷体" panose="02010609060101010101" pitchFamily="49" charset="-122"/>
                </a:rPr>
                <a:t>4</a:t>
              </a:r>
              <a:r>
                <a:rPr lang="zh-CN" altLang="en-US" b="1">
                  <a:solidFill>
                    <a:srgbClr val="002060"/>
                  </a:solidFill>
                  <a:latin typeface="楷体" panose="02010609060101010101" pitchFamily="49" charset="-122"/>
                  <a:ea typeface="楷体" panose="02010609060101010101" pitchFamily="49" charset="-122"/>
                </a:rPr>
                <a:t>整除</a:t>
              </a:r>
              <a:endParaRPr lang="en-US" altLang="zh-CN" b="1" dirty="0">
                <a:solidFill>
                  <a:srgbClr val="002060"/>
                </a:solidFill>
                <a:latin typeface="楷体" panose="02010609060101010101" pitchFamily="49" charset="-122"/>
                <a:ea typeface="楷体" panose="02010609060101010101" pitchFamily="49" charset="-122"/>
              </a:endParaRPr>
            </a:p>
          </p:txBody>
        </p:sp>
        <p:sp>
          <p:nvSpPr>
            <p:cNvPr id="21" name="文本框 20">
              <a:extLst>
                <a:ext uri="{FF2B5EF4-FFF2-40B4-BE49-F238E27FC236}">
                  <a16:creationId xmlns:a16="http://schemas.microsoft.com/office/drawing/2014/main" id="{B8A9A5AE-8355-4B5C-A89F-5B923823EB88}"/>
                </a:ext>
              </a:extLst>
            </p:cNvPr>
            <p:cNvSpPr txBox="1"/>
            <p:nvPr/>
          </p:nvSpPr>
          <p:spPr>
            <a:xfrm>
              <a:off x="3889796" y="4839514"/>
              <a:ext cx="1224634" cy="646331"/>
            </a:xfrm>
            <a:prstGeom prst="rect">
              <a:avLst/>
            </a:prstGeom>
            <a:solidFill>
              <a:schemeClr val="accent5">
                <a:lumMod val="20000"/>
                <a:lumOff val="80000"/>
              </a:schemeClr>
            </a:solidFill>
          </p:spPr>
          <p:txBody>
            <a:bodyPr wrap="square" rtlCol="0">
              <a:spAutoFit/>
            </a:bodyPr>
            <a:lstStyle/>
            <a:p>
              <a:pPr algn="ctr">
                <a:spcBef>
                  <a:spcPts val="300"/>
                </a:spcBef>
                <a:spcAft>
                  <a:spcPts val="300"/>
                </a:spcAft>
              </a:pPr>
              <a:r>
                <a:rPr lang="zh-CN" altLang="en-US" b="1">
                  <a:solidFill>
                    <a:srgbClr val="002060"/>
                  </a:solidFill>
                  <a:latin typeface="楷体" panose="02010609060101010101" pitchFamily="49" charset="-122"/>
                  <a:ea typeface="楷体" panose="02010609060101010101" pitchFamily="49" charset="-122"/>
                </a:rPr>
                <a:t>这个年份被</a:t>
              </a:r>
              <a:r>
                <a:rPr lang="en-US" altLang="zh-CN" b="1">
                  <a:solidFill>
                    <a:srgbClr val="002060"/>
                  </a:solidFill>
                  <a:latin typeface="楷体" panose="02010609060101010101" pitchFamily="49" charset="-122"/>
                  <a:ea typeface="楷体" panose="02010609060101010101" pitchFamily="49" charset="-122"/>
                </a:rPr>
                <a:t>100</a:t>
              </a:r>
              <a:r>
                <a:rPr lang="zh-CN" altLang="en-US" b="1">
                  <a:solidFill>
                    <a:srgbClr val="002060"/>
                  </a:solidFill>
                  <a:latin typeface="楷体" panose="02010609060101010101" pitchFamily="49" charset="-122"/>
                  <a:ea typeface="楷体" panose="02010609060101010101" pitchFamily="49" charset="-122"/>
                </a:rPr>
                <a:t>整除</a:t>
              </a:r>
              <a:endParaRPr lang="en-US" altLang="zh-CN" b="1" dirty="0">
                <a:solidFill>
                  <a:srgbClr val="002060"/>
                </a:solidFill>
                <a:latin typeface="楷体" panose="02010609060101010101" pitchFamily="49" charset="-122"/>
                <a:ea typeface="楷体" panose="02010609060101010101" pitchFamily="49" charset="-122"/>
              </a:endParaRPr>
            </a:p>
          </p:txBody>
        </p:sp>
        <mc:AlternateContent xmlns:mc="http://schemas.openxmlformats.org/markup-compatibility/2006" xmlns:a14="http://schemas.microsoft.com/office/drawing/2010/main">
          <mc:Choice Requires="a14">
            <p:sp>
              <p:nvSpPr>
                <p:cNvPr id="23" name="文本框 22">
                  <a:extLst>
                    <a:ext uri="{FF2B5EF4-FFF2-40B4-BE49-F238E27FC236}">
                      <a16:creationId xmlns:a16="http://schemas.microsoft.com/office/drawing/2014/main" id="{83C3F5B7-886F-4D03-9E09-A5C52A088DD8}"/>
                    </a:ext>
                  </a:extLst>
                </p:cNvPr>
                <p:cNvSpPr txBox="1"/>
                <p:nvPr/>
              </p:nvSpPr>
              <p:spPr>
                <a:xfrm>
                  <a:off x="1223199" y="5524385"/>
                  <a:ext cx="997017" cy="276999"/>
                </a:xfrm>
                <a:prstGeom prst="rect">
                  <a:avLst/>
                </a:prstGeom>
                <a:solidFill>
                  <a:schemeClr val="accent2">
                    <a:lumMod val="20000"/>
                    <a:lumOff val="80000"/>
                  </a:schemeClr>
                </a:solidFill>
              </p:spPr>
              <p:txBody>
                <a:bodyPr wrap="square" tIns="0" bIns="0" rtlCol="0">
                  <a:spAutoFit/>
                </a:bodyPr>
                <a:lstStyle/>
                <a:p>
                  <a:pPr/>
                  <a14:m>
                    <m:oMathPara xmlns:m="http://schemas.openxmlformats.org/officeDocument/2006/math">
                      <m:oMathParaPr>
                        <m:jc m:val="centerGroup"/>
                      </m:oMathParaPr>
                      <m:oMath xmlns:m="http://schemas.openxmlformats.org/officeDocument/2006/math">
                        <m:d>
                          <m:dPr>
                            <m:ctrlPr>
                              <a:rPr lang="en-US" altLang="zh-CN" b="1" i="1" smtClean="0">
                                <a:solidFill>
                                  <a:schemeClr val="accent6">
                                    <a:lumMod val="50000"/>
                                  </a:schemeClr>
                                </a:solidFill>
                                <a:latin typeface="Cambria Math" panose="02040503050406030204" pitchFamily="18" charset="0"/>
                                <a:ea typeface="宋体" panose="02010600030101010101" pitchFamily="2" charset="-122"/>
                              </a:rPr>
                            </m:ctrlPr>
                          </m:dPr>
                          <m:e>
                            <m:r>
                              <a:rPr lang="en-US" altLang="zh-CN" b="1" i="1" smtClean="0">
                                <a:solidFill>
                                  <a:schemeClr val="accent6">
                                    <a:lumMod val="50000"/>
                                  </a:schemeClr>
                                </a:solidFill>
                                <a:latin typeface="Cambria Math" panose="02040503050406030204" pitchFamily="18" charset="0"/>
                                <a:ea typeface="宋体" panose="02010600030101010101" pitchFamily="2" charset="-122"/>
                              </a:rPr>
                              <m:t>𝒑</m:t>
                            </m:r>
                            <m:r>
                              <a:rPr lang="en-US" altLang="zh-CN" b="1" i="1" smtClean="0">
                                <a:solidFill>
                                  <a:schemeClr val="accent6">
                                    <a:lumMod val="50000"/>
                                  </a:schemeClr>
                                </a:solidFill>
                                <a:latin typeface="Cambria Math" panose="02040503050406030204" pitchFamily="18" charset="0"/>
                                <a:ea typeface="宋体" panose="02010600030101010101" pitchFamily="2" charset="-122"/>
                              </a:rPr>
                              <m:t>∧</m:t>
                            </m:r>
                            <m:r>
                              <a:rPr lang="en-US" altLang="zh-CN" b="1" i="1" smtClean="0">
                                <a:solidFill>
                                  <a:schemeClr val="accent6">
                                    <a:lumMod val="50000"/>
                                  </a:schemeClr>
                                </a:solidFill>
                                <a:latin typeface="Cambria Math" panose="02040503050406030204" pitchFamily="18" charset="0"/>
                                <a:ea typeface="宋体" panose="02010600030101010101" pitchFamily="2" charset="-122"/>
                              </a:rPr>
                              <m:t>𝒒</m:t>
                            </m:r>
                          </m:e>
                        </m:d>
                      </m:oMath>
                    </m:oMathPara>
                  </a14:m>
                  <a:endParaRPr lang="zh-CN" altLang="en-US" b="1"/>
                </a:p>
              </p:txBody>
            </p:sp>
          </mc:Choice>
          <mc:Fallback xmlns="">
            <p:sp>
              <p:nvSpPr>
                <p:cNvPr id="23" name="文本框 22">
                  <a:extLst>
                    <a:ext uri="{FF2B5EF4-FFF2-40B4-BE49-F238E27FC236}">
                      <a16:creationId xmlns:a16="http://schemas.microsoft.com/office/drawing/2014/main" id="{83C3F5B7-886F-4D03-9E09-A5C52A088DD8}"/>
                    </a:ext>
                  </a:extLst>
                </p:cNvPr>
                <p:cNvSpPr txBox="1">
                  <a:spLocks noRot="1" noChangeAspect="1" noMove="1" noResize="1" noEditPoints="1" noAdjustHandles="1" noChangeArrowheads="1" noChangeShapeType="1" noTextEdit="1"/>
                </p:cNvSpPr>
                <p:nvPr/>
              </p:nvSpPr>
              <p:spPr>
                <a:xfrm>
                  <a:off x="1223199" y="5524385"/>
                  <a:ext cx="997017" cy="276999"/>
                </a:xfrm>
                <a:prstGeom prst="rect">
                  <a:avLst/>
                </a:prstGeom>
                <a:blipFill>
                  <a:blip r:embed="rId5"/>
                  <a:stretch>
                    <a:fillRect b="-2666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4" name="文本框 23">
                  <a:extLst>
                    <a:ext uri="{FF2B5EF4-FFF2-40B4-BE49-F238E27FC236}">
                      <a16:creationId xmlns:a16="http://schemas.microsoft.com/office/drawing/2014/main" id="{03D479C4-9F85-47DE-94D3-42B6F4CE92A7}"/>
                    </a:ext>
                  </a:extLst>
                </p:cNvPr>
                <p:cNvSpPr txBox="1"/>
                <p:nvPr/>
              </p:nvSpPr>
              <p:spPr>
                <a:xfrm>
                  <a:off x="4157480" y="5526918"/>
                  <a:ext cx="741167" cy="276999"/>
                </a:xfrm>
                <a:prstGeom prst="rect">
                  <a:avLst/>
                </a:prstGeom>
                <a:solidFill>
                  <a:schemeClr val="accent2">
                    <a:lumMod val="20000"/>
                    <a:lumOff val="80000"/>
                  </a:schemeClr>
                </a:solidFill>
              </p:spPr>
              <p:txBody>
                <a:bodyPr wrap="square" tIns="0" bIns="0" rtlCol="0">
                  <a:spAutoFit/>
                </a:bodyPr>
                <a:lstStyle/>
                <a:p>
                  <a:pPr/>
                  <a14:m>
                    <m:oMathPara xmlns:m="http://schemas.openxmlformats.org/officeDocument/2006/math">
                      <m:oMathParaPr>
                        <m:jc m:val="centerGroup"/>
                      </m:oMathParaPr>
                      <m:oMath xmlns:m="http://schemas.openxmlformats.org/officeDocument/2006/math">
                        <m:r>
                          <a:rPr lang="en-US" altLang="zh-CN" b="1" i="1" smtClean="0">
                            <a:solidFill>
                              <a:schemeClr val="accent6">
                                <a:lumMod val="50000"/>
                              </a:schemeClr>
                            </a:solidFill>
                            <a:latin typeface="Cambria Math" panose="02040503050406030204" pitchFamily="18" charset="0"/>
                            <a:ea typeface="宋体" panose="02010600030101010101" pitchFamily="2" charset="-122"/>
                          </a:rPr>
                          <m:t>𝒒</m:t>
                        </m:r>
                      </m:oMath>
                    </m:oMathPara>
                  </a14:m>
                  <a:endParaRPr lang="zh-CN" altLang="en-US" b="1"/>
                </a:p>
              </p:txBody>
            </p:sp>
          </mc:Choice>
          <mc:Fallback xmlns="">
            <p:sp>
              <p:nvSpPr>
                <p:cNvPr id="24" name="文本框 23">
                  <a:extLst>
                    <a:ext uri="{FF2B5EF4-FFF2-40B4-BE49-F238E27FC236}">
                      <a16:creationId xmlns:a16="http://schemas.microsoft.com/office/drawing/2014/main" id="{03D479C4-9F85-47DE-94D3-42B6F4CE92A7}"/>
                    </a:ext>
                  </a:extLst>
                </p:cNvPr>
                <p:cNvSpPr txBox="1">
                  <a:spLocks noRot="1" noChangeAspect="1" noMove="1" noResize="1" noEditPoints="1" noAdjustHandles="1" noChangeArrowheads="1" noChangeShapeType="1" noTextEdit="1"/>
                </p:cNvSpPr>
                <p:nvPr/>
              </p:nvSpPr>
              <p:spPr>
                <a:xfrm>
                  <a:off x="4157480" y="5526918"/>
                  <a:ext cx="741167" cy="276999"/>
                </a:xfrm>
                <a:prstGeom prst="rect">
                  <a:avLst/>
                </a:prstGeom>
                <a:blipFill>
                  <a:blip r:embed="rId6"/>
                  <a:stretch>
                    <a:fillRect b="-23913"/>
                  </a:stretch>
                </a:blipFill>
              </p:spPr>
              <p:txBody>
                <a:bodyPr/>
                <a:lstStyle/>
                <a:p>
                  <a:r>
                    <a:rPr lang="zh-CN" altLang="en-US">
                      <a:noFill/>
                    </a:rPr>
                    <a:t> </a:t>
                  </a:r>
                </a:p>
              </p:txBody>
            </p:sp>
          </mc:Fallback>
        </mc:AlternateContent>
        <p:sp>
          <p:nvSpPr>
            <p:cNvPr id="30" name="文本框 29">
              <a:extLst>
                <a:ext uri="{FF2B5EF4-FFF2-40B4-BE49-F238E27FC236}">
                  <a16:creationId xmlns:a16="http://schemas.microsoft.com/office/drawing/2014/main" id="{E9E849AE-6D7E-4249-AC8A-E05A3E33753C}"/>
                </a:ext>
              </a:extLst>
            </p:cNvPr>
            <p:cNvSpPr txBox="1"/>
            <p:nvPr/>
          </p:nvSpPr>
          <p:spPr>
            <a:xfrm>
              <a:off x="1318531" y="4357114"/>
              <a:ext cx="3209533" cy="369332"/>
            </a:xfrm>
            <a:prstGeom prst="rect">
              <a:avLst/>
            </a:prstGeom>
            <a:solidFill>
              <a:schemeClr val="accent4">
                <a:lumMod val="40000"/>
                <a:lumOff val="60000"/>
                <a:alpha val="50000"/>
              </a:schemeClr>
            </a:solidFill>
          </p:spPr>
          <p:txBody>
            <a:bodyPr wrap="none" rtlCol="0">
              <a:spAutoFit/>
            </a:bodyPr>
            <a:lstStyle/>
            <a:p>
              <a:r>
                <a:rPr lang="zh-CN" altLang="en-US" b="1">
                  <a:solidFill>
                    <a:srgbClr val="002060"/>
                  </a:solidFill>
                  <a:latin typeface="楷体" panose="02010609060101010101" pitchFamily="49" charset="-122"/>
                  <a:ea typeface="楷体" panose="02010609060101010101" pitchFamily="49" charset="-122"/>
                </a:rPr>
                <a:t>一个年份被</a:t>
              </a:r>
              <a:r>
                <a:rPr lang="en-US" altLang="zh-CN" b="1">
                  <a:solidFill>
                    <a:srgbClr val="002060"/>
                  </a:solidFill>
                  <a:latin typeface="楷体" panose="02010609060101010101" pitchFamily="49" charset="-122"/>
                  <a:ea typeface="楷体" panose="02010609060101010101" pitchFamily="49" charset="-122"/>
                </a:rPr>
                <a:t>100</a:t>
              </a:r>
              <a:r>
                <a:rPr lang="zh-CN" altLang="en-US" b="1">
                  <a:solidFill>
                    <a:srgbClr val="002060"/>
                  </a:solidFill>
                  <a:latin typeface="楷体" panose="02010609060101010101" pitchFamily="49" charset="-122"/>
                  <a:ea typeface="楷体" panose="02010609060101010101" pitchFamily="49" charset="-122"/>
                </a:rPr>
                <a:t>整除则被</a:t>
              </a:r>
              <a:r>
                <a:rPr lang="en-US" altLang="zh-CN" b="1">
                  <a:solidFill>
                    <a:srgbClr val="002060"/>
                  </a:solidFill>
                  <a:latin typeface="楷体" panose="02010609060101010101" pitchFamily="49" charset="-122"/>
                  <a:ea typeface="楷体" panose="02010609060101010101" pitchFamily="49" charset="-122"/>
                </a:rPr>
                <a:t>4</a:t>
              </a:r>
              <a:r>
                <a:rPr lang="zh-CN" altLang="en-US" b="1">
                  <a:solidFill>
                    <a:srgbClr val="002060"/>
                  </a:solidFill>
                  <a:latin typeface="楷体" panose="02010609060101010101" pitchFamily="49" charset="-122"/>
                  <a:ea typeface="楷体" panose="02010609060101010101" pitchFamily="49" charset="-122"/>
                </a:rPr>
                <a:t>整除</a:t>
              </a:r>
              <a:endParaRPr lang="zh-CN" altLang="en-US"/>
            </a:p>
          </p:txBody>
        </p:sp>
        <p:sp>
          <p:nvSpPr>
            <p:cNvPr id="32" name="箭头: 左右 31">
              <a:extLst>
                <a:ext uri="{FF2B5EF4-FFF2-40B4-BE49-F238E27FC236}">
                  <a16:creationId xmlns:a16="http://schemas.microsoft.com/office/drawing/2014/main" id="{BE1D3E28-5517-4E9A-9780-DB98FCCB2C53}"/>
                </a:ext>
              </a:extLst>
            </p:cNvPr>
            <p:cNvSpPr/>
            <p:nvPr/>
          </p:nvSpPr>
          <p:spPr>
            <a:xfrm>
              <a:off x="2923298" y="5095169"/>
              <a:ext cx="976930" cy="176981"/>
            </a:xfrm>
            <a:prstGeom prst="leftRightArrow">
              <a:avLst/>
            </a:prstGeom>
            <a:solidFill>
              <a:schemeClr val="accent1">
                <a:alpha val="49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文本框 32">
              <a:extLst>
                <a:ext uri="{FF2B5EF4-FFF2-40B4-BE49-F238E27FC236}">
                  <a16:creationId xmlns:a16="http://schemas.microsoft.com/office/drawing/2014/main" id="{755F4082-299E-427B-8CB2-95D4AA6E8964}"/>
                </a:ext>
              </a:extLst>
            </p:cNvPr>
            <p:cNvSpPr txBox="1"/>
            <p:nvPr/>
          </p:nvSpPr>
          <p:spPr>
            <a:xfrm>
              <a:off x="3120191" y="4890159"/>
              <a:ext cx="583143" cy="215444"/>
            </a:xfrm>
            <a:prstGeom prst="rect">
              <a:avLst/>
            </a:prstGeom>
            <a:solidFill>
              <a:schemeClr val="accent4"/>
            </a:solidFill>
          </p:spPr>
          <p:txBody>
            <a:bodyPr wrap="square" tIns="0" bIns="0" rtlCol="0">
              <a:spAutoFit/>
            </a:bodyPr>
            <a:lstStyle/>
            <a:p>
              <a:pPr algn="ctr"/>
              <a:r>
                <a:rPr lang="zh-CN" altLang="en-US" sz="1400">
                  <a:solidFill>
                    <a:srgbClr val="C00000"/>
                  </a:solidFill>
                  <a:latin typeface="黑体" panose="02010609060101010101" pitchFamily="49" charset="-122"/>
                  <a:ea typeface="黑体" panose="02010609060101010101" pitchFamily="49" charset="-122"/>
                </a:rPr>
                <a:t>等同</a:t>
              </a:r>
            </a:p>
          </p:txBody>
        </p:sp>
        <p:sp>
          <p:nvSpPr>
            <p:cNvPr id="34" name="矩形: 圆角 33">
              <a:extLst>
                <a:ext uri="{FF2B5EF4-FFF2-40B4-BE49-F238E27FC236}">
                  <a16:creationId xmlns:a16="http://schemas.microsoft.com/office/drawing/2014/main" id="{669E8CBE-C59C-41F5-8B53-F1462B3A8CEE}"/>
                </a:ext>
              </a:extLst>
            </p:cNvPr>
            <p:cNvSpPr/>
            <p:nvPr/>
          </p:nvSpPr>
          <p:spPr>
            <a:xfrm>
              <a:off x="618372" y="4242630"/>
              <a:ext cx="4631626" cy="2036633"/>
            </a:xfrm>
            <a:prstGeom prst="roundRect">
              <a:avLst/>
            </a:prstGeom>
            <a:noFill/>
            <a:ln>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39" name="文本框 38">
                  <a:extLst>
                    <a:ext uri="{FF2B5EF4-FFF2-40B4-BE49-F238E27FC236}">
                      <a16:creationId xmlns:a16="http://schemas.microsoft.com/office/drawing/2014/main" id="{4C8D34E4-F06B-4939-B77D-70E91F944B33}"/>
                    </a:ext>
                  </a:extLst>
                </p:cNvPr>
                <p:cNvSpPr txBox="1"/>
                <p:nvPr/>
              </p:nvSpPr>
              <p:spPr>
                <a:xfrm>
                  <a:off x="1427040" y="5911050"/>
                  <a:ext cx="3268193" cy="277961"/>
                </a:xfrm>
                <a:prstGeom prst="rect">
                  <a:avLst/>
                </a:prstGeom>
                <a:solidFill>
                  <a:srgbClr val="FFFF00">
                    <a:alpha val="30000"/>
                  </a:srgbClr>
                </a:solidFill>
              </p:spPr>
              <p:txBody>
                <a:bodyPr wrap="square" tIns="0" bIns="0" rtlCol="0">
                  <a:spAutoFit/>
                </a:bodyPr>
                <a:lstStyle/>
                <a:p>
                  <a14:m>
                    <m:oMath xmlns:m="http://schemas.openxmlformats.org/officeDocument/2006/math">
                      <m:d>
                        <m:dPr>
                          <m:ctrlPr>
                            <a:rPr lang="en-US" altLang="zh-CN" sz="1600" b="1" i="1" smtClean="0">
                              <a:solidFill>
                                <a:schemeClr val="accent2">
                                  <a:lumMod val="50000"/>
                                </a:schemeClr>
                              </a:solidFill>
                              <a:latin typeface="Cambria Math" panose="02040503050406030204" pitchFamily="18" charset="0"/>
                            </a:rPr>
                          </m:ctrlPr>
                        </m:dPr>
                        <m:e>
                          <m:r>
                            <a:rPr lang="en-US" altLang="zh-CN" sz="1600" b="1" i="1" smtClean="0">
                              <a:solidFill>
                                <a:schemeClr val="accent2">
                                  <a:lumMod val="50000"/>
                                </a:schemeClr>
                              </a:solidFill>
                              <a:latin typeface="Cambria Math" panose="02040503050406030204" pitchFamily="18" charset="0"/>
                            </a:rPr>
                            <m:t>𝒒</m:t>
                          </m:r>
                          <m:r>
                            <a:rPr lang="en-US" altLang="zh-CN" sz="1600" b="1" i="1" smtClean="0">
                              <a:solidFill>
                                <a:schemeClr val="accent2">
                                  <a:lumMod val="50000"/>
                                </a:schemeClr>
                              </a:solidFill>
                              <a:latin typeface="Cambria Math" panose="02040503050406030204" pitchFamily="18" charset="0"/>
                            </a:rPr>
                            <m:t>→</m:t>
                          </m:r>
                          <m:r>
                            <a:rPr lang="en-US" altLang="zh-CN" sz="1600" b="1" i="1" smtClean="0">
                              <a:solidFill>
                                <a:schemeClr val="accent2">
                                  <a:lumMod val="50000"/>
                                </a:schemeClr>
                              </a:solidFill>
                              <a:latin typeface="Cambria Math" panose="02040503050406030204" pitchFamily="18" charset="0"/>
                            </a:rPr>
                            <m:t>𝒑</m:t>
                          </m:r>
                        </m:e>
                      </m:d>
                      <m:r>
                        <a:rPr lang="en-US" altLang="zh-CN" sz="1600" b="1" i="1" smtClean="0">
                          <a:solidFill>
                            <a:schemeClr val="accent2">
                              <a:lumMod val="50000"/>
                            </a:schemeClr>
                          </a:solidFill>
                          <a:latin typeface="Cambria Math" panose="02040503050406030204" pitchFamily="18" charset="0"/>
                        </a:rPr>
                        <m:t>→</m:t>
                      </m:r>
                      <m:d>
                        <m:dPr>
                          <m:ctrlPr>
                            <a:rPr lang="en-US" altLang="zh-CN" sz="1600" b="1" i="1" smtClean="0">
                              <a:solidFill>
                                <a:schemeClr val="accent2">
                                  <a:lumMod val="50000"/>
                                </a:schemeClr>
                              </a:solidFill>
                              <a:latin typeface="Cambria Math" panose="02040503050406030204" pitchFamily="18" charset="0"/>
                            </a:rPr>
                          </m:ctrlPr>
                        </m:dPr>
                        <m:e>
                          <m:d>
                            <m:dPr>
                              <m:ctrlPr>
                                <a:rPr lang="en-US" altLang="zh-CN" sz="1600" b="1" i="1" smtClean="0">
                                  <a:solidFill>
                                    <a:schemeClr val="accent2">
                                      <a:lumMod val="50000"/>
                                    </a:schemeClr>
                                  </a:solidFill>
                                  <a:latin typeface="Cambria Math" panose="02040503050406030204" pitchFamily="18" charset="0"/>
                                </a:rPr>
                              </m:ctrlPr>
                            </m:dPr>
                            <m:e>
                              <m:r>
                                <a:rPr lang="en-US" altLang="zh-CN" sz="1600" b="1" i="1" smtClean="0">
                                  <a:solidFill>
                                    <a:schemeClr val="accent2">
                                      <a:lumMod val="50000"/>
                                    </a:schemeClr>
                                  </a:solidFill>
                                  <a:latin typeface="Cambria Math" panose="02040503050406030204" pitchFamily="18" charset="0"/>
                                </a:rPr>
                                <m:t>𝒑</m:t>
                              </m:r>
                              <m:r>
                                <a:rPr lang="en-US" altLang="zh-CN" sz="1600" b="1" i="1" smtClean="0">
                                  <a:solidFill>
                                    <a:schemeClr val="accent2">
                                      <a:lumMod val="50000"/>
                                    </a:schemeClr>
                                  </a:solidFill>
                                  <a:latin typeface="Cambria Math" panose="02040503050406030204" pitchFamily="18" charset="0"/>
                                </a:rPr>
                                <m:t>∧</m:t>
                              </m:r>
                              <m:r>
                                <a:rPr lang="en-US" altLang="zh-CN" sz="1600" b="1" i="1" smtClean="0">
                                  <a:solidFill>
                                    <a:schemeClr val="accent2">
                                      <a:lumMod val="50000"/>
                                    </a:schemeClr>
                                  </a:solidFill>
                                  <a:latin typeface="Cambria Math" panose="02040503050406030204" pitchFamily="18" charset="0"/>
                                </a:rPr>
                                <m:t>𝒒</m:t>
                              </m:r>
                            </m:e>
                          </m:d>
                          <m:r>
                            <a:rPr lang="en-US" altLang="zh-CN" sz="1600" b="1" i="1" smtClean="0">
                              <a:solidFill>
                                <a:schemeClr val="accent2">
                                  <a:lumMod val="50000"/>
                                </a:schemeClr>
                              </a:solidFill>
                              <a:latin typeface="Cambria Math" panose="02040503050406030204" pitchFamily="18" charset="0"/>
                            </a:rPr>
                            <m:t>↔</m:t>
                          </m:r>
                          <m:r>
                            <a:rPr lang="en-US" altLang="zh-CN" sz="1600" b="1" i="1" smtClean="0">
                              <a:solidFill>
                                <a:schemeClr val="accent2">
                                  <a:lumMod val="50000"/>
                                </a:schemeClr>
                              </a:solidFill>
                              <a:latin typeface="Cambria Math" panose="02040503050406030204" pitchFamily="18" charset="0"/>
                            </a:rPr>
                            <m:t>𝒒</m:t>
                          </m:r>
                        </m:e>
                      </m:d>
                    </m:oMath>
                  </a14:m>
                  <a:r>
                    <a:rPr lang="zh-CN" altLang="en-US" sz="1600" b="1">
                      <a:solidFill>
                        <a:schemeClr val="accent2">
                          <a:lumMod val="50000"/>
                        </a:schemeClr>
                      </a:solidFill>
                    </a:rPr>
                    <a:t>是永真式</a:t>
                  </a:r>
                </a:p>
              </p:txBody>
            </p:sp>
          </mc:Choice>
          <mc:Fallback xmlns="">
            <p:sp>
              <p:nvSpPr>
                <p:cNvPr id="39" name="文本框 38">
                  <a:extLst>
                    <a:ext uri="{FF2B5EF4-FFF2-40B4-BE49-F238E27FC236}">
                      <a16:creationId xmlns:a16="http://schemas.microsoft.com/office/drawing/2014/main" id="{4C8D34E4-F06B-4939-B77D-70E91F944B33}"/>
                    </a:ext>
                  </a:extLst>
                </p:cNvPr>
                <p:cNvSpPr txBox="1">
                  <a:spLocks noRot="1" noChangeAspect="1" noMove="1" noResize="1" noEditPoints="1" noAdjustHandles="1" noChangeArrowheads="1" noChangeShapeType="1" noTextEdit="1"/>
                </p:cNvSpPr>
                <p:nvPr/>
              </p:nvSpPr>
              <p:spPr>
                <a:xfrm>
                  <a:off x="1427040" y="5911050"/>
                  <a:ext cx="3268193" cy="277961"/>
                </a:xfrm>
                <a:prstGeom prst="rect">
                  <a:avLst/>
                </a:prstGeom>
                <a:blipFill>
                  <a:blip r:embed="rId7"/>
                  <a:stretch>
                    <a:fillRect t="-13043" b="-41304"/>
                  </a:stretch>
                </a:blipFill>
              </p:spPr>
              <p:txBody>
                <a:bodyPr/>
                <a:lstStyle/>
                <a:p>
                  <a:r>
                    <a:rPr lang="zh-CN" altLang="en-US">
                      <a:noFill/>
                    </a:rPr>
                    <a:t> </a:t>
                  </a:r>
                </a:p>
              </p:txBody>
            </p:sp>
          </mc:Fallback>
        </mc:AlternateContent>
      </p:grpSp>
      <p:grpSp>
        <p:nvGrpSpPr>
          <p:cNvPr id="41" name="组合 40">
            <a:extLst>
              <a:ext uri="{FF2B5EF4-FFF2-40B4-BE49-F238E27FC236}">
                <a16:creationId xmlns:a16="http://schemas.microsoft.com/office/drawing/2014/main" id="{95099B2F-1EA3-4C10-B3E1-939EB70713B7}"/>
              </a:ext>
            </a:extLst>
          </p:cNvPr>
          <p:cNvGrpSpPr/>
          <p:nvPr/>
        </p:nvGrpSpPr>
        <p:grpSpPr>
          <a:xfrm>
            <a:off x="5162758" y="4113837"/>
            <a:ext cx="4631626" cy="2036633"/>
            <a:chOff x="618372" y="4242630"/>
            <a:chExt cx="4631626" cy="2036633"/>
          </a:xfrm>
        </p:grpSpPr>
        <p:sp>
          <p:nvSpPr>
            <p:cNvPr id="42" name="文本框 41">
              <a:extLst>
                <a:ext uri="{FF2B5EF4-FFF2-40B4-BE49-F238E27FC236}">
                  <a16:creationId xmlns:a16="http://schemas.microsoft.com/office/drawing/2014/main" id="{E68F8533-40AA-4F12-A7F4-D6C1AD8BAC19}"/>
                </a:ext>
              </a:extLst>
            </p:cNvPr>
            <p:cNvSpPr txBox="1"/>
            <p:nvPr/>
          </p:nvSpPr>
          <p:spPr>
            <a:xfrm>
              <a:off x="741247" y="4835542"/>
              <a:ext cx="2171619" cy="646331"/>
            </a:xfrm>
            <a:prstGeom prst="rect">
              <a:avLst/>
            </a:prstGeom>
            <a:solidFill>
              <a:schemeClr val="accent5">
                <a:lumMod val="20000"/>
                <a:lumOff val="80000"/>
              </a:schemeClr>
            </a:solidFill>
          </p:spPr>
          <p:txBody>
            <a:bodyPr wrap="square" rtlCol="0">
              <a:spAutoFit/>
            </a:bodyPr>
            <a:lstStyle/>
            <a:p>
              <a:pPr algn="ctr">
                <a:spcBef>
                  <a:spcPts val="300"/>
                </a:spcBef>
                <a:spcAft>
                  <a:spcPts val="300"/>
                </a:spcAft>
              </a:pPr>
              <a:r>
                <a:rPr lang="zh-CN" altLang="en-US" b="1" dirty="0">
                  <a:solidFill>
                    <a:srgbClr val="002060"/>
                  </a:solidFill>
                  <a:latin typeface="楷体" panose="02010609060101010101" pitchFamily="49" charset="-122"/>
                  <a:ea typeface="楷体" panose="02010609060101010101" pitchFamily="49" charset="-122"/>
                </a:rPr>
                <a:t>一</a:t>
              </a:r>
              <a:r>
                <a:rPr lang="zh-CN" altLang="en-US" b="1">
                  <a:solidFill>
                    <a:srgbClr val="002060"/>
                  </a:solidFill>
                  <a:latin typeface="楷体" panose="02010609060101010101" pitchFamily="49" charset="-122"/>
                  <a:ea typeface="楷体" panose="02010609060101010101" pitchFamily="49" charset="-122"/>
                </a:rPr>
                <a:t>个年份或者被</a:t>
              </a:r>
              <a:r>
                <a:rPr lang="en-US" altLang="zh-CN" b="1">
                  <a:solidFill>
                    <a:srgbClr val="002060"/>
                  </a:solidFill>
                  <a:latin typeface="楷体" panose="02010609060101010101" pitchFamily="49" charset="-122"/>
                  <a:ea typeface="楷体" panose="02010609060101010101" pitchFamily="49" charset="-122"/>
                </a:rPr>
                <a:t>400</a:t>
              </a:r>
              <a:r>
                <a:rPr lang="zh-CN" altLang="en-US" b="1">
                  <a:solidFill>
                    <a:srgbClr val="002060"/>
                  </a:solidFill>
                  <a:latin typeface="楷体" panose="02010609060101010101" pitchFamily="49" charset="-122"/>
                  <a:ea typeface="楷体" panose="02010609060101010101" pitchFamily="49" charset="-122"/>
                </a:rPr>
                <a:t>整除或者是闰年</a:t>
              </a:r>
              <a:endParaRPr lang="en-US" altLang="zh-CN" b="1" dirty="0">
                <a:solidFill>
                  <a:srgbClr val="002060"/>
                </a:solidFill>
                <a:latin typeface="楷体" panose="02010609060101010101" pitchFamily="49" charset="-122"/>
                <a:ea typeface="楷体" panose="02010609060101010101" pitchFamily="49" charset="-122"/>
              </a:endParaRPr>
            </a:p>
          </p:txBody>
        </p:sp>
        <p:sp>
          <p:nvSpPr>
            <p:cNvPr id="43" name="文本框 42">
              <a:extLst>
                <a:ext uri="{FF2B5EF4-FFF2-40B4-BE49-F238E27FC236}">
                  <a16:creationId xmlns:a16="http://schemas.microsoft.com/office/drawing/2014/main" id="{CD0F5361-AF97-4B40-B734-F006F478B984}"/>
                </a:ext>
              </a:extLst>
            </p:cNvPr>
            <p:cNvSpPr txBox="1"/>
            <p:nvPr/>
          </p:nvSpPr>
          <p:spPr>
            <a:xfrm>
              <a:off x="3900227" y="4841106"/>
              <a:ext cx="1224634" cy="646331"/>
            </a:xfrm>
            <a:prstGeom prst="rect">
              <a:avLst/>
            </a:prstGeom>
            <a:solidFill>
              <a:schemeClr val="accent5">
                <a:lumMod val="20000"/>
                <a:lumOff val="80000"/>
              </a:schemeClr>
            </a:solidFill>
          </p:spPr>
          <p:txBody>
            <a:bodyPr wrap="square" rtlCol="0">
              <a:spAutoFit/>
            </a:bodyPr>
            <a:lstStyle/>
            <a:p>
              <a:pPr algn="ctr">
                <a:spcBef>
                  <a:spcPts val="300"/>
                </a:spcBef>
                <a:spcAft>
                  <a:spcPts val="300"/>
                </a:spcAft>
              </a:pPr>
              <a:r>
                <a:rPr lang="zh-CN" altLang="en-US" b="1">
                  <a:solidFill>
                    <a:srgbClr val="002060"/>
                  </a:solidFill>
                  <a:latin typeface="楷体" panose="02010609060101010101" pitchFamily="49" charset="-122"/>
                  <a:ea typeface="楷体" panose="02010609060101010101" pitchFamily="49" charset="-122"/>
                </a:rPr>
                <a:t>这个年份是闰年</a:t>
              </a:r>
              <a:endParaRPr lang="en-US" altLang="zh-CN" b="1" dirty="0">
                <a:solidFill>
                  <a:srgbClr val="002060"/>
                </a:solidFill>
                <a:latin typeface="楷体" panose="02010609060101010101" pitchFamily="49" charset="-122"/>
                <a:ea typeface="楷体" panose="02010609060101010101" pitchFamily="49" charset="-122"/>
              </a:endParaRPr>
            </a:p>
          </p:txBody>
        </p:sp>
        <mc:AlternateContent xmlns:mc="http://schemas.openxmlformats.org/markup-compatibility/2006" xmlns:a14="http://schemas.microsoft.com/office/drawing/2010/main">
          <mc:Choice Requires="a14">
            <p:sp>
              <p:nvSpPr>
                <p:cNvPr id="44" name="文本框 43">
                  <a:extLst>
                    <a:ext uri="{FF2B5EF4-FFF2-40B4-BE49-F238E27FC236}">
                      <a16:creationId xmlns:a16="http://schemas.microsoft.com/office/drawing/2014/main" id="{EEDD37E5-DE8C-409B-A76C-FFE7FF68B813}"/>
                    </a:ext>
                  </a:extLst>
                </p:cNvPr>
                <p:cNvSpPr txBox="1"/>
                <p:nvPr/>
              </p:nvSpPr>
              <p:spPr>
                <a:xfrm>
                  <a:off x="1223199" y="5524385"/>
                  <a:ext cx="997017" cy="276999"/>
                </a:xfrm>
                <a:prstGeom prst="rect">
                  <a:avLst/>
                </a:prstGeom>
                <a:solidFill>
                  <a:schemeClr val="accent2">
                    <a:lumMod val="20000"/>
                    <a:lumOff val="80000"/>
                  </a:schemeClr>
                </a:solidFill>
              </p:spPr>
              <p:txBody>
                <a:bodyPr wrap="square" tIns="0" bIns="0" rtlCol="0">
                  <a:spAutoFit/>
                </a:bodyPr>
                <a:lstStyle/>
                <a:p>
                  <a:pPr/>
                  <a14:m>
                    <m:oMathPara xmlns:m="http://schemas.openxmlformats.org/officeDocument/2006/math">
                      <m:oMathParaPr>
                        <m:jc m:val="centerGroup"/>
                      </m:oMathParaPr>
                      <m:oMath xmlns:m="http://schemas.openxmlformats.org/officeDocument/2006/math">
                        <m:d>
                          <m:dPr>
                            <m:ctrlPr>
                              <a:rPr lang="en-US" altLang="zh-CN" b="1" i="1" smtClean="0">
                                <a:solidFill>
                                  <a:schemeClr val="accent6">
                                    <a:lumMod val="50000"/>
                                  </a:schemeClr>
                                </a:solidFill>
                                <a:latin typeface="Cambria Math" panose="02040503050406030204" pitchFamily="18" charset="0"/>
                                <a:ea typeface="宋体" panose="02010600030101010101" pitchFamily="2" charset="-122"/>
                              </a:rPr>
                            </m:ctrlPr>
                          </m:dPr>
                          <m:e>
                            <m:r>
                              <a:rPr lang="en-US" altLang="zh-CN" b="1" i="1">
                                <a:solidFill>
                                  <a:schemeClr val="accent6">
                                    <a:lumMod val="50000"/>
                                  </a:schemeClr>
                                </a:solidFill>
                                <a:latin typeface="Cambria Math" panose="02040503050406030204" pitchFamily="18" charset="0"/>
                                <a:ea typeface="宋体" panose="02010600030101010101" pitchFamily="2" charset="-122"/>
                              </a:rPr>
                              <m:t>𝒔</m:t>
                            </m:r>
                            <m:r>
                              <a:rPr lang="en-US" altLang="zh-CN" b="1" i="1" smtClean="0">
                                <a:solidFill>
                                  <a:schemeClr val="accent6">
                                    <a:lumMod val="50000"/>
                                  </a:schemeClr>
                                </a:solidFill>
                                <a:latin typeface="Cambria Math" panose="02040503050406030204" pitchFamily="18" charset="0"/>
                                <a:ea typeface="宋体" panose="02010600030101010101" pitchFamily="2" charset="-122"/>
                              </a:rPr>
                              <m:t>∨</m:t>
                            </m:r>
                            <m:r>
                              <a:rPr lang="en-US" altLang="zh-CN" b="1" i="1" smtClean="0">
                                <a:solidFill>
                                  <a:schemeClr val="accent6">
                                    <a:lumMod val="50000"/>
                                  </a:schemeClr>
                                </a:solidFill>
                                <a:latin typeface="Cambria Math" panose="02040503050406030204" pitchFamily="18" charset="0"/>
                                <a:ea typeface="宋体" panose="02010600030101010101" pitchFamily="2" charset="-122"/>
                              </a:rPr>
                              <m:t>𝒓</m:t>
                            </m:r>
                          </m:e>
                        </m:d>
                      </m:oMath>
                    </m:oMathPara>
                  </a14:m>
                  <a:endParaRPr lang="zh-CN" altLang="en-US" b="1"/>
                </a:p>
              </p:txBody>
            </p:sp>
          </mc:Choice>
          <mc:Fallback xmlns="">
            <p:sp>
              <p:nvSpPr>
                <p:cNvPr id="44" name="文本框 43">
                  <a:extLst>
                    <a:ext uri="{FF2B5EF4-FFF2-40B4-BE49-F238E27FC236}">
                      <a16:creationId xmlns:a16="http://schemas.microsoft.com/office/drawing/2014/main" id="{EEDD37E5-DE8C-409B-A76C-FFE7FF68B813}"/>
                    </a:ext>
                  </a:extLst>
                </p:cNvPr>
                <p:cNvSpPr txBox="1">
                  <a:spLocks noRot="1" noChangeAspect="1" noMove="1" noResize="1" noEditPoints="1" noAdjustHandles="1" noChangeArrowheads="1" noChangeShapeType="1" noTextEdit="1"/>
                </p:cNvSpPr>
                <p:nvPr/>
              </p:nvSpPr>
              <p:spPr>
                <a:xfrm>
                  <a:off x="1223199" y="5524385"/>
                  <a:ext cx="997017" cy="276999"/>
                </a:xfrm>
                <a:prstGeom prst="rect">
                  <a:avLst/>
                </a:prstGeom>
                <a:blipFill>
                  <a:blip r:embed="rId8"/>
                  <a:stretch>
                    <a:fillRect b="-217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5" name="文本框 44">
                  <a:extLst>
                    <a:ext uri="{FF2B5EF4-FFF2-40B4-BE49-F238E27FC236}">
                      <a16:creationId xmlns:a16="http://schemas.microsoft.com/office/drawing/2014/main" id="{D8C2FD8C-43BA-4204-BD90-922F095D9E34}"/>
                    </a:ext>
                  </a:extLst>
                </p:cNvPr>
                <p:cNvSpPr txBox="1"/>
                <p:nvPr/>
              </p:nvSpPr>
              <p:spPr>
                <a:xfrm>
                  <a:off x="4273375" y="5565202"/>
                  <a:ext cx="741167" cy="276999"/>
                </a:xfrm>
                <a:prstGeom prst="rect">
                  <a:avLst/>
                </a:prstGeom>
                <a:solidFill>
                  <a:schemeClr val="accent2">
                    <a:lumMod val="20000"/>
                    <a:lumOff val="80000"/>
                  </a:schemeClr>
                </a:solidFill>
              </p:spPr>
              <p:txBody>
                <a:bodyPr wrap="square" tIns="0" bIns="0" rtlCol="0">
                  <a:spAutoFit/>
                </a:bodyPr>
                <a:lstStyle/>
                <a:p>
                  <a:pPr/>
                  <a14:m>
                    <m:oMathPara xmlns:m="http://schemas.openxmlformats.org/officeDocument/2006/math">
                      <m:oMathParaPr>
                        <m:jc m:val="centerGroup"/>
                      </m:oMathParaPr>
                      <m:oMath xmlns:m="http://schemas.openxmlformats.org/officeDocument/2006/math">
                        <m:r>
                          <a:rPr lang="en-US" altLang="zh-CN" b="1" i="1" smtClean="0">
                            <a:solidFill>
                              <a:schemeClr val="accent6">
                                <a:lumMod val="50000"/>
                              </a:schemeClr>
                            </a:solidFill>
                            <a:latin typeface="Cambria Math" panose="02040503050406030204" pitchFamily="18" charset="0"/>
                            <a:ea typeface="宋体" panose="02010600030101010101" pitchFamily="2" charset="-122"/>
                          </a:rPr>
                          <m:t>𝒔</m:t>
                        </m:r>
                      </m:oMath>
                    </m:oMathPara>
                  </a14:m>
                  <a:endParaRPr lang="zh-CN" altLang="en-US" b="1"/>
                </a:p>
              </p:txBody>
            </p:sp>
          </mc:Choice>
          <mc:Fallback xmlns="">
            <p:sp>
              <p:nvSpPr>
                <p:cNvPr id="45" name="文本框 44">
                  <a:extLst>
                    <a:ext uri="{FF2B5EF4-FFF2-40B4-BE49-F238E27FC236}">
                      <a16:creationId xmlns:a16="http://schemas.microsoft.com/office/drawing/2014/main" id="{D8C2FD8C-43BA-4204-BD90-922F095D9E34}"/>
                    </a:ext>
                  </a:extLst>
                </p:cNvPr>
                <p:cNvSpPr txBox="1">
                  <a:spLocks noRot="1" noChangeAspect="1" noMove="1" noResize="1" noEditPoints="1" noAdjustHandles="1" noChangeArrowheads="1" noChangeShapeType="1" noTextEdit="1"/>
                </p:cNvSpPr>
                <p:nvPr/>
              </p:nvSpPr>
              <p:spPr>
                <a:xfrm>
                  <a:off x="4273375" y="5565202"/>
                  <a:ext cx="741167" cy="276999"/>
                </a:xfrm>
                <a:prstGeom prst="rect">
                  <a:avLst/>
                </a:prstGeom>
                <a:blipFill>
                  <a:blip r:embed="rId9"/>
                  <a:stretch>
                    <a:fillRect/>
                  </a:stretch>
                </a:blipFill>
              </p:spPr>
              <p:txBody>
                <a:bodyPr/>
                <a:lstStyle/>
                <a:p>
                  <a:r>
                    <a:rPr lang="zh-CN" altLang="en-US">
                      <a:noFill/>
                    </a:rPr>
                    <a:t> </a:t>
                  </a:r>
                </a:p>
              </p:txBody>
            </p:sp>
          </mc:Fallback>
        </mc:AlternateContent>
        <p:sp>
          <p:nvSpPr>
            <p:cNvPr id="46" name="文本框 45">
              <a:extLst>
                <a:ext uri="{FF2B5EF4-FFF2-40B4-BE49-F238E27FC236}">
                  <a16:creationId xmlns:a16="http://schemas.microsoft.com/office/drawing/2014/main" id="{58A7D990-6AFB-4331-A53D-827100561F9A}"/>
                </a:ext>
              </a:extLst>
            </p:cNvPr>
            <p:cNvSpPr txBox="1"/>
            <p:nvPr/>
          </p:nvSpPr>
          <p:spPr>
            <a:xfrm>
              <a:off x="1195193" y="4372090"/>
              <a:ext cx="3557384" cy="369332"/>
            </a:xfrm>
            <a:prstGeom prst="rect">
              <a:avLst/>
            </a:prstGeom>
            <a:solidFill>
              <a:schemeClr val="accent4">
                <a:lumMod val="40000"/>
                <a:lumOff val="60000"/>
                <a:alpha val="50000"/>
              </a:schemeClr>
            </a:solidFill>
          </p:spPr>
          <p:txBody>
            <a:bodyPr wrap="none" rtlCol="0">
              <a:spAutoFit/>
            </a:bodyPr>
            <a:lstStyle/>
            <a:p>
              <a:r>
                <a:rPr lang="zh-CN" altLang="en-US" b="1">
                  <a:solidFill>
                    <a:srgbClr val="002060"/>
                  </a:solidFill>
                  <a:latin typeface="楷体" panose="02010609060101010101" pitchFamily="49" charset="-122"/>
                  <a:ea typeface="楷体" panose="02010609060101010101" pitchFamily="49" charset="-122"/>
                </a:rPr>
                <a:t>一个年份被</a:t>
              </a:r>
              <a:r>
                <a:rPr lang="en-US" altLang="zh-CN" b="1">
                  <a:solidFill>
                    <a:srgbClr val="002060"/>
                  </a:solidFill>
                  <a:latin typeface="楷体" panose="02010609060101010101" pitchFamily="49" charset="-122"/>
                  <a:ea typeface="楷体" panose="02010609060101010101" pitchFamily="49" charset="-122"/>
                </a:rPr>
                <a:t>400</a:t>
              </a:r>
              <a:r>
                <a:rPr lang="zh-CN" altLang="en-US" b="1">
                  <a:solidFill>
                    <a:srgbClr val="002060"/>
                  </a:solidFill>
                  <a:latin typeface="楷体" panose="02010609060101010101" pitchFamily="49" charset="-122"/>
                  <a:ea typeface="楷体" panose="02010609060101010101" pitchFamily="49" charset="-122"/>
                </a:rPr>
                <a:t>整除则必定是闰年</a:t>
              </a:r>
              <a:endParaRPr lang="zh-CN" altLang="en-US"/>
            </a:p>
          </p:txBody>
        </p:sp>
        <p:sp>
          <p:nvSpPr>
            <p:cNvPr id="47" name="箭头: 左右 46">
              <a:extLst>
                <a:ext uri="{FF2B5EF4-FFF2-40B4-BE49-F238E27FC236}">
                  <a16:creationId xmlns:a16="http://schemas.microsoft.com/office/drawing/2014/main" id="{9D5C9C43-B321-4B54-BBDE-71C0BC6FC812}"/>
                </a:ext>
              </a:extLst>
            </p:cNvPr>
            <p:cNvSpPr/>
            <p:nvPr/>
          </p:nvSpPr>
          <p:spPr>
            <a:xfrm>
              <a:off x="2923298" y="5095169"/>
              <a:ext cx="976930" cy="176981"/>
            </a:xfrm>
            <a:prstGeom prst="leftRightArrow">
              <a:avLst/>
            </a:prstGeom>
            <a:solidFill>
              <a:schemeClr val="accent1">
                <a:alpha val="49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文本框 47">
              <a:extLst>
                <a:ext uri="{FF2B5EF4-FFF2-40B4-BE49-F238E27FC236}">
                  <a16:creationId xmlns:a16="http://schemas.microsoft.com/office/drawing/2014/main" id="{DDC3C2C4-21B5-4BFC-9A67-9FBDAE5794E9}"/>
                </a:ext>
              </a:extLst>
            </p:cNvPr>
            <p:cNvSpPr txBox="1"/>
            <p:nvPr/>
          </p:nvSpPr>
          <p:spPr>
            <a:xfrm>
              <a:off x="3120191" y="4890159"/>
              <a:ext cx="583143" cy="215444"/>
            </a:xfrm>
            <a:prstGeom prst="rect">
              <a:avLst/>
            </a:prstGeom>
            <a:solidFill>
              <a:schemeClr val="accent4"/>
            </a:solidFill>
          </p:spPr>
          <p:txBody>
            <a:bodyPr wrap="square" tIns="0" bIns="0" rtlCol="0">
              <a:spAutoFit/>
            </a:bodyPr>
            <a:lstStyle/>
            <a:p>
              <a:pPr algn="ctr"/>
              <a:r>
                <a:rPr lang="zh-CN" altLang="en-US" sz="1400">
                  <a:solidFill>
                    <a:srgbClr val="C00000"/>
                  </a:solidFill>
                  <a:latin typeface="黑体" panose="02010609060101010101" pitchFamily="49" charset="-122"/>
                  <a:ea typeface="黑体" panose="02010609060101010101" pitchFamily="49" charset="-122"/>
                </a:rPr>
                <a:t>等同</a:t>
              </a:r>
            </a:p>
          </p:txBody>
        </p:sp>
        <p:sp>
          <p:nvSpPr>
            <p:cNvPr id="49" name="矩形: 圆角 48">
              <a:extLst>
                <a:ext uri="{FF2B5EF4-FFF2-40B4-BE49-F238E27FC236}">
                  <a16:creationId xmlns:a16="http://schemas.microsoft.com/office/drawing/2014/main" id="{DCB64E1E-D989-43DC-97F4-EE637DBADC0F}"/>
                </a:ext>
              </a:extLst>
            </p:cNvPr>
            <p:cNvSpPr/>
            <p:nvPr/>
          </p:nvSpPr>
          <p:spPr>
            <a:xfrm>
              <a:off x="618372" y="4242630"/>
              <a:ext cx="4631626" cy="2036633"/>
            </a:xfrm>
            <a:prstGeom prst="roundRect">
              <a:avLst/>
            </a:prstGeom>
            <a:noFill/>
            <a:ln>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50" name="文本框 49">
                  <a:extLst>
                    <a:ext uri="{FF2B5EF4-FFF2-40B4-BE49-F238E27FC236}">
                      <a16:creationId xmlns:a16="http://schemas.microsoft.com/office/drawing/2014/main" id="{124D42E9-1E30-471F-8C3F-180A7B43485F}"/>
                    </a:ext>
                  </a:extLst>
                </p:cNvPr>
                <p:cNvSpPr txBox="1"/>
                <p:nvPr/>
              </p:nvSpPr>
              <p:spPr>
                <a:xfrm>
                  <a:off x="1456372" y="5919382"/>
                  <a:ext cx="3209533" cy="277961"/>
                </a:xfrm>
                <a:prstGeom prst="rect">
                  <a:avLst/>
                </a:prstGeom>
                <a:solidFill>
                  <a:srgbClr val="FFFF00">
                    <a:alpha val="30000"/>
                  </a:srgbClr>
                </a:solidFill>
              </p:spPr>
              <p:txBody>
                <a:bodyPr wrap="square" tIns="0" bIns="0" rtlCol="0">
                  <a:spAutoFit/>
                </a:bodyPr>
                <a:lstStyle/>
                <a:p>
                  <a14:m>
                    <m:oMath xmlns:m="http://schemas.openxmlformats.org/officeDocument/2006/math">
                      <m:d>
                        <m:dPr>
                          <m:ctrlPr>
                            <a:rPr lang="en-US" altLang="zh-CN" sz="1600" b="1" i="1" smtClean="0">
                              <a:solidFill>
                                <a:schemeClr val="accent2">
                                  <a:lumMod val="50000"/>
                                </a:schemeClr>
                              </a:solidFill>
                              <a:latin typeface="Cambria Math" panose="02040503050406030204" pitchFamily="18" charset="0"/>
                            </a:rPr>
                          </m:ctrlPr>
                        </m:dPr>
                        <m:e>
                          <m:r>
                            <a:rPr lang="en-US" altLang="zh-CN" sz="1600" b="1" i="1" smtClean="0">
                              <a:solidFill>
                                <a:schemeClr val="accent2">
                                  <a:lumMod val="50000"/>
                                </a:schemeClr>
                              </a:solidFill>
                              <a:latin typeface="Cambria Math" panose="02040503050406030204" pitchFamily="18" charset="0"/>
                            </a:rPr>
                            <m:t>𝒓</m:t>
                          </m:r>
                          <m:r>
                            <a:rPr lang="en-US" altLang="zh-CN" sz="1600" b="1" i="1" smtClean="0">
                              <a:solidFill>
                                <a:schemeClr val="accent2">
                                  <a:lumMod val="50000"/>
                                </a:schemeClr>
                              </a:solidFill>
                              <a:latin typeface="Cambria Math" panose="02040503050406030204" pitchFamily="18" charset="0"/>
                            </a:rPr>
                            <m:t>→</m:t>
                          </m:r>
                          <m:r>
                            <a:rPr lang="en-US" altLang="zh-CN" sz="1600" b="1" i="1" smtClean="0">
                              <a:solidFill>
                                <a:schemeClr val="accent2">
                                  <a:lumMod val="50000"/>
                                </a:schemeClr>
                              </a:solidFill>
                              <a:latin typeface="Cambria Math" panose="02040503050406030204" pitchFamily="18" charset="0"/>
                            </a:rPr>
                            <m:t>𝒔</m:t>
                          </m:r>
                        </m:e>
                      </m:d>
                      <m:r>
                        <a:rPr lang="en-US" altLang="zh-CN" sz="1600" b="1" i="1" smtClean="0">
                          <a:solidFill>
                            <a:schemeClr val="accent2">
                              <a:lumMod val="50000"/>
                            </a:schemeClr>
                          </a:solidFill>
                          <a:latin typeface="Cambria Math" panose="02040503050406030204" pitchFamily="18" charset="0"/>
                        </a:rPr>
                        <m:t>→</m:t>
                      </m:r>
                      <m:d>
                        <m:dPr>
                          <m:ctrlPr>
                            <a:rPr lang="en-US" altLang="zh-CN" sz="1600" b="1" i="1" smtClean="0">
                              <a:solidFill>
                                <a:schemeClr val="accent2">
                                  <a:lumMod val="50000"/>
                                </a:schemeClr>
                              </a:solidFill>
                              <a:latin typeface="Cambria Math" panose="02040503050406030204" pitchFamily="18" charset="0"/>
                            </a:rPr>
                          </m:ctrlPr>
                        </m:dPr>
                        <m:e>
                          <m:d>
                            <m:dPr>
                              <m:ctrlPr>
                                <a:rPr lang="en-US" altLang="zh-CN" sz="1600" b="1" i="1" smtClean="0">
                                  <a:solidFill>
                                    <a:schemeClr val="accent2">
                                      <a:lumMod val="50000"/>
                                    </a:schemeClr>
                                  </a:solidFill>
                                  <a:latin typeface="Cambria Math" panose="02040503050406030204" pitchFamily="18" charset="0"/>
                                </a:rPr>
                              </m:ctrlPr>
                            </m:dPr>
                            <m:e>
                              <m:r>
                                <a:rPr lang="en-US" altLang="zh-CN" sz="1600" b="1" i="1" smtClean="0">
                                  <a:solidFill>
                                    <a:schemeClr val="accent2">
                                      <a:lumMod val="50000"/>
                                    </a:schemeClr>
                                  </a:solidFill>
                                  <a:latin typeface="Cambria Math" panose="02040503050406030204" pitchFamily="18" charset="0"/>
                                </a:rPr>
                                <m:t>𝒔</m:t>
                              </m:r>
                              <m:r>
                                <a:rPr lang="en-US" altLang="zh-CN" sz="1600" b="1" i="1" smtClean="0">
                                  <a:solidFill>
                                    <a:schemeClr val="accent2">
                                      <a:lumMod val="50000"/>
                                    </a:schemeClr>
                                  </a:solidFill>
                                  <a:latin typeface="Cambria Math" panose="02040503050406030204" pitchFamily="18" charset="0"/>
                                </a:rPr>
                                <m:t>∨</m:t>
                              </m:r>
                              <m:r>
                                <a:rPr lang="en-US" altLang="zh-CN" sz="1600" b="1" i="1" smtClean="0">
                                  <a:solidFill>
                                    <a:schemeClr val="accent2">
                                      <a:lumMod val="50000"/>
                                    </a:schemeClr>
                                  </a:solidFill>
                                  <a:latin typeface="Cambria Math" panose="02040503050406030204" pitchFamily="18" charset="0"/>
                                </a:rPr>
                                <m:t>𝒓</m:t>
                              </m:r>
                            </m:e>
                          </m:d>
                          <m:r>
                            <a:rPr lang="en-US" altLang="zh-CN" sz="1600" b="1" i="1" smtClean="0">
                              <a:solidFill>
                                <a:schemeClr val="accent2">
                                  <a:lumMod val="50000"/>
                                </a:schemeClr>
                              </a:solidFill>
                              <a:latin typeface="Cambria Math" panose="02040503050406030204" pitchFamily="18" charset="0"/>
                            </a:rPr>
                            <m:t>↔</m:t>
                          </m:r>
                          <m:r>
                            <a:rPr lang="en-US" altLang="zh-CN" sz="1600" b="1" i="1" smtClean="0">
                              <a:solidFill>
                                <a:schemeClr val="accent2">
                                  <a:lumMod val="50000"/>
                                </a:schemeClr>
                              </a:solidFill>
                              <a:latin typeface="Cambria Math" panose="02040503050406030204" pitchFamily="18" charset="0"/>
                            </a:rPr>
                            <m:t>𝒔</m:t>
                          </m:r>
                        </m:e>
                      </m:d>
                    </m:oMath>
                  </a14:m>
                  <a:r>
                    <a:rPr lang="zh-CN" altLang="en-US" sz="1600" b="1">
                      <a:solidFill>
                        <a:schemeClr val="accent2">
                          <a:lumMod val="50000"/>
                        </a:schemeClr>
                      </a:solidFill>
                    </a:rPr>
                    <a:t>是永真式</a:t>
                  </a:r>
                </a:p>
              </p:txBody>
            </p:sp>
          </mc:Choice>
          <mc:Fallback xmlns="">
            <p:sp>
              <p:nvSpPr>
                <p:cNvPr id="50" name="文本框 49">
                  <a:extLst>
                    <a:ext uri="{FF2B5EF4-FFF2-40B4-BE49-F238E27FC236}">
                      <a16:creationId xmlns:a16="http://schemas.microsoft.com/office/drawing/2014/main" id="{124D42E9-1E30-471F-8C3F-180A7B43485F}"/>
                    </a:ext>
                  </a:extLst>
                </p:cNvPr>
                <p:cNvSpPr txBox="1">
                  <a:spLocks noRot="1" noChangeAspect="1" noMove="1" noResize="1" noEditPoints="1" noAdjustHandles="1" noChangeArrowheads="1" noChangeShapeType="1" noTextEdit="1"/>
                </p:cNvSpPr>
                <p:nvPr/>
              </p:nvSpPr>
              <p:spPr>
                <a:xfrm>
                  <a:off x="1456372" y="5919382"/>
                  <a:ext cx="3209533" cy="277961"/>
                </a:xfrm>
                <a:prstGeom prst="rect">
                  <a:avLst/>
                </a:prstGeom>
                <a:blipFill>
                  <a:blip r:embed="rId10"/>
                  <a:stretch>
                    <a:fillRect t="-15556" b="-42222"/>
                  </a:stretch>
                </a:blipFill>
              </p:spPr>
              <p:txBody>
                <a:bodyPr/>
                <a:lstStyle/>
                <a:p>
                  <a:r>
                    <a:rPr lang="zh-CN" altLang="en-US">
                      <a:noFill/>
                    </a:rPr>
                    <a:t> </a:t>
                  </a:r>
                </a:p>
              </p:txBody>
            </p:sp>
          </mc:Fallback>
        </mc:AlternateContent>
      </p:grpSp>
      <p:grpSp>
        <p:nvGrpSpPr>
          <p:cNvPr id="54" name="组合 53">
            <a:extLst>
              <a:ext uri="{FF2B5EF4-FFF2-40B4-BE49-F238E27FC236}">
                <a16:creationId xmlns:a16="http://schemas.microsoft.com/office/drawing/2014/main" id="{9E1B20B2-46C5-488B-B544-3FAC406D6809}"/>
              </a:ext>
            </a:extLst>
          </p:cNvPr>
          <p:cNvGrpSpPr/>
          <p:nvPr/>
        </p:nvGrpSpPr>
        <p:grpSpPr>
          <a:xfrm>
            <a:off x="9991277" y="4117487"/>
            <a:ext cx="1809065" cy="1349020"/>
            <a:chOff x="9991277" y="4117487"/>
            <a:chExt cx="1809065" cy="1349020"/>
          </a:xfrm>
        </p:grpSpPr>
        <mc:AlternateContent xmlns:mc="http://schemas.openxmlformats.org/markup-compatibility/2006" xmlns:a14="http://schemas.microsoft.com/office/drawing/2010/main">
          <mc:Choice Requires="a14">
            <p:sp>
              <p:nvSpPr>
                <p:cNvPr id="19" name="文本框 18">
                  <a:extLst>
                    <a:ext uri="{FF2B5EF4-FFF2-40B4-BE49-F238E27FC236}">
                      <a16:creationId xmlns:a16="http://schemas.microsoft.com/office/drawing/2014/main" id="{D5856769-E4DA-4087-B84D-D28DF851E205}"/>
                    </a:ext>
                  </a:extLst>
                </p:cNvPr>
                <p:cNvSpPr txBox="1"/>
                <p:nvPr/>
              </p:nvSpPr>
              <p:spPr>
                <a:xfrm>
                  <a:off x="10256954" y="4195297"/>
                  <a:ext cx="1304365" cy="276999"/>
                </a:xfrm>
                <a:prstGeom prst="rect">
                  <a:avLst/>
                </a:prstGeom>
                <a:solidFill>
                  <a:schemeClr val="accent2">
                    <a:lumMod val="20000"/>
                    <a:lumOff val="80000"/>
                  </a:schemeClr>
                </a:solidFill>
              </p:spPr>
              <p:txBody>
                <a:bodyPr wrap="square" tIns="0" bIns="0" rtlCol="0">
                  <a:spAutoFit/>
                </a:bodyPr>
                <a:lstStyle/>
                <a:p>
                  <a:pPr/>
                  <a14:m>
                    <m:oMathPara xmlns:m="http://schemas.openxmlformats.org/officeDocument/2006/math">
                      <m:oMathParaPr>
                        <m:jc m:val="centerGroup"/>
                      </m:oMathParaPr>
                      <m:oMath xmlns:m="http://schemas.openxmlformats.org/officeDocument/2006/math">
                        <m:r>
                          <a:rPr lang="en-US" altLang="zh-CN" b="1" i="1" smtClean="0">
                            <a:solidFill>
                              <a:schemeClr val="accent6">
                                <a:lumMod val="50000"/>
                              </a:schemeClr>
                            </a:solidFill>
                            <a:latin typeface="Cambria Math" panose="02040503050406030204" pitchFamily="18" charset="0"/>
                            <a:ea typeface="宋体" panose="02010600030101010101" pitchFamily="2" charset="-122"/>
                          </a:rPr>
                          <m:t>𝒒</m:t>
                        </m:r>
                        <m:r>
                          <a:rPr lang="en-US" altLang="zh-CN" b="1" i="1">
                            <a:solidFill>
                              <a:schemeClr val="accent6">
                                <a:lumMod val="50000"/>
                              </a:schemeClr>
                            </a:solidFill>
                            <a:latin typeface="Cambria Math" panose="02040503050406030204" pitchFamily="18" charset="0"/>
                            <a:ea typeface="宋体" panose="02010600030101010101" pitchFamily="2" charset="-122"/>
                          </a:rPr>
                          <m:t>→</m:t>
                        </m:r>
                        <m:r>
                          <a:rPr lang="en-US" altLang="zh-CN" b="1" i="1" smtClean="0">
                            <a:solidFill>
                              <a:schemeClr val="accent6">
                                <a:lumMod val="50000"/>
                              </a:schemeClr>
                            </a:solidFill>
                            <a:latin typeface="Cambria Math" panose="02040503050406030204" pitchFamily="18" charset="0"/>
                            <a:ea typeface="宋体" panose="02010600030101010101" pitchFamily="2" charset="-122"/>
                          </a:rPr>
                          <m:t>𝒔</m:t>
                        </m:r>
                      </m:oMath>
                    </m:oMathPara>
                  </a14:m>
                  <a:endParaRPr lang="zh-CN" altLang="en-US" b="1"/>
                </a:p>
              </p:txBody>
            </p:sp>
          </mc:Choice>
          <mc:Fallback xmlns="">
            <p:sp>
              <p:nvSpPr>
                <p:cNvPr id="19" name="文本框 18">
                  <a:extLst>
                    <a:ext uri="{FF2B5EF4-FFF2-40B4-BE49-F238E27FC236}">
                      <a16:creationId xmlns:a16="http://schemas.microsoft.com/office/drawing/2014/main" id="{D5856769-E4DA-4087-B84D-D28DF851E205}"/>
                    </a:ext>
                  </a:extLst>
                </p:cNvPr>
                <p:cNvSpPr txBox="1">
                  <a:spLocks noRot="1" noChangeAspect="1" noMove="1" noResize="1" noEditPoints="1" noAdjustHandles="1" noChangeArrowheads="1" noChangeShapeType="1" noTextEdit="1"/>
                </p:cNvSpPr>
                <p:nvPr/>
              </p:nvSpPr>
              <p:spPr>
                <a:xfrm>
                  <a:off x="10256954" y="4195297"/>
                  <a:ext cx="1304365" cy="276999"/>
                </a:xfrm>
                <a:prstGeom prst="rect">
                  <a:avLst/>
                </a:prstGeom>
                <a:blipFill>
                  <a:blip r:embed="rId11"/>
                  <a:stretch>
                    <a:fillRect b="-23913"/>
                  </a:stretch>
                </a:blipFill>
              </p:spPr>
              <p:txBody>
                <a:bodyPr/>
                <a:lstStyle/>
                <a:p>
                  <a:r>
                    <a:rPr lang="zh-CN" altLang="en-US">
                      <a:noFill/>
                    </a:rPr>
                    <a:t> </a:t>
                  </a:r>
                </a:p>
              </p:txBody>
            </p:sp>
          </mc:Fallback>
        </mc:AlternateContent>
        <p:sp>
          <p:nvSpPr>
            <p:cNvPr id="51" name="文本框 50">
              <a:extLst>
                <a:ext uri="{FF2B5EF4-FFF2-40B4-BE49-F238E27FC236}">
                  <a16:creationId xmlns:a16="http://schemas.microsoft.com/office/drawing/2014/main" id="{16A12D0F-B587-410F-8622-46AE544974EF}"/>
                </a:ext>
              </a:extLst>
            </p:cNvPr>
            <p:cNvSpPr txBox="1"/>
            <p:nvPr/>
          </p:nvSpPr>
          <p:spPr>
            <a:xfrm>
              <a:off x="10083389" y="4540149"/>
              <a:ext cx="1651497" cy="830997"/>
            </a:xfrm>
            <a:prstGeom prst="rect">
              <a:avLst/>
            </a:prstGeom>
            <a:solidFill>
              <a:schemeClr val="accent5">
                <a:lumMod val="20000"/>
                <a:lumOff val="80000"/>
              </a:schemeClr>
            </a:solidFill>
          </p:spPr>
          <p:txBody>
            <a:bodyPr wrap="square" rtlCol="0">
              <a:spAutoFit/>
            </a:bodyPr>
            <a:lstStyle/>
            <a:p>
              <a:r>
                <a:rPr lang="zh-CN" altLang="en-US" sz="1600" b="1">
                  <a:solidFill>
                    <a:srgbClr val="002060"/>
                  </a:solidFill>
                  <a:latin typeface="楷体" panose="02010609060101010101" pitchFamily="49" charset="-122"/>
                  <a:ea typeface="楷体" panose="02010609060101010101" pitchFamily="49" charset="-122"/>
                </a:rPr>
                <a:t>一个年份被</a:t>
              </a:r>
              <a:r>
                <a:rPr lang="en-US" altLang="zh-CN" sz="1600" b="1">
                  <a:solidFill>
                    <a:srgbClr val="002060"/>
                  </a:solidFill>
                  <a:latin typeface="楷体" panose="02010609060101010101" pitchFamily="49" charset="-122"/>
                  <a:ea typeface="楷体" panose="02010609060101010101" pitchFamily="49" charset="-122"/>
                </a:rPr>
                <a:t>100</a:t>
              </a:r>
              <a:r>
                <a:rPr lang="zh-CN" altLang="en-US" sz="1600" b="1">
                  <a:solidFill>
                    <a:srgbClr val="002060"/>
                  </a:solidFill>
                  <a:latin typeface="楷体" panose="02010609060101010101" pitchFamily="49" charset="-122"/>
                  <a:ea typeface="楷体" panose="02010609060101010101" pitchFamily="49" charset="-122"/>
                </a:rPr>
                <a:t>整除，意味着，这个年份是闰年</a:t>
              </a:r>
              <a:r>
                <a:rPr lang="en-US" altLang="zh-CN" sz="1600" b="1">
                  <a:solidFill>
                    <a:srgbClr val="002060"/>
                  </a:solidFill>
                  <a:latin typeface="楷体" panose="02010609060101010101" pitchFamily="49" charset="-122"/>
                  <a:ea typeface="楷体" panose="02010609060101010101" pitchFamily="49" charset="-122"/>
                </a:rPr>
                <a:t>?</a:t>
              </a:r>
              <a:endParaRPr lang="zh-CN" altLang="en-US" sz="1600" b="1">
                <a:solidFill>
                  <a:srgbClr val="002060"/>
                </a:solidFill>
                <a:latin typeface="楷体" panose="02010609060101010101" pitchFamily="49" charset="-122"/>
                <a:ea typeface="楷体" panose="02010609060101010101" pitchFamily="49" charset="-122"/>
              </a:endParaRPr>
            </a:p>
          </p:txBody>
        </p:sp>
        <p:sp>
          <p:nvSpPr>
            <p:cNvPr id="52" name="矩形: 圆角 51">
              <a:extLst>
                <a:ext uri="{FF2B5EF4-FFF2-40B4-BE49-F238E27FC236}">
                  <a16:creationId xmlns:a16="http://schemas.microsoft.com/office/drawing/2014/main" id="{6A948A89-51C9-42D6-A634-A14EA11CB812}"/>
                </a:ext>
              </a:extLst>
            </p:cNvPr>
            <p:cNvSpPr/>
            <p:nvPr/>
          </p:nvSpPr>
          <p:spPr>
            <a:xfrm>
              <a:off x="9991277" y="4117487"/>
              <a:ext cx="1809065" cy="1349020"/>
            </a:xfrm>
            <a:prstGeom prst="roundRect">
              <a:avLst/>
            </a:prstGeom>
            <a:noFill/>
            <a:ln>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53" name="箭头: 右 52">
            <a:extLst>
              <a:ext uri="{FF2B5EF4-FFF2-40B4-BE49-F238E27FC236}">
                <a16:creationId xmlns:a16="http://schemas.microsoft.com/office/drawing/2014/main" id="{7FD4E3C9-1578-4B56-AEDA-545C1AE99F01}"/>
              </a:ext>
            </a:extLst>
          </p:cNvPr>
          <p:cNvSpPr/>
          <p:nvPr/>
        </p:nvSpPr>
        <p:spPr>
          <a:xfrm rot="2875833">
            <a:off x="10292925" y="3773036"/>
            <a:ext cx="642586" cy="110167"/>
          </a:xfrm>
          <a:prstGeom prst="rightArrow">
            <a:avLst/>
          </a:prstGeom>
          <a:solidFill>
            <a:schemeClr val="accent1">
              <a:alpha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文本框 54">
            <a:extLst>
              <a:ext uri="{FF2B5EF4-FFF2-40B4-BE49-F238E27FC236}">
                <a16:creationId xmlns:a16="http://schemas.microsoft.com/office/drawing/2014/main" id="{4631F1DB-A5F7-458B-ACA8-EAEF35786E9E}"/>
              </a:ext>
            </a:extLst>
          </p:cNvPr>
          <p:cNvSpPr txBox="1"/>
          <p:nvPr/>
        </p:nvSpPr>
        <p:spPr>
          <a:xfrm>
            <a:off x="9856589" y="5559056"/>
            <a:ext cx="2105094" cy="584775"/>
          </a:xfrm>
          <a:prstGeom prst="rect">
            <a:avLst/>
          </a:prstGeom>
          <a:solidFill>
            <a:schemeClr val="accent4">
              <a:lumMod val="40000"/>
              <a:lumOff val="60000"/>
            </a:schemeClr>
          </a:solidFill>
        </p:spPr>
        <p:txBody>
          <a:bodyPr wrap="square" rtlCol="0">
            <a:spAutoFit/>
          </a:bodyPr>
          <a:lstStyle/>
          <a:p>
            <a:r>
              <a:rPr lang="zh-CN" altLang="en-US" sz="1600" b="1" dirty="0">
                <a:solidFill>
                  <a:schemeClr val="accent2">
                    <a:lumMod val="50000"/>
                  </a:schemeClr>
                </a:solidFill>
              </a:rPr>
              <a:t>通过</a:t>
            </a:r>
            <a:r>
              <a:rPr lang="zh-CN" altLang="en-US" sz="1600" b="1" dirty="0">
                <a:solidFill>
                  <a:srgbClr val="C00000"/>
                </a:solidFill>
              </a:rPr>
              <a:t>逻辑等值</a:t>
            </a:r>
            <a:r>
              <a:rPr lang="zh-CN" altLang="en-US" sz="1600" b="1" dirty="0">
                <a:solidFill>
                  <a:schemeClr val="accent2">
                    <a:lumMod val="50000"/>
                  </a:schemeClr>
                </a:solidFill>
              </a:rPr>
              <a:t>，复杂问题转换为简单问题！</a:t>
            </a:r>
          </a:p>
        </p:txBody>
      </p:sp>
    </p:spTree>
    <p:extLst>
      <p:ext uri="{BB962C8B-B14F-4D97-AF65-F5344CB8AC3E}">
        <p14:creationId xmlns:p14="http://schemas.microsoft.com/office/powerpoint/2010/main" val="42527378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53"/>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 grpId="0" animBg="1"/>
      <p:bldP spid="55"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命题逻辑公式的逻辑等值</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第四讲</a:t>
            </a:r>
            <a:r>
              <a:rPr lang="en-US" altLang="zh-CN">
                <a:latin typeface="楷体" panose="02010609060101010101" pitchFamily="49" charset="-122"/>
                <a:ea typeface="楷体" panose="02010609060101010101" pitchFamily="49" charset="-122"/>
              </a:rPr>
              <a:t>	</a:t>
            </a:r>
            <a:r>
              <a:rPr lang="zh-CN" altLang="en-US">
                <a:latin typeface="楷体" panose="02010609060101010101" pitchFamily="49" charset="-122"/>
                <a:ea typeface="楷体" panose="02010609060101010101" pitchFamily="49" charset="-122"/>
              </a:rPr>
              <a:t>命题逻辑的等值演算</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6</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5</a:t>
            </a:fld>
            <a:r>
              <a:rPr lang="en-US" altLang="zh-CN" dirty="0">
                <a:latin typeface="Arial" panose="020B0604020202020204" pitchFamily="34" charset="0"/>
                <a:ea typeface="楷体" panose="02010609060101010101" pitchFamily="49" charset="-122"/>
                <a:cs typeface="Arial" panose="020B0604020202020204" pitchFamily="34" charset="0"/>
              </a:rPr>
              <a:t>/26</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命题逻辑公式的逻辑等值</a:t>
            </a:r>
          </a:p>
        </p:txBody>
      </p:sp>
      <p:sp>
        <p:nvSpPr>
          <p:cNvPr id="11" name="矩形: 圆角 10">
            <a:extLst>
              <a:ext uri="{FF2B5EF4-FFF2-40B4-BE49-F238E27FC236}">
                <a16:creationId xmlns:a16="http://schemas.microsoft.com/office/drawing/2014/main" id="{1A86BEEE-D579-49A9-90AA-73A996F28429}"/>
              </a:ext>
            </a:extLst>
          </p:cNvPr>
          <p:cNvSpPr/>
          <p:nvPr/>
        </p:nvSpPr>
        <p:spPr>
          <a:xfrm>
            <a:off x="439408" y="1225832"/>
            <a:ext cx="3547114" cy="459280"/>
          </a:xfrm>
          <a:prstGeom prst="roundRect">
            <a:avLst/>
          </a:prstGeom>
          <a:solidFill>
            <a:schemeClr val="accent4">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400" b="1">
                <a:solidFill>
                  <a:schemeClr val="accent2">
                    <a:lumMod val="50000"/>
                  </a:schemeClr>
                </a:solidFill>
              </a:rPr>
              <a:t>什么是公式的逻辑等值？</a:t>
            </a:r>
            <a:endParaRPr lang="zh-CN" altLang="en-US" sz="2400" b="1" dirty="0">
              <a:solidFill>
                <a:schemeClr val="accent2">
                  <a:lumMod val="50000"/>
                </a:schemeClr>
              </a:solidFill>
            </a:endParaRPr>
          </a:p>
        </p:txBody>
      </p:sp>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4A92F19A-FD67-4627-8344-37081077F46D}"/>
                  </a:ext>
                </a:extLst>
              </p:cNvPr>
              <p:cNvSpPr txBox="1"/>
              <p:nvPr/>
            </p:nvSpPr>
            <p:spPr>
              <a:xfrm>
                <a:off x="439408" y="2050034"/>
                <a:ext cx="11281987" cy="1007071"/>
              </a:xfrm>
              <a:prstGeom prst="rect">
                <a:avLst/>
              </a:prstGeom>
              <a:solidFill>
                <a:srgbClr val="F9E5E5"/>
              </a:solidFill>
            </p:spPr>
            <p:txBody>
              <a:bodyPr wrap="square" rtlCol="0">
                <a:spAutoFit/>
              </a:bodyPr>
              <a:lstStyle/>
              <a:p>
                <a:pPr>
                  <a:lnSpc>
                    <a:spcPct val="150000"/>
                  </a:lnSpc>
                </a:pPr>
                <a:r>
                  <a:rPr lang="zh-CN" altLang="en-US" sz="2400" b="1">
                    <a:solidFill>
                      <a:srgbClr val="002060"/>
                    </a:solidFill>
                    <a:latin typeface="楷体" panose="02010609060101010101" pitchFamily="49" charset="-122"/>
                    <a:ea typeface="楷体" panose="02010609060101010101" pitchFamily="49" charset="-122"/>
                  </a:rPr>
                  <a:t>称命题逻辑公式</a:t>
                </a:r>
                <a14:m>
                  <m:oMath xmlns:m="http://schemas.openxmlformats.org/officeDocument/2006/math">
                    <m:r>
                      <a:rPr lang="en-US" altLang="zh-CN" sz="2400" b="1" i="1" smtClean="0">
                        <a:solidFill>
                          <a:srgbClr val="002060"/>
                        </a:solidFill>
                        <a:latin typeface="Cambria Math" panose="02040503050406030204" pitchFamily="18" charset="0"/>
                        <a:ea typeface="楷体" panose="02010609060101010101" pitchFamily="49" charset="-122"/>
                      </a:rPr>
                      <m:t>𝑨</m:t>
                    </m:r>
                  </m:oMath>
                </a14:m>
                <a:r>
                  <a:rPr lang="zh-CN" altLang="en-US" sz="2400" b="1">
                    <a:solidFill>
                      <a:srgbClr val="002060"/>
                    </a:solidFill>
                    <a:latin typeface="楷体" panose="02010609060101010101" pitchFamily="49" charset="-122"/>
                    <a:ea typeface="楷体" panose="02010609060101010101" pitchFamily="49" charset="-122"/>
                  </a:rPr>
                  <a:t>和</a:t>
                </a:r>
                <a14:m>
                  <m:oMath xmlns:m="http://schemas.openxmlformats.org/officeDocument/2006/math">
                    <m:r>
                      <a:rPr lang="en-US" altLang="zh-CN" sz="2400" b="1" i="1" smtClean="0">
                        <a:solidFill>
                          <a:srgbClr val="002060"/>
                        </a:solidFill>
                        <a:latin typeface="Cambria Math" panose="02040503050406030204" pitchFamily="18" charset="0"/>
                        <a:ea typeface="楷体" panose="02010609060101010101" pitchFamily="49" charset="-122"/>
                      </a:rPr>
                      <m:t>𝑩</m:t>
                    </m:r>
                  </m:oMath>
                </a14:m>
                <a:r>
                  <a:rPr lang="zh-CN" altLang="en-US" sz="2400" b="1">
                    <a:solidFill>
                      <a:srgbClr val="C00000"/>
                    </a:solidFill>
                    <a:latin typeface="黑体" panose="02010609060101010101" pitchFamily="49" charset="-122"/>
                    <a:ea typeface="黑体" panose="02010609060101010101" pitchFamily="49" charset="-122"/>
                  </a:rPr>
                  <a:t>逻辑等值</a:t>
                </a:r>
                <a:r>
                  <a:rPr lang="en-US" altLang="zh-CN" sz="2400">
                    <a:solidFill>
                      <a:srgbClr val="002060"/>
                    </a:solidFill>
                    <a:latin typeface="Arial" panose="020B0604020202020204" pitchFamily="34" charset="0"/>
                    <a:ea typeface="楷体" panose="02010609060101010101" pitchFamily="49" charset="-122"/>
                    <a:cs typeface="Arial" panose="020B0604020202020204" pitchFamily="34" charset="0"/>
                  </a:rPr>
                  <a:t>(logically equivalent)</a:t>
                </a:r>
                <a:r>
                  <a:rPr lang="zh-CN" altLang="en-US" sz="2400" b="1">
                    <a:solidFill>
                      <a:srgbClr val="002060"/>
                    </a:solidFill>
                    <a:latin typeface="楷体" panose="02010609060101010101" pitchFamily="49" charset="-122"/>
                    <a:ea typeface="楷体" panose="02010609060101010101" pitchFamily="49" charset="-122"/>
                  </a:rPr>
                  <a:t>，简称</a:t>
                </a:r>
                <a:r>
                  <a:rPr lang="zh-CN" altLang="en-US" sz="2400" b="1">
                    <a:solidFill>
                      <a:srgbClr val="C00000"/>
                    </a:solidFill>
                    <a:latin typeface="黑体" panose="02010609060101010101" pitchFamily="49" charset="-122"/>
                    <a:ea typeface="黑体" panose="02010609060101010101" pitchFamily="49" charset="-122"/>
                  </a:rPr>
                  <a:t>等值</a:t>
                </a:r>
                <a:r>
                  <a:rPr lang="zh-CN" altLang="en-US" sz="2400" b="1">
                    <a:solidFill>
                      <a:srgbClr val="002060"/>
                    </a:solidFill>
                    <a:latin typeface="楷体" panose="02010609060101010101" pitchFamily="49" charset="-122"/>
                    <a:ea typeface="楷体" panose="02010609060101010101" pitchFamily="49" charset="-122"/>
                  </a:rPr>
                  <a:t>，记为</a:t>
                </a:r>
                <a14:m>
                  <m:oMath xmlns:m="http://schemas.openxmlformats.org/officeDocument/2006/math">
                    <m:r>
                      <a:rPr lang="en-US" altLang="zh-CN" sz="2400" b="1" i="1" smtClean="0">
                        <a:solidFill>
                          <a:srgbClr val="C00000"/>
                        </a:solidFill>
                        <a:latin typeface="Cambria Math" panose="02040503050406030204" pitchFamily="18" charset="0"/>
                        <a:ea typeface="楷体" panose="02010609060101010101" pitchFamily="49" charset="-122"/>
                      </a:rPr>
                      <m:t>𝑨</m:t>
                    </m:r>
                    <m:r>
                      <a:rPr lang="en-US" altLang="zh-CN" sz="2400" b="1" i="1">
                        <a:solidFill>
                          <a:srgbClr val="C00000"/>
                        </a:solidFill>
                        <a:latin typeface="Cambria Math" panose="02040503050406030204" pitchFamily="18" charset="0"/>
                        <a:ea typeface="楷体" panose="02010609060101010101" pitchFamily="49" charset="-122"/>
                      </a:rPr>
                      <m:t>≡</m:t>
                    </m:r>
                    <m:r>
                      <a:rPr lang="en-US" altLang="zh-CN" sz="2400" b="1" i="1" smtClean="0">
                        <a:solidFill>
                          <a:srgbClr val="C00000"/>
                        </a:solidFill>
                        <a:latin typeface="Cambria Math" panose="02040503050406030204" pitchFamily="18" charset="0"/>
                        <a:ea typeface="楷体" panose="02010609060101010101" pitchFamily="49" charset="-122"/>
                      </a:rPr>
                      <m:t>𝑩</m:t>
                    </m:r>
                  </m:oMath>
                </a14:m>
                <a:r>
                  <a:rPr lang="zh-CN" altLang="en-US" sz="2400" b="1">
                    <a:solidFill>
                      <a:srgbClr val="002060"/>
                    </a:solidFill>
                    <a:latin typeface="楷体" panose="02010609060101010101" pitchFamily="49" charset="-122"/>
                    <a:ea typeface="楷体" panose="02010609060101010101" pitchFamily="49" charset="-122"/>
                  </a:rPr>
                  <a:t>，如果</a:t>
                </a:r>
                <a:endParaRPr lang="en-US" altLang="zh-CN" sz="2400" b="1">
                  <a:solidFill>
                    <a:srgbClr val="002060"/>
                  </a:solidFill>
                  <a:latin typeface="楷体" panose="02010609060101010101" pitchFamily="49" charset="-122"/>
                  <a:ea typeface="楷体" panose="02010609060101010101" pitchFamily="49" charset="-122"/>
                </a:endParaRPr>
              </a:p>
              <a:p>
                <a:pPr marL="285750" indent="-285750">
                  <a:lnSpc>
                    <a:spcPct val="150000"/>
                  </a:lnSpc>
                  <a:buFont typeface="Arial" panose="020B0604020202020204" pitchFamily="34" charset="0"/>
                  <a:buChar char="•"/>
                </a:pPr>
                <a:r>
                  <a:rPr lang="zh-CN" altLang="en-US" b="1">
                    <a:solidFill>
                      <a:schemeClr val="accent6">
                        <a:lumMod val="50000"/>
                      </a:schemeClr>
                    </a:solidFill>
                    <a:latin typeface="宋体" panose="02010600030101010101" pitchFamily="2" charset="-122"/>
                    <a:ea typeface="宋体" panose="02010600030101010101" pitchFamily="2" charset="-122"/>
                  </a:rPr>
                  <a:t>对任意真值赋值函数</a:t>
                </a:r>
                <a14:m>
                  <m:oMath xmlns:m="http://schemas.openxmlformats.org/officeDocument/2006/math">
                    <m:r>
                      <a:rPr lang="en-US" altLang="zh-CN" b="1" i="1" smtClean="0">
                        <a:solidFill>
                          <a:schemeClr val="accent6">
                            <a:lumMod val="50000"/>
                          </a:schemeClr>
                        </a:solidFill>
                        <a:latin typeface="Cambria Math" panose="02040503050406030204" pitchFamily="18" charset="0"/>
                        <a:ea typeface="宋体" panose="02010600030101010101" pitchFamily="2" charset="-122"/>
                      </a:rPr>
                      <m:t>𝝈</m:t>
                    </m:r>
                    <m:r>
                      <a:rPr lang="en-US" altLang="zh-CN" b="1" i="1" smtClean="0">
                        <a:solidFill>
                          <a:schemeClr val="accent6">
                            <a:lumMod val="50000"/>
                          </a:schemeClr>
                        </a:solidFill>
                        <a:latin typeface="Cambria Math" panose="02040503050406030204" pitchFamily="18" charset="0"/>
                        <a:ea typeface="宋体" panose="02010600030101010101" pitchFamily="2" charset="-122"/>
                      </a:rPr>
                      <m:t>:</m:t>
                    </m:r>
                    <m:r>
                      <a:rPr lang="en-US" altLang="zh-CN" b="1" i="1" smtClean="0">
                        <a:solidFill>
                          <a:schemeClr val="accent6">
                            <a:lumMod val="50000"/>
                          </a:schemeClr>
                        </a:solidFill>
                        <a:latin typeface="Cambria Math" panose="02040503050406030204" pitchFamily="18" charset="0"/>
                        <a:ea typeface="宋体" panose="02010600030101010101" pitchFamily="2" charset="-122"/>
                      </a:rPr>
                      <m:t>𝑽𝒂𝒓</m:t>
                    </m:r>
                    <m:r>
                      <a:rPr lang="en-US" altLang="zh-CN" b="1" i="1" smtClean="0">
                        <a:solidFill>
                          <a:schemeClr val="accent6">
                            <a:lumMod val="50000"/>
                          </a:schemeClr>
                        </a:solidFill>
                        <a:latin typeface="Cambria Math" panose="02040503050406030204" pitchFamily="18" charset="0"/>
                        <a:ea typeface="宋体" panose="02010600030101010101" pitchFamily="2" charset="-122"/>
                      </a:rPr>
                      <m:t>→</m:t>
                    </m:r>
                    <m:r>
                      <a:rPr lang="en-US" altLang="zh-CN" b="1" i="1" smtClean="0">
                        <a:solidFill>
                          <a:schemeClr val="accent6">
                            <a:lumMod val="50000"/>
                          </a:schemeClr>
                        </a:solidFill>
                        <a:latin typeface="Cambria Math" panose="02040503050406030204" pitchFamily="18" charset="0"/>
                        <a:ea typeface="宋体" panose="02010600030101010101" pitchFamily="2" charset="-122"/>
                      </a:rPr>
                      <m:t>𝟐</m:t>
                    </m:r>
                  </m:oMath>
                </a14:m>
                <a:r>
                  <a:rPr lang="zh-CN" altLang="en-US" b="1">
                    <a:solidFill>
                      <a:schemeClr val="accent6">
                        <a:lumMod val="50000"/>
                      </a:schemeClr>
                    </a:solidFill>
                    <a:latin typeface="宋体" panose="02010600030101010101" pitchFamily="2" charset="-122"/>
                    <a:ea typeface="宋体" panose="02010600030101010101" pitchFamily="2" charset="-122"/>
                  </a:rPr>
                  <a:t>，</a:t>
                </a:r>
                <a14:m>
                  <m:oMath xmlns:m="http://schemas.openxmlformats.org/officeDocument/2006/math">
                    <m:r>
                      <a:rPr lang="en-US" altLang="zh-CN" b="1" i="1" smtClean="0">
                        <a:solidFill>
                          <a:schemeClr val="accent6">
                            <a:lumMod val="50000"/>
                          </a:schemeClr>
                        </a:solidFill>
                        <a:latin typeface="Cambria Math" panose="02040503050406030204" pitchFamily="18" charset="0"/>
                        <a:ea typeface="宋体" panose="02010600030101010101" pitchFamily="2" charset="-122"/>
                      </a:rPr>
                      <m:t>𝑨</m:t>
                    </m:r>
                  </m:oMath>
                </a14:m>
                <a:r>
                  <a:rPr lang="zh-CN" altLang="en-US" b="1">
                    <a:solidFill>
                      <a:schemeClr val="accent6">
                        <a:lumMod val="50000"/>
                      </a:schemeClr>
                    </a:solidFill>
                    <a:latin typeface="宋体" panose="02010600030101010101" pitchFamily="2" charset="-122"/>
                    <a:ea typeface="宋体" panose="02010600030101010101" pitchFamily="2" charset="-122"/>
                  </a:rPr>
                  <a:t>和</a:t>
                </a:r>
                <a14:m>
                  <m:oMath xmlns:m="http://schemas.openxmlformats.org/officeDocument/2006/math">
                    <m:r>
                      <a:rPr lang="en-US" altLang="zh-CN" b="1" i="1" smtClean="0">
                        <a:solidFill>
                          <a:schemeClr val="accent6">
                            <a:lumMod val="50000"/>
                          </a:schemeClr>
                        </a:solidFill>
                        <a:latin typeface="Cambria Math" panose="02040503050406030204" pitchFamily="18" charset="0"/>
                        <a:ea typeface="宋体" panose="02010600030101010101" pitchFamily="2" charset="-122"/>
                      </a:rPr>
                      <m:t>𝑩</m:t>
                    </m:r>
                  </m:oMath>
                </a14:m>
                <a:r>
                  <a:rPr lang="zh-CN" altLang="en-US" b="1">
                    <a:solidFill>
                      <a:schemeClr val="accent6">
                        <a:lumMod val="50000"/>
                      </a:schemeClr>
                    </a:solidFill>
                    <a:latin typeface="宋体" panose="02010600030101010101" pitchFamily="2" charset="-122"/>
                    <a:ea typeface="宋体" panose="02010600030101010101" pitchFamily="2" charset="-122"/>
                  </a:rPr>
                  <a:t>在</a:t>
                </a:r>
                <a14:m>
                  <m:oMath xmlns:m="http://schemas.openxmlformats.org/officeDocument/2006/math">
                    <m:r>
                      <a:rPr lang="en-US" altLang="zh-CN" b="1" i="1" smtClean="0">
                        <a:solidFill>
                          <a:schemeClr val="accent6">
                            <a:lumMod val="50000"/>
                          </a:schemeClr>
                        </a:solidFill>
                        <a:latin typeface="Cambria Math" panose="02040503050406030204" pitchFamily="18" charset="0"/>
                        <a:ea typeface="宋体" panose="02010600030101010101" pitchFamily="2" charset="-122"/>
                      </a:rPr>
                      <m:t>𝝈</m:t>
                    </m:r>
                  </m:oMath>
                </a14:m>
                <a:r>
                  <a:rPr lang="zh-CN" altLang="en-US" b="1">
                    <a:solidFill>
                      <a:schemeClr val="accent6">
                        <a:lumMod val="50000"/>
                      </a:schemeClr>
                    </a:solidFill>
                    <a:latin typeface="宋体" panose="02010600030101010101" pitchFamily="2" charset="-122"/>
                    <a:ea typeface="宋体" panose="02010600030101010101" pitchFamily="2" charset="-122"/>
                  </a:rPr>
                  <a:t>下的真值都相同，即都有</a:t>
                </a:r>
                <a14:m>
                  <m:oMath xmlns:m="http://schemas.openxmlformats.org/officeDocument/2006/math">
                    <m:r>
                      <a:rPr lang="en-US" altLang="zh-CN" b="1" i="1" smtClean="0">
                        <a:solidFill>
                          <a:schemeClr val="accent6">
                            <a:lumMod val="50000"/>
                          </a:schemeClr>
                        </a:solidFill>
                        <a:latin typeface="Cambria Math" panose="02040503050406030204" pitchFamily="18" charset="0"/>
                        <a:ea typeface="宋体" panose="02010600030101010101" pitchFamily="2" charset="-122"/>
                      </a:rPr>
                      <m:t>𝝈</m:t>
                    </m:r>
                    <m:d>
                      <m:dPr>
                        <m:ctrlPr>
                          <a:rPr lang="en-US" altLang="zh-CN" b="1" i="1" smtClean="0">
                            <a:solidFill>
                              <a:schemeClr val="accent6">
                                <a:lumMod val="50000"/>
                              </a:schemeClr>
                            </a:solidFill>
                            <a:latin typeface="Cambria Math" panose="02040503050406030204" pitchFamily="18" charset="0"/>
                            <a:ea typeface="宋体" panose="02010600030101010101" pitchFamily="2" charset="-122"/>
                          </a:rPr>
                        </m:ctrlPr>
                      </m:dPr>
                      <m:e>
                        <m:r>
                          <a:rPr lang="en-US" altLang="zh-CN" b="1" i="1">
                            <a:solidFill>
                              <a:schemeClr val="accent6">
                                <a:lumMod val="50000"/>
                              </a:schemeClr>
                            </a:solidFill>
                            <a:latin typeface="Cambria Math" panose="02040503050406030204" pitchFamily="18" charset="0"/>
                            <a:ea typeface="宋体" panose="02010600030101010101" pitchFamily="2" charset="-122"/>
                          </a:rPr>
                          <m:t>𝑨</m:t>
                        </m:r>
                      </m:e>
                    </m:d>
                    <m:r>
                      <a:rPr lang="en-US" altLang="zh-CN" b="1" i="1">
                        <a:solidFill>
                          <a:schemeClr val="accent6">
                            <a:lumMod val="50000"/>
                          </a:schemeClr>
                        </a:solidFill>
                        <a:latin typeface="Cambria Math" panose="02040503050406030204" pitchFamily="18" charset="0"/>
                        <a:ea typeface="宋体" panose="02010600030101010101" pitchFamily="2" charset="-122"/>
                      </a:rPr>
                      <m:t>= </m:t>
                    </m:r>
                    <m:r>
                      <a:rPr lang="en-US" altLang="zh-CN" b="1" i="1">
                        <a:solidFill>
                          <a:schemeClr val="accent6">
                            <a:lumMod val="50000"/>
                          </a:schemeClr>
                        </a:solidFill>
                        <a:latin typeface="Cambria Math" panose="02040503050406030204" pitchFamily="18" charset="0"/>
                        <a:ea typeface="宋体" panose="02010600030101010101" pitchFamily="2" charset="-122"/>
                      </a:rPr>
                      <m:t>𝝈</m:t>
                    </m:r>
                    <m:d>
                      <m:dPr>
                        <m:ctrlPr>
                          <a:rPr lang="en-US" altLang="zh-CN" b="1" i="1">
                            <a:solidFill>
                              <a:schemeClr val="accent6">
                                <a:lumMod val="50000"/>
                              </a:schemeClr>
                            </a:solidFill>
                            <a:latin typeface="Cambria Math" panose="02040503050406030204" pitchFamily="18" charset="0"/>
                            <a:ea typeface="宋体" panose="02010600030101010101" pitchFamily="2" charset="-122"/>
                          </a:rPr>
                        </m:ctrlPr>
                      </m:dPr>
                      <m:e>
                        <m:r>
                          <a:rPr lang="en-US" altLang="zh-CN" b="1" i="1">
                            <a:solidFill>
                              <a:schemeClr val="accent6">
                                <a:lumMod val="50000"/>
                              </a:schemeClr>
                            </a:solidFill>
                            <a:latin typeface="Cambria Math" panose="02040503050406030204" pitchFamily="18" charset="0"/>
                            <a:ea typeface="宋体" panose="02010600030101010101" pitchFamily="2" charset="-122"/>
                          </a:rPr>
                          <m:t>𝑩</m:t>
                        </m:r>
                      </m:e>
                    </m:d>
                  </m:oMath>
                </a14:m>
                <a:endParaRPr lang="zh-CN" altLang="en-US" b="1">
                  <a:solidFill>
                    <a:schemeClr val="accent6">
                      <a:lumMod val="50000"/>
                    </a:schemeClr>
                  </a:solidFill>
                  <a:latin typeface="宋体" panose="02010600030101010101" pitchFamily="2" charset="-122"/>
                  <a:ea typeface="宋体" panose="02010600030101010101" pitchFamily="2" charset="-122"/>
                </a:endParaRPr>
              </a:p>
            </p:txBody>
          </p:sp>
        </mc:Choice>
        <mc:Fallback xmlns="">
          <p:sp>
            <p:nvSpPr>
              <p:cNvPr id="2" name="文本框 1">
                <a:extLst>
                  <a:ext uri="{FF2B5EF4-FFF2-40B4-BE49-F238E27FC236}">
                    <a16:creationId xmlns:a16="http://schemas.microsoft.com/office/drawing/2014/main" id="{4A92F19A-FD67-4627-8344-37081077F46D}"/>
                  </a:ext>
                </a:extLst>
              </p:cNvPr>
              <p:cNvSpPr txBox="1">
                <a:spLocks noRot="1" noChangeAspect="1" noMove="1" noResize="1" noEditPoints="1" noAdjustHandles="1" noChangeArrowheads="1" noChangeShapeType="1" noTextEdit="1"/>
              </p:cNvSpPr>
              <p:nvPr/>
            </p:nvSpPr>
            <p:spPr>
              <a:xfrm>
                <a:off x="439408" y="2050034"/>
                <a:ext cx="11281987" cy="1007071"/>
              </a:xfrm>
              <a:prstGeom prst="rect">
                <a:avLst/>
              </a:prstGeom>
              <a:blipFill>
                <a:blip r:embed="rId2"/>
                <a:stretch>
                  <a:fillRect l="-810" r="-594" b="-787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47DC489E-2D4F-452F-9B15-31F480375E95}"/>
                  </a:ext>
                </a:extLst>
              </p:cNvPr>
              <p:cNvSpPr txBox="1"/>
              <p:nvPr/>
            </p:nvSpPr>
            <p:spPr>
              <a:xfrm>
                <a:off x="7012592" y="3530722"/>
                <a:ext cx="3762855" cy="839653"/>
              </a:xfrm>
              <a:prstGeom prst="rect">
                <a:avLst/>
              </a:prstGeom>
              <a:solidFill>
                <a:schemeClr val="accent2">
                  <a:lumMod val="40000"/>
                  <a:lumOff val="60000"/>
                  <a:alpha val="50000"/>
                </a:schemeClr>
              </a:solidFill>
            </p:spPr>
            <p:txBody>
              <a:bodyPr wrap="square" rtlCol="0">
                <a:spAutoFit/>
              </a:bodyPr>
              <a:lstStyle/>
              <a:p>
                <a:pPr>
                  <a:lnSpc>
                    <a:spcPct val="150000"/>
                  </a:lnSpc>
                </a:pPr>
                <a:r>
                  <a:rPr lang="zh-CN" altLang="en-US" b="1">
                    <a:solidFill>
                      <a:srgbClr val="002060"/>
                    </a:solidFill>
                    <a:latin typeface="楷体" panose="02010609060101010101" pitchFamily="49" charset="-122"/>
                    <a:ea typeface="楷体" panose="02010609060101010101" pitchFamily="49" charset="-122"/>
                  </a:rPr>
                  <a:t>称</a:t>
                </a:r>
                <a14:m>
                  <m:oMath xmlns:m="http://schemas.openxmlformats.org/officeDocument/2006/math">
                    <m:r>
                      <a:rPr lang="en-US" altLang="zh-CN" b="1" i="1" smtClean="0">
                        <a:solidFill>
                          <a:srgbClr val="002060"/>
                        </a:solidFill>
                        <a:latin typeface="Cambria Math" panose="02040503050406030204" pitchFamily="18" charset="0"/>
                        <a:ea typeface="楷体" panose="02010609060101010101" pitchFamily="49" charset="-122"/>
                      </a:rPr>
                      <m:t>𝑨</m:t>
                    </m:r>
                    <m:r>
                      <a:rPr lang="en-US" altLang="zh-CN" b="1" i="1" smtClean="0">
                        <a:solidFill>
                          <a:srgbClr val="002060"/>
                        </a:solidFill>
                        <a:latin typeface="Cambria Math" panose="02040503050406030204" pitchFamily="18" charset="0"/>
                        <a:ea typeface="楷体" panose="02010609060101010101" pitchFamily="49" charset="-122"/>
                      </a:rPr>
                      <m:t>≡</m:t>
                    </m:r>
                    <m:r>
                      <a:rPr lang="en-US" altLang="zh-CN" b="1" i="1" smtClean="0">
                        <a:solidFill>
                          <a:srgbClr val="002060"/>
                        </a:solidFill>
                        <a:latin typeface="Cambria Math" panose="02040503050406030204" pitchFamily="18" charset="0"/>
                        <a:ea typeface="楷体" panose="02010609060101010101" pitchFamily="49" charset="-122"/>
                      </a:rPr>
                      <m:t>𝑩</m:t>
                    </m:r>
                  </m:oMath>
                </a14:m>
                <a:r>
                  <a:rPr lang="zh-CN" altLang="en-US" b="1">
                    <a:solidFill>
                      <a:srgbClr val="002060"/>
                    </a:solidFill>
                    <a:latin typeface="楷体" panose="02010609060101010101" pitchFamily="49" charset="-122"/>
                    <a:ea typeface="楷体" panose="02010609060101010101" pitchFamily="49" charset="-122"/>
                  </a:rPr>
                  <a:t>为逻辑等值式</a:t>
                </a:r>
                <a:endParaRPr lang="en-US" altLang="zh-CN" b="1">
                  <a:solidFill>
                    <a:srgbClr val="002060"/>
                  </a:solidFill>
                  <a:latin typeface="楷体" panose="02010609060101010101" pitchFamily="49" charset="-122"/>
                  <a:ea typeface="楷体" panose="02010609060101010101" pitchFamily="49" charset="-122"/>
                </a:endParaRPr>
              </a:p>
              <a:p>
                <a:pPr marL="285750" indent="-285750">
                  <a:lnSpc>
                    <a:spcPct val="150000"/>
                  </a:lnSpc>
                  <a:buFont typeface="Arial" panose="020B0604020202020204" pitchFamily="34" charset="0"/>
                  <a:buChar char="•"/>
                </a:pPr>
                <a:r>
                  <a:rPr lang="zh-CN" altLang="en-US" sz="1600" b="1">
                    <a:solidFill>
                      <a:schemeClr val="accent2">
                        <a:lumMod val="50000"/>
                      </a:schemeClr>
                    </a:solidFill>
                  </a:rPr>
                  <a:t>逻辑等值式本身不是命题逻辑公式！</a:t>
                </a:r>
              </a:p>
            </p:txBody>
          </p:sp>
        </mc:Choice>
        <mc:Fallback xmlns="">
          <p:sp>
            <p:nvSpPr>
              <p:cNvPr id="4" name="文本框 3">
                <a:extLst>
                  <a:ext uri="{FF2B5EF4-FFF2-40B4-BE49-F238E27FC236}">
                    <a16:creationId xmlns:a16="http://schemas.microsoft.com/office/drawing/2014/main" id="{47DC489E-2D4F-452F-9B15-31F480375E95}"/>
                  </a:ext>
                </a:extLst>
              </p:cNvPr>
              <p:cNvSpPr txBox="1">
                <a:spLocks noRot="1" noChangeAspect="1" noMove="1" noResize="1" noEditPoints="1" noAdjustHandles="1" noChangeArrowheads="1" noChangeShapeType="1" noTextEdit="1"/>
              </p:cNvSpPr>
              <p:nvPr/>
            </p:nvSpPr>
            <p:spPr>
              <a:xfrm>
                <a:off x="7012592" y="3530722"/>
                <a:ext cx="3762855" cy="839653"/>
              </a:xfrm>
              <a:prstGeom prst="rect">
                <a:avLst/>
              </a:prstGeom>
              <a:blipFill>
                <a:blip r:embed="rId3"/>
                <a:stretch>
                  <a:fillRect l="-1294" b="-869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4B37541D-4F2A-4F97-9F0A-93268F6616A2}"/>
                  </a:ext>
                </a:extLst>
              </p:cNvPr>
              <p:cNvSpPr txBox="1"/>
              <p:nvPr/>
            </p:nvSpPr>
            <p:spPr>
              <a:xfrm>
                <a:off x="1092017" y="3422027"/>
                <a:ext cx="5262733" cy="1034963"/>
              </a:xfrm>
              <a:prstGeom prst="rect">
                <a:avLst/>
              </a:prstGeom>
              <a:solidFill>
                <a:schemeClr val="accent5">
                  <a:lumMod val="20000"/>
                  <a:lumOff val="80000"/>
                </a:schemeClr>
              </a:solidFill>
            </p:spPr>
            <p:txBody>
              <a:bodyPr wrap="square" rtlCol="0">
                <a:spAutoFit/>
              </a:bodyPr>
              <a:lstStyle/>
              <a:p>
                <a:pPr algn="ctr">
                  <a:lnSpc>
                    <a:spcPct val="150000"/>
                  </a:lnSpc>
                </a:pPr>
                <a:r>
                  <a:rPr lang="zh-CN" altLang="en-US" sz="2000" b="1">
                    <a:solidFill>
                      <a:srgbClr val="C00000"/>
                    </a:solidFill>
                  </a:rPr>
                  <a:t>逻辑等值式与永真式</a:t>
                </a:r>
                <a:endParaRPr lang="en-US" altLang="zh-CN" sz="2000" b="1">
                  <a:solidFill>
                    <a:srgbClr val="C00000"/>
                  </a:solidFill>
                </a:endParaRPr>
              </a:p>
              <a:p>
                <a:pPr>
                  <a:lnSpc>
                    <a:spcPct val="150000"/>
                  </a:lnSpc>
                </a:pPr>
                <a14:m>
                  <m:oMath xmlns:m="http://schemas.openxmlformats.org/officeDocument/2006/math">
                    <m:r>
                      <a:rPr lang="en-US" altLang="zh-CN" sz="2400" b="1" i="1" smtClean="0">
                        <a:solidFill>
                          <a:srgbClr val="002060"/>
                        </a:solidFill>
                        <a:latin typeface="Cambria Math" panose="02040503050406030204" pitchFamily="18" charset="0"/>
                      </a:rPr>
                      <m:t>𝑨</m:t>
                    </m:r>
                    <m:r>
                      <a:rPr lang="en-US" altLang="zh-CN" sz="2400" b="1" i="1" smtClean="0">
                        <a:solidFill>
                          <a:srgbClr val="002060"/>
                        </a:solidFill>
                        <a:latin typeface="Cambria Math" panose="02040503050406030204" pitchFamily="18" charset="0"/>
                      </a:rPr>
                      <m:t>≡</m:t>
                    </m:r>
                    <m:r>
                      <a:rPr lang="en-US" altLang="zh-CN" sz="2400" b="1" i="1" smtClean="0">
                        <a:solidFill>
                          <a:srgbClr val="002060"/>
                        </a:solidFill>
                        <a:latin typeface="Cambria Math" panose="02040503050406030204" pitchFamily="18" charset="0"/>
                      </a:rPr>
                      <m:t>𝑩</m:t>
                    </m:r>
                  </m:oMath>
                </a14:m>
                <a:r>
                  <a:rPr lang="zh-CN" altLang="en-US" sz="2400" b="1">
                    <a:solidFill>
                      <a:srgbClr val="002060"/>
                    </a:solidFill>
                    <a:latin typeface="楷体" panose="02010609060101010101" pitchFamily="49" charset="-122"/>
                    <a:ea typeface="楷体" panose="02010609060101010101" pitchFamily="49" charset="-122"/>
                  </a:rPr>
                  <a:t>当且仅当公式</a:t>
                </a:r>
                <a14:m>
                  <m:oMath xmlns:m="http://schemas.openxmlformats.org/officeDocument/2006/math">
                    <m:d>
                      <m:dPr>
                        <m:ctrlPr>
                          <a:rPr lang="en-US" altLang="zh-CN" sz="2400" b="1" i="1" smtClean="0">
                            <a:solidFill>
                              <a:srgbClr val="002060"/>
                            </a:solidFill>
                            <a:latin typeface="Cambria Math" panose="02040503050406030204" pitchFamily="18" charset="0"/>
                          </a:rPr>
                        </m:ctrlPr>
                      </m:dPr>
                      <m:e>
                        <m:r>
                          <a:rPr lang="en-US" altLang="zh-CN" sz="2400" b="1" i="1" smtClean="0">
                            <a:solidFill>
                              <a:srgbClr val="002060"/>
                            </a:solidFill>
                            <a:latin typeface="Cambria Math" panose="02040503050406030204" pitchFamily="18" charset="0"/>
                          </a:rPr>
                          <m:t>𝑨</m:t>
                        </m:r>
                        <m:r>
                          <a:rPr lang="en-US" altLang="zh-CN" sz="2400" b="1" i="1" smtClean="0">
                            <a:solidFill>
                              <a:srgbClr val="002060"/>
                            </a:solidFill>
                            <a:latin typeface="Cambria Math" panose="02040503050406030204" pitchFamily="18" charset="0"/>
                          </a:rPr>
                          <m:t>↔</m:t>
                        </m:r>
                        <m:r>
                          <a:rPr lang="en-US" altLang="zh-CN" sz="2400" b="1" i="1" smtClean="0">
                            <a:solidFill>
                              <a:srgbClr val="002060"/>
                            </a:solidFill>
                            <a:latin typeface="Cambria Math" panose="02040503050406030204" pitchFamily="18" charset="0"/>
                          </a:rPr>
                          <m:t>𝑩</m:t>
                        </m:r>
                      </m:e>
                    </m:d>
                  </m:oMath>
                </a14:m>
                <a:r>
                  <a:rPr lang="zh-CN" altLang="en-US" sz="2400" b="1">
                    <a:solidFill>
                      <a:srgbClr val="002060"/>
                    </a:solidFill>
                    <a:latin typeface="楷体" panose="02010609060101010101" pitchFamily="49" charset="-122"/>
                    <a:ea typeface="楷体" panose="02010609060101010101" pitchFamily="49" charset="-122"/>
                  </a:rPr>
                  <a:t>是永真式</a:t>
                </a:r>
              </a:p>
            </p:txBody>
          </p:sp>
        </mc:Choice>
        <mc:Fallback xmlns="">
          <p:sp>
            <p:nvSpPr>
              <p:cNvPr id="6" name="文本框 5">
                <a:extLst>
                  <a:ext uri="{FF2B5EF4-FFF2-40B4-BE49-F238E27FC236}">
                    <a16:creationId xmlns:a16="http://schemas.microsoft.com/office/drawing/2014/main" id="{4B37541D-4F2A-4F97-9F0A-93268F6616A2}"/>
                  </a:ext>
                </a:extLst>
              </p:cNvPr>
              <p:cNvSpPr txBox="1">
                <a:spLocks noRot="1" noChangeAspect="1" noMove="1" noResize="1" noEditPoints="1" noAdjustHandles="1" noChangeArrowheads="1" noChangeShapeType="1" noTextEdit="1"/>
              </p:cNvSpPr>
              <p:nvPr/>
            </p:nvSpPr>
            <p:spPr>
              <a:xfrm>
                <a:off x="1092017" y="3422027"/>
                <a:ext cx="5262733" cy="1034963"/>
              </a:xfrm>
              <a:prstGeom prst="rect">
                <a:avLst/>
              </a:prstGeom>
              <a:blipFill>
                <a:blip r:embed="rId4"/>
                <a:stretch>
                  <a:fillRect l="-232" r="-579" b="-1117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文本框 11">
                <a:extLst>
                  <a:ext uri="{FF2B5EF4-FFF2-40B4-BE49-F238E27FC236}">
                    <a16:creationId xmlns:a16="http://schemas.microsoft.com/office/drawing/2014/main" id="{C5404F3C-ACE6-4FC5-989F-5631EDA801B3}"/>
                  </a:ext>
                </a:extLst>
              </p:cNvPr>
              <p:cNvSpPr txBox="1"/>
              <p:nvPr/>
            </p:nvSpPr>
            <p:spPr>
              <a:xfrm>
                <a:off x="3756698" y="4756315"/>
                <a:ext cx="4678601" cy="1554272"/>
              </a:xfrm>
              <a:prstGeom prst="rect">
                <a:avLst/>
              </a:prstGeom>
              <a:solidFill>
                <a:schemeClr val="accent4">
                  <a:lumMod val="20000"/>
                  <a:lumOff val="80000"/>
                  <a:alpha val="49000"/>
                </a:schemeClr>
              </a:solidFill>
            </p:spPr>
            <p:txBody>
              <a:bodyPr wrap="square" rtlCol="0">
                <a:spAutoFit/>
              </a:bodyPr>
              <a:lstStyle/>
              <a:p>
                <a:pPr algn="ctr">
                  <a:spcBef>
                    <a:spcPts val="600"/>
                  </a:spcBef>
                </a:pPr>
                <a:r>
                  <a:rPr lang="zh-CN" altLang="en-US" sz="2000" b="1">
                    <a:solidFill>
                      <a:srgbClr val="C00000"/>
                    </a:solidFill>
                  </a:rPr>
                  <a:t>证明逻辑等值式</a:t>
                </a:r>
                <a14:m>
                  <m:oMath xmlns:m="http://schemas.openxmlformats.org/officeDocument/2006/math">
                    <m:r>
                      <a:rPr lang="en-US" altLang="zh-CN" sz="2000" b="1" i="1">
                        <a:solidFill>
                          <a:srgbClr val="C00000"/>
                        </a:solidFill>
                        <a:latin typeface="Cambria Math" panose="02040503050406030204" pitchFamily="18" charset="0"/>
                        <a:ea typeface="楷体" panose="02010609060101010101" pitchFamily="49" charset="-122"/>
                      </a:rPr>
                      <m:t>𝑨</m:t>
                    </m:r>
                    <m:r>
                      <a:rPr lang="en-US" altLang="zh-CN" sz="2000" b="1" i="1">
                        <a:solidFill>
                          <a:srgbClr val="C00000"/>
                        </a:solidFill>
                        <a:latin typeface="Cambria Math" panose="02040503050406030204" pitchFamily="18" charset="0"/>
                        <a:ea typeface="楷体" panose="02010609060101010101" pitchFamily="49" charset="-122"/>
                      </a:rPr>
                      <m:t>≡</m:t>
                    </m:r>
                    <m:r>
                      <a:rPr lang="en-US" altLang="zh-CN" sz="2000" b="1" i="1">
                        <a:solidFill>
                          <a:srgbClr val="C00000"/>
                        </a:solidFill>
                        <a:latin typeface="Cambria Math" panose="02040503050406030204" pitchFamily="18" charset="0"/>
                        <a:ea typeface="楷体" panose="02010609060101010101" pitchFamily="49" charset="-122"/>
                      </a:rPr>
                      <m:t>𝑩</m:t>
                    </m:r>
                  </m:oMath>
                </a14:m>
                <a:r>
                  <a:rPr lang="zh-CN" altLang="en-US" sz="2000" b="1">
                    <a:solidFill>
                      <a:srgbClr val="C00000"/>
                    </a:solidFill>
                  </a:rPr>
                  <a:t>的方法</a:t>
                </a:r>
                <a:endParaRPr lang="en-US" altLang="zh-CN" sz="2000" b="1"/>
              </a:p>
              <a:p>
                <a:pPr marL="285750" indent="-285750">
                  <a:spcBef>
                    <a:spcPts val="600"/>
                  </a:spcBef>
                  <a:buFont typeface="Arial" panose="020B0604020202020204" pitchFamily="34" charset="0"/>
                  <a:buChar char="•"/>
                </a:pPr>
                <a:r>
                  <a:rPr lang="zh-CN" altLang="en-US" sz="2000" b="1">
                    <a:solidFill>
                      <a:srgbClr val="002060"/>
                    </a:solidFill>
                    <a:latin typeface="楷体" panose="02010609060101010101" pitchFamily="49" charset="-122"/>
                    <a:ea typeface="楷体" panose="02010609060101010101" pitchFamily="49" charset="-122"/>
                  </a:rPr>
                  <a:t>基于逻辑等值定义的非形式证明方法</a:t>
                </a:r>
              </a:p>
              <a:p>
                <a:pPr marL="285750" indent="-285750">
                  <a:spcBef>
                    <a:spcPts val="600"/>
                  </a:spcBef>
                  <a:buFont typeface="Arial" panose="020B0604020202020204" pitchFamily="34" charset="0"/>
                  <a:buChar char="•"/>
                </a:pPr>
                <a:r>
                  <a:rPr lang="zh-CN" altLang="en-US" sz="2000" b="1">
                    <a:solidFill>
                      <a:srgbClr val="002060"/>
                    </a:solidFill>
                    <a:latin typeface="楷体" panose="02010609060101010101" pitchFamily="49" charset="-122"/>
                    <a:ea typeface="楷体" panose="02010609060101010101" pitchFamily="49" charset="-122"/>
                  </a:rPr>
                  <a:t>构造公式</a:t>
                </a:r>
                <a14:m>
                  <m:oMath xmlns:m="http://schemas.openxmlformats.org/officeDocument/2006/math">
                    <m:d>
                      <m:dPr>
                        <m:ctrlPr>
                          <a:rPr lang="en-US" altLang="zh-CN" sz="2000" b="1" i="1">
                            <a:solidFill>
                              <a:srgbClr val="002060"/>
                            </a:solidFill>
                            <a:latin typeface="Cambria Math" panose="02040503050406030204" pitchFamily="18" charset="0"/>
                          </a:rPr>
                        </m:ctrlPr>
                      </m:dPr>
                      <m:e>
                        <m:r>
                          <a:rPr lang="en-US" altLang="zh-CN" sz="2000" b="1" i="1" smtClean="0">
                            <a:solidFill>
                              <a:srgbClr val="002060"/>
                            </a:solidFill>
                            <a:latin typeface="Cambria Math" panose="02040503050406030204" pitchFamily="18" charset="0"/>
                          </a:rPr>
                          <m:t>𝑨</m:t>
                        </m:r>
                        <m: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𝑩</m:t>
                        </m:r>
                      </m:e>
                    </m:d>
                  </m:oMath>
                </a14:m>
                <a:r>
                  <a:rPr lang="zh-CN" altLang="en-US" sz="2000" b="1">
                    <a:solidFill>
                      <a:srgbClr val="002060"/>
                    </a:solidFill>
                    <a:latin typeface="楷体" panose="02010609060101010101" pitchFamily="49" charset="-122"/>
                    <a:ea typeface="楷体" panose="02010609060101010101" pitchFamily="49" charset="-122"/>
                  </a:rPr>
                  <a:t>的真值表</a:t>
                </a:r>
              </a:p>
              <a:p>
                <a:pPr marL="285750" indent="-285750">
                  <a:spcBef>
                    <a:spcPts val="600"/>
                  </a:spcBef>
                  <a:buFont typeface="Arial" panose="020B0604020202020204" pitchFamily="34" charset="0"/>
                  <a:buChar char="•"/>
                </a:pPr>
                <a:r>
                  <a:rPr lang="zh-CN" altLang="en-US" sz="2000" b="1">
                    <a:solidFill>
                      <a:srgbClr val="002060"/>
                    </a:solidFill>
                    <a:latin typeface="楷体" panose="02010609060101010101" pitchFamily="49" charset="-122"/>
                    <a:ea typeface="楷体" panose="02010609060101010101" pitchFamily="49" charset="-122"/>
                  </a:rPr>
                  <a:t>从基本等值式出发进行等值演算</a:t>
                </a:r>
              </a:p>
            </p:txBody>
          </p:sp>
        </mc:Choice>
        <mc:Fallback xmlns="">
          <p:sp>
            <p:nvSpPr>
              <p:cNvPr id="12" name="文本框 11">
                <a:extLst>
                  <a:ext uri="{FF2B5EF4-FFF2-40B4-BE49-F238E27FC236}">
                    <a16:creationId xmlns:a16="http://schemas.microsoft.com/office/drawing/2014/main" id="{C5404F3C-ACE6-4FC5-989F-5631EDA801B3}"/>
                  </a:ext>
                </a:extLst>
              </p:cNvPr>
              <p:cNvSpPr txBox="1">
                <a:spLocks noRot="1" noChangeAspect="1" noMove="1" noResize="1" noEditPoints="1" noAdjustHandles="1" noChangeArrowheads="1" noChangeShapeType="1" noTextEdit="1"/>
              </p:cNvSpPr>
              <p:nvPr/>
            </p:nvSpPr>
            <p:spPr>
              <a:xfrm>
                <a:off x="3756698" y="4756315"/>
                <a:ext cx="4678601" cy="1554272"/>
              </a:xfrm>
              <a:prstGeom prst="rect">
                <a:avLst/>
              </a:prstGeom>
              <a:blipFill>
                <a:blip r:embed="rId5"/>
                <a:stretch>
                  <a:fillRect l="-1172" t="-1961" b="-6275"/>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5576272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0" name="组合 19">
            <a:extLst>
              <a:ext uri="{FF2B5EF4-FFF2-40B4-BE49-F238E27FC236}">
                <a16:creationId xmlns:a16="http://schemas.microsoft.com/office/drawing/2014/main" id="{E425FFE1-58CB-417F-9727-BF5FADB1FB68}"/>
              </a:ext>
            </a:extLst>
          </p:cNvPr>
          <p:cNvGrpSpPr/>
          <p:nvPr/>
        </p:nvGrpSpPr>
        <p:grpSpPr>
          <a:xfrm>
            <a:off x="6566356" y="1103964"/>
            <a:ext cx="4710147" cy="1389255"/>
            <a:chOff x="6566356" y="1103964"/>
            <a:chExt cx="4710147" cy="1389255"/>
          </a:xfrm>
        </p:grpSpPr>
        <p:sp>
          <p:nvSpPr>
            <p:cNvPr id="18" name="矩形: 圆角 17">
              <a:extLst>
                <a:ext uri="{FF2B5EF4-FFF2-40B4-BE49-F238E27FC236}">
                  <a16:creationId xmlns:a16="http://schemas.microsoft.com/office/drawing/2014/main" id="{9D756E3C-BFAC-481A-BC35-EF860AED195C}"/>
                </a:ext>
              </a:extLst>
            </p:cNvPr>
            <p:cNvSpPr/>
            <p:nvPr/>
          </p:nvSpPr>
          <p:spPr>
            <a:xfrm>
              <a:off x="6566356" y="1103964"/>
              <a:ext cx="4710147" cy="1389255"/>
            </a:xfrm>
            <a:prstGeom prst="roundRect">
              <a:avLst/>
            </a:prstGeom>
            <a:noFill/>
            <a:ln>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12" name="文本框 11">
              <a:extLst>
                <a:ext uri="{FF2B5EF4-FFF2-40B4-BE49-F238E27FC236}">
                  <a16:creationId xmlns:a16="http://schemas.microsoft.com/office/drawing/2014/main" id="{D6B8DA77-AEB0-4DB4-8AE6-AA9E8E3FA231}"/>
                </a:ext>
              </a:extLst>
            </p:cNvPr>
            <p:cNvSpPr txBox="1"/>
            <p:nvPr/>
          </p:nvSpPr>
          <p:spPr>
            <a:xfrm>
              <a:off x="8100048" y="1183693"/>
              <a:ext cx="1653552" cy="338554"/>
            </a:xfrm>
            <a:prstGeom prst="rect">
              <a:avLst/>
            </a:prstGeom>
            <a:solidFill>
              <a:schemeClr val="accent4">
                <a:lumMod val="20000"/>
                <a:lumOff val="80000"/>
              </a:schemeClr>
            </a:solidFill>
          </p:spPr>
          <p:txBody>
            <a:bodyPr wrap="square" rtlCol="0">
              <a:spAutoFit/>
            </a:bodyPr>
            <a:lstStyle/>
            <a:p>
              <a:r>
                <a:rPr lang="en-US" altLang="zh-CN" sz="1600" b="1">
                  <a:solidFill>
                    <a:schemeClr val="accent2">
                      <a:lumMod val="50000"/>
                    </a:schemeClr>
                  </a:solidFill>
                  <a:latin typeface="Arial" panose="020B0604020202020204" pitchFamily="34" charset="0"/>
                  <a:ea typeface="楷体" panose="02010609060101010101" pitchFamily="49" charset="-122"/>
                  <a:cs typeface="Arial" panose="020B0604020202020204" pitchFamily="34" charset="0"/>
                </a:rPr>
                <a:t>C++</a:t>
              </a:r>
              <a:r>
                <a:rPr lang="zh-CN" altLang="en-US" sz="1600" b="1">
                  <a:solidFill>
                    <a:schemeClr val="accent2">
                      <a:lumMod val="50000"/>
                    </a:schemeClr>
                  </a:solidFill>
                  <a:latin typeface="Arial" panose="020B0604020202020204" pitchFamily="34" charset="0"/>
                  <a:ea typeface="楷体" panose="02010609060101010101" pitchFamily="49" charset="-122"/>
                  <a:cs typeface="Arial" panose="020B0604020202020204" pitchFamily="34" charset="0"/>
                </a:rPr>
                <a:t>程序表达式</a:t>
              </a:r>
              <a:endParaRPr lang="en-US" altLang="zh-CN" sz="1600" b="1">
                <a:solidFill>
                  <a:schemeClr val="accent2">
                    <a:lumMod val="50000"/>
                  </a:schemeClr>
                </a:solidFill>
                <a:latin typeface="Arial" panose="020B0604020202020204" pitchFamily="34" charset="0"/>
                <a:ea typeface="楷体" panose="02010609060101010101" pitchFamily="49" charset="-122"/>
                <a:cs typeface="Arial" panose="020B0604020202020204" pitchFamily="34" charset="0"/>
              </a:endParaRPr>
            </a:p>
          </p:txBody>
        </p:sp>
        <mc:AlternateContent xmlns:mc="http://schemas.openxmlformats.org/markup-compatibility/2006" xmlns:a14="http://schemas.microsoft.com/office/drawing/2010/main">
          <mc:Choice Requires="a14">
            <p:sp>
              <p:nvSpPr>
                <p:cNvPr id="13" name="文本框 12">
                  <a:extLst>
                    <a:ext uri="{FF2B5EF4-FFF2-40B4-BE49-F238E27FC236}">
                      <a16:creationId xmlns:a16="http://schemas.microsoft.com/office/drawing/2014/main" id="{EE955D4C-BBF1-4FBB-B509-D10A537AEBE0}"/>
                    </a:ext>
                  </a:extLst>
                </p:cNvPr>
                <p:cNvSpPr txBox="1"/>
                <p:nvPr/>
              </p:nvSpPr>
              <p:spPr>
                <a:xfrm>
                  <a:off x="6633236" y="1595234"/>
                  <a:ext cx="1907741" cy="369332"/>
                </a:xfrm>
                <a:prstGeom prst="rect">
                  <a:avLst/>
                </a:prstGeom>
                <a:solidFill>
                  <a:schemeClr val="accent5">
                    <a:lumMod val="20000"/>
                    <a:lumOff val="80000"/>
                  </a:schemeClr>
                </a:solidFill>
              </p:spPr>
              <p:txBody>
                <a:bodyPr wrap="square" rtlCol="0">
                  <a:spAutoFit/>
                </a:bodyPr>
                <a:lstStyle/>
                <a:p>
                  <a14:m>
                    <m:oMath xmlns:m="http://schemas.openxmlformats.org/officeDocument/2006/math">
                      <m:r>
                        <a:rPr lang="en-US" altLang="zh-CN" b="1" i="1" smtClean="0">
                          <a:latin typeface="Cambria Math" panose="02040503050406030204" pitchFamily="18" charset="0"/>
                        </a:rPr>
                        <m:t>!</m:t>
                      </m:r>
                    </m:oMath>
                  </a14:m>
                  <a:r>
                    <a:rPr lang="en-US" altLang="zh-CN" b="1"/>
                    <a:t>(</a:t>
                  </a:r>
                  <a14:m>
                    <m:oMath xmlns:m="http://schemas.openxmlformats.org/officeDocument/2006/math">
                      <m:r>
                        <a:rPr lang="en-US" altLang="zh-CN" b="1" i="1" smtClean="0">
                          <a:latin typeface="Cambria Math" panose="02040503050406030204" pitchFamily="18" charset="0"/>
                        </a:rPr>
                        <m:t>𝒂</m:t>
                      </m:r>
                      <m:r>
                        <a:rPr lang="en-US" altLang="zh-CN" b="1" i="1" smtClean="0">
                          <a:latin typeface="Cambria Math" panose="02040503050406030204" pitchFamily="18" charset="0"/>
                        </a:rPr>
                        <m:t> &gt; </m:t>
                      </m:r>
                      <m:r>
                        <a:rPr lang="en-US" altLang="zh-CN" b="1" i="1" smtClean="0">
                          <a:latin typeface="Cambria Math" panose="02040503050406030204" pitchFamily="18" charset="0"/>
                        </a:rPr>
                        <m:t>𝒃</m:t>
                      </m:r>
                      <m:r>
                        <a:rPr lang="en-US" altLang="zh-CN" b="1" i="1" smtClean="0">
                          <a:latin typeface="Cambria Math" panose="02040503050406030204" pitchFamily="18" charset="0"/>
                        </a:rPr>
                        <m:t> </m:t>
                      </m:r>
                    </m:oMath>
                  </a14:m>
                  <a:r>
                    <a:rPr lang="en-US" altLang="zh-CN" b="1"/>
                    <a:t>|| </a:t>
                  </a:r>
                  <a14:m>
                    <m:oMath xmlns:m="http://schemas.openxmlformats.org/officeDocument/2006/math">
                      <m:r>
                        <a:rPr lang="en-US" altLang="zh-CN" b="1" i="1" smtClean="0">
                          <a:latin typeface="Cambria Math" panose="02040503050406030204" pitchFamily="18" charset="0"/>
                        </a:rPr>
                        <m:t>𝒄</m:t>
                      </m:r>
                      <m:r>
                        <a:rPr lang="en-US" altLang="zh-CN" b="1" i="1" smtClean="0">
                          <a:latin typeface="Cambria Math" panose="02040503050406030204" pitchFamily="18" charset="0"/>
                        </a:rPr>
                        <m:t> &gt; </m:t>
                      </m:r>
                      <m:r>
                        <a:rPr lang="en-US" altLang="zh-CN" b="1" i="1" smtClean="0">
                          <a:latin typeface="Cambria Math" panose="02040503050406030204" pitchFamily="18" charset="0"/>
                        </a:rPr>
                        <m:t>𝒃</m:t>
                      </m:r>
                    </m:oMath>
                  </a14:m>
                  <a:r>
                    <a:rPr lang="en-US" altLang="zh-CN" b="1"/>
                    <a:t>)</a:t>
                  </a:r>
                  <a:endParaRPr lang="zh-CN" altLang="en-US" b="1"/>
                </a:p>
              </p:txBody>
            </p:sp>
          </mc:Choice>
          <mc:Fallback xmlns="">
            <p:sp>
              <p:nvSpPr>
                <p:cNvPr id="13" name="文本框 12">
                  <a:extLst>
                    <a:ext uri="{FF2B5EF4-FFF2-40B4-BE49-F238E27FC236}">
                      <a16:creationId xmlns:a16="http://schemas.microsoft.com/office/drawing/2014/main" id="{EE955D4C-BBF1-4FBB-B509-D10A537AEBE0}"/>
                    </a:ext>
                  </a:extLst>
                </p:cNvPr>
                <p:cNvSpPr txBox="1">
                  <a:spLocks noRot="1" noChangeAspect="1" noMove="1" noResize="1" noEditPoints="1" noAdjustHandles="1" noChangeArrowheads="1" noChangeShapeType="1" noTextEdit="1"/>
                </p:cNvSpPr>
                <p:nvPr/>
              </p:nvSpPr>
              <p:spPr>
                <a:xfrm>
                  <a:off x="6633236" y="1595234"/>
                  <a:ext cx="1907741" cy="369332"/>
                </a:xfrm>
                <a:prstGeom prst="rect">
                  <a:avLst/>
                </a:prstGeom>
                <a:blipFill>
                  <a:blip r:embed="rId2"/>
                  <a:stretch>
                    <a:fillRect t="-10000" r="-7029" b="-2666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 name="文本框 13">
                  <a:extLst>
                    <a:ext uri="{FF2B5EF4-FFF2-40B4-BE49-F238E27FC236}">
                      <a16:creationId xmlns:a16="http://schemas.microsoft.com/office/drawing/2014/main" id="{A7948000-865D-4953-AA36-5040C85B5B25}"/>
                    </a:ext>
                  </a:extLst>
                </p:cNvPr>
                <p:cNvSpPr txBox="1"/>
                <p:nvPr/>
              </p:nvSpPr>
              <p:spPr>
                <a:xfrm>
                  <a:off x="9187499" y="1601733"/>
                  <a:ext cx="2030894" cy="369332"/>
                </a:xfrm>
                <a:prstGeom prst="rect">
                  <a:avLst/>
                </a:prstGeom>
                <a:solidFill>
                  <a:schemeClr val="accent5">
                    <a:lumMod val="20000"/>
                    <a:lumOff val="80000"/>
                  </a:schemeClr>
                </a:solidFill>
              </p:spPr>
              <p:txBody>
                <a:bodyPr wrap="square" rtlCol="0">
                  <a:spAutoFit/>
                </a:bodyPr>
                <a:lstStyle/>
                <a:p>
                  <a:pPr/>
                  <a14:m>
                    <m:oMathPara xmlns:m="http://schemas.openxmlformats.org/officeDocument/2006/math">
                      <m:oMathParaPr>
                        <m:jc m:val="centerGroup"/>
                      </m:oMathParaPr>
                      <m:oMath xmlns:m="http://schemas.openxmlformats.org/officeDocument/2006/math">
                        <m:d>
                          <m:dPr>
                            <m:ctrlPr>
                              <a:rPr lang="en-US" altLang="zh-CN" b="1" i="1">
                                <a:latin typeface="Cambria Math" panose="02040503050406030204" pitchFamily="18" charset="0"/>
                              </a:rPr>
                            </m:ctrlPr>
                          </m:dPr>
                          <m:e>
                            <m:r>
                              <a:rPr lang="en-US" altLang="zh-CN" b="1" i="1" smtClean="0">
                                <a:latin typeface="Cambria Math" panose="02040503050406030204" pitchFamily="18" charset="0"/>
                              </a:rPr>
                              <m:t>𝒂</m:t>
                            </m:r>
                            <m:r>
                              <a:rPr lang="en-US" altLang="zh-CN" b="1" i="1" smtClean="0">
                                <a:latin typeface="Cambria Math" panose="02040503050406030204" pitchFamily="18" charset="0"/>
                              </a:rPr>
                              <m:t>≤</m:t>
                            </m:r>
                            <m:r>
                              <a:rPr lang="en-US" altLang="zh-CN" b="1" i="1" smtClean="0">
                                <a:latin typeface="Cambria Math" panose="02040503050406030204" pitchFamily="18" charset="0"/>
                              </a:rPr>
                              <m:t>𝒃</m:t>
                            </m:r>
                            <m:r>
                              <a:rPr lang="en-US" altLang="zh-CN" b="1" i="1" smtClean="0">
                                <a:latin typeface="Cambria Math" panose="02040503050406030204" pitchFamily="18" charset="0"/>
                              </a:rPr>
                              <m:t> &amp;&amp; </m:t>
                            </m:r>
                            <m:r>
                              <a:rPr lang="en-US" altLang="zh-CN" b="1" i="1" smtClean="0">
                                <a:latin typeface="Cambria Math" panose="02040503050406030204" pitchFamily="18" charset="0"/>
                              </a:rPr>
                              <m:t>𝒄</m:t>
                            </m:r>
                            <m:r>
                              <a:rPr lang="en-US" altLang="zh-CN" b="1" i="1" smtClean="0">
                                <a:latin typeface="Cambria Math" panose="02040503050406030204" pitchFamily="18" charset="0"/>
                              </a:rPr>
                              <m:t>≤</m:t>
                            </m:r>
                            <m:r>
                              <a:rPr lang="en-US" altLang="zh-CN" b="1" i="1" smtClean="0">
                                <a:latin typeface="Cambria Math" panose="02040503050406030204" pitchFamily="18" charset="0"/>
                              </a:rPr>
                              <m:t>𝒃</m:t>
                            </m:r>
                          </m:e>
                        </m:d>
                      </m:oMath>
                    </m:oMathPara>
                  </a14:m>
                  <a:endParaRPr lang="zh-CN" altLang="en-US" b="1"/>
                </a:p>
              </p:txBody>
            </p:sp>
          </mc:Choice>
          <mc:Fallback xmlns="">
            <p:sp>
              <p:nvSpPr>
                <p:cNvPr id="14" name="文本框 13">
                  <a:extLst>
                    <a:ext uri="{FF2B5EF4-FFF2-40B4-BE49-F238E27FC236}">
                      <a16:creationId xmlns:a16="http://schemas.microsoft.com/office/drawing/2014/main" id="{A7948000-865D-4953-AA36-5040C85B5B25}"/>
                    </a:ext>
                  </a:extLst>
                </p:cNvPr>
                <p:cNvSpPr txBox="1">
                  <a:spLocks noRot="1" noChangeAspect="1" noMove="1" noResize="1" noEditPoints="1" noAdjustHandles="1" noChangeArrowheads="1" noChangeShapeType="1" noTextEdit="1"/>
                </p:cNvSpPr>
                <p:nvPr/>
              </p:nvSpPr>
              <p:spPr>
                <a:xfrm>
                  <a:off x="9187499" y="1601733"/>
                  <a:ext cx="2030894" cy="369332"/>
                </a:xfrm>
                <a:prstGeom prst="rect">
                  <a:avLst/>
                </a:prstGeom>
                <a:blipFill>
                  <a:blip r:embed="rId3"/>
                  <a:stretch>
                    <a:fillRect/>
                  </a:stretch>
                </a:blipFill>
              </p:spPr>
              <p:txBody>
                <a:bodyPr/>
                <a:lstStyle/>
                <a:p>
                  <a:r>
                    <a:rPr lang="zh-CN" altLang="en-US">
                      <a:noFill/>
                    </a:rPr>
                    <a:t> </a:t>
                  </a:r>
                </a:p>
              </p:txBody>
            </p:sp>
          </mc:Fallback>
        </mc:AlternateContent>
        <p:sp>
          <p:nvSpPr>
            <p:cNvPr id="15" name="箭头: 右 14">
              <a:extLst>
                <a:ext uri="{FF2B5EF4-FFF2-40B4-BE49-F238E27FC236}">
                  <a16:creationId xmlns:a16="http://schemas.microsoft.com/office/drawing/2014/main" id="{BD78ECDF-4752-424F-8715-2B361242DE61}"/>
                </a:ext>
              </a:extLst>
            </p:cNvPr>
            <p:cNvSpPr/>
            <p:nvPr/>
          </p:nvSpPr>
          <p:spPr>
            <a:xfrm>
              <a:off x="8540977" y="1743898"/>
              <a:ext cx="646522" cy="100691"/>
            </a:xfrm>
            <a:prstGeom prst="rightArrow">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16" name="文本框 15">
              <a:extLst>
                <a:ext uri="{FF2B5EF4-FFF2-40B4-BE49-F238E27FC236}">
                  <a16:creationId xmlns:a16="http://schemas.microsoft.com/office/drawing/2014/main" id="{4DF17BC4-8C59-49A6-A6D3-7598D6AF6E3D}"/>
                </a:ext>
              </a:extLst>
            </p:cNvPr>
            <p:cNvSpPr txBox="1"/>
            <p:nvPr/>
          </p:nvSpPr>
          <p:spPr>
            <a:xfrm>
              <a:off x="7671530" y="2050551"/>
              <a:ext cx="2802406" cy="369332"/>
            </a:xfrm>
            <a:prstGeom prst="rect">
              <a:avLst/>
            </a:prstGeom>
            <a:solidFill>
              <a:schemeClr val="accent2">
                <a:lumMod val="20000"/>
                <a:lumOff val="80000"/>
              </a:schemeClr>
            </a:solidFill>
          </p:spPr>
          <p:txBody>
            <a:bodyPr wrap="square" rtlCol="0">
              <a:spAutoFit/>
            </a:bodyPr>
            <a:lstStyle/>
            <a:p>
              <a:r>
                <a:rPr lang="zh-CN" altLang="en-US" b="1">
                  <a:solidFill>
                    <a:srgbClr val="C00000"/>
                  </a:solidFill>
                </a:rPr>
                <a:t>后者比前者更容易理解！</a:t>
              </a:r>
            </a:p>
          </p:txBody>
        </p:sp>
      </p:grpSp>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命题逻辑公式的逻辑等值</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第四讲</a:t>
            </a:r>
            <a:r>
              <a:rPr lang="en-US" altLang="zh-CN">
                <a:latin typeface="楷体" panose="02010609060101010101" pitchFamily="49" charset="-122"/>
                <a:ea typeface="楷体" panose="02010609060101010101" pitchFamily="49" charset="-122"/>
              </a:rPr>
              <a:t>	</a:t>
            </a:r>
            <a:r>
              <a:rPr lang="zh-CN" altLang="en-US">
                <a:latin typeface="楷体" panose="02010609060101010101" pitchFamily="49" charset="-122"/>
                <a:ea typeface="楷体" panose="02010609060101010101" pitchFamily="49" charset="-122"/>
              </a:rPr>
              <a:t>命题逻辑的等值演算</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6</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6</a:t>
            </a:fld>
            <a:r>
              <a:rPr lang="en-US" altLang="zh-CN" dirty="0">
                <a:latin typeface="Arial" panose="020B0604020202020204" pitchFamily="34" charset="0"/>
                <a:ea typeface="楷体" panose="02010609060101010101" pitchFamily="49" charset="-122"/>
                <a:cs typeface="Arial" panose="020B0604020202020204" pitchFamily="34" charset="0"/>
              </a:rPr>
              <a:t>/26</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逻辑等值式举例</a:t>
            </a:r>
          </a:p>
        </p:txBody>
      </p:sp>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0C5F5FE3-5AA6-4575-991A-4D5F4C70D09B}"/>
                  </a:ext>
                </a:extLst>
              </p:cNvPr>
              <p:cNvSpPr txBox="1"/>
              <p:nvPr/>
            </p:nvSpPr>
            <p:spPr>
              <a:xfrm>
                <a:off x="506538" y="1550690"/>
                <a:ext cx="5324131" cy="461665"/>
              </a:xfrm>
              <a:prstGeom prst="rect">
                <a:avLst/>
              </a:prstGeom>
              <a:solidFill>
                <a:schemeClr val="accent6">
                  <a:lumMod val="75000"/>
                </a:schemeClr>
              </a:solidFill>
            </p:spPr>
            <p:txBody>
              <a:bodyPr wrap="square" rtlCol="0">
                <a:spAutoFit/>
              </a:bodyPr>
              <a:lstStyle/>
              <a:p>
                <a:r>
                  <a:rPr lang="zh-CN" altLang="en-US" sz="2400" b="1">
                    <a:solidFill>
                      <a:schemeClr val="bg1"/>
                    </a:solidFill>
                  </a:rPr>
                  <a:t>公式</a:t>
                </a:r>
                <a14:m>
                  <m:oMath xmlns:m="http://schemas.openxmlformats.org/officeDocument/2006/math">
                    <m:r>
                      <a:rPr lang="en-US" altLang="zh-CN" sz="2400" b="1" i="1" smtClean="0">
                        <a:solidFill>
                          <a:schemeClr val="bg1"/>
                        </a:solidFill>
                        <a:latin typeface="Cambria Math" panose="02040503050406030204" pitchFamily="18" charset="0"/>
                      </a:rPr>
                      <m:t>¬</m:t>
                    </m:r>
                    <m:d>
                      <m:dPr>
                        <m:ctrlPr>
                          <a:rPr lang="en-US" altLang="zh-CN" sz="2400" b="1" i="1">
                            <a:solidFill>
                              <a:schemeClr val="bg1"/>
                            </a:solidFill>
                            <a:latin typeface="Cambria Math" panose="02040503050406030204" pitchFamily="18" charset="0"/>
                          </a:rPr>
                        </m:ctrlPr>
                      </m:dPr>
                      <m:e>
                        <m:r>
                          <a:rPr lang="en-US" altLang="zh-CN" sz="2400" b="1" i="1">
                            <a:solidFill>
                              <a:schemeClr val="bg1"/>
                            </a:solidFill>
                            <a:latin typeface="Cambria Math" panose="02040503050406030204" pitchFamily="18" charset="0"/>
                          </a:rPr>
                          <m:t>𝒑</m:t>
                        </m:r>
                        <m:r>
                          <a:rPr lang="en-US" altLang="zh-CN" sz="2400" b="1" i="1">
                            <a:solidFill>
                              <a:schemeClr val="bg1"/>
                            </a:solidFill>
                            <a:latin typeface="Cambria Math" panose="02040503050406030204" pitchFamily="18" charset="0"/>
                          </a:rPr>
                          <m:t>∨</m:t>
                        </m:r>
                        <m:r>
                          <a:rPr lang="en-US" altLang="zh-CN" sz="2400" b="1" i="1">
                            <a:solidFill>
                              <a:schemeClr val="bg1"/>
                            </a:solidFill>
                            <a:latin typeface="Cambria Math" panose="02040503050406030204" pitchFamily="18" charset="0"/>
                          </a:rPr>
                          <m:t>𝒒</m:t>
                        </m:r>
                      </m:e>
                    </m:d>
                  </m:oMath>
                </a14:m>
                <a:r>
                  <a:rPr lang="zh-CN" altLang="en-US" sz="2400" b="1">
                    <a:solidFill>
                      <a:schemeClr val="bg1"/>
                    </a:solidFill>
                  </a:rPr>
                  <a:t>和公式</a:t>
                </a:r>
                <a14:m>
                  <m:oMath xmlns:m="http://schemas.openxmlformats.org/officeDocument/2006/math">
                    <m:r>
                      <a:rPr lang="en-US" altLang="zh-CN" sz="2400" b="1" i="1" smtClean="0">
                        <a:solidFill>
                          <a:schemeClr val="bg1"/>
                        </a:solidFill>
                        <a:latin typeface="Cambria Math" panose="02040503050406030204" pitchFamily="18" charset="0"/>
                      </a:rPr>
                      <m:t>¬</m:t>
                    </m:r>
                    <m:r>
                      <a:rPr lang="en-US" altLang="zh-CN" sz="2400" b="1" i="1">
                        <a:solidFill>
                          <a:schemeClr val="bg1"/>
                        </a:solidFill>
                        <a:latin typeface="Cambria Math" panose="02040503050406030204" pitchFamily="18" charset="0"/>
                      </a:rPr>
                      <m:t>𝒑</m:t>
                    </m:r>
                    <m:r>
                      <a:rPr lang="en-US" altLang="zh-CN" sz="2400" b="1" i="1">
                        <a:solidFill>
                          <a:schemeClr val="bg1"/>
                        </a:solidFill>
                        <a:latin typeface="Cambria Math" panose="02040503050406030204" pitchFamily="18" charset="0"/>
                      </a:rPr>
                      <m:t>∧¬</m:t>
                    </m:r>
                    <m:r>
                      <a:rPr lang="en-US" altLang="zh-CN" sz="2400" b="1" i="1" smtClean="0">
                        <a:solidFill>
                          <a:schemeClr val="bg1"/>
                        </a:solidFill>
                        <a:latin typeface="Cambria Math" panose="02040503050406030204" pitchFamily="18" charset="0"/>
                      </a:rPr>
                      <m:t>𝒒</m:t>
                    </m:r>
                  </m:oMath>
                </a14:m>
                <a:r>
                  <a:rPr lang="zh-CN" altLang="en-US" sz="2400" b="1">
                    <a:solidFill>
                      <a:schemeClr val="bg1"/>
                    </a:solidFill>
                  </a:rPr>
                  <a:t>逻辑等值</a:t>
                </a:r>
              </a:p>
            </p:txBody>
          </p:sp>
        </mc:Choice>
        <mc:Fallback xmlns="">
          <p:sp>
            <p:nvSpPr>
              <p:cNvPr id="2" name="文本框 1">
                <a:extLst>
                  <a:ext uri="{FF2B5EF4-FFF2-40B4-BE49-F238E27FC236}">
                    <a16:creationId xmlns:a16="http://schemas.microsoft.com/office/drawing/2014/main" id="{0C5F5FE3-5AA6-4575-991A-4D5F4C70D09B}"/>
                  </a:ext>
                </a:extLst>
              </p:cNvPr>
              <p:cNvSpPr txBox="1">
                <a:spLocks noRot="1" noChangeAspect="1" noMove="1" noResize="1" noEditPoints="1" noAdjustHandles="1" noChangeArrowheads="1" noChangeShapeType="1" noTextEdit="1"/>
              </p:cNvSpPr>
              <p:nvPr/>
            </p:nvSpPr>
            <p:spPr>
              <a:xfrm>
                <a:off x="506538" y="1550690"/>
                <a:ext cx="5324131" cy="461665"/>
              </a:xfrm>
              <a:prstGeom prst="rect">
                <a:avLst/>
              </a:prstGeom>
              <a:blipFill>
                <a:blip r:embed="rId4"/>
                <a:stretch>
                  <a:fillRect l="-1718" t="-9211" r="-229" b="-3026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22F8F291-9007-4C8F-AD36-4EA4C79A7E61}"/>
                  </a:ext>
                </a:extLst>
              </p:cNvPr>
              <p:cNvSpPr txBox="1"/>
              <p:nvPr/>
            </p:nvSpPr>
            <p:spPr>
              <a:xfrm>
                <a:off x="684156" y="3118545"/>
                <a:ext cx="5039067" cy="2122761"/>
              </a:xfrm>
              <a:prstGeom prst="rect">
                <a:avLst/>
              </a:prstGeom>
              <a:solidFill>
                <a:srgbClr val="E5EFE5"/>
              </a:solidFill>
            </p:spPr>
            <p:txBody>
              <a:bodyPr wrap="square" rtlCol="0">
                <a:spAutoFit/>
              </a:bodyPr>
              <a:lstStyle/>
              <a:p>
                <a:pPr algn="ctr">
                  <a:lnSpc>
                    <a:spcPts val="3000"/>
                  </a:lnSpc>
                  <a:spcBef>
                    <a:spcPts val="600"/>
                  </a:spcBef>
                  <a:spcAft>
                    <a:spcPts val="600"/>
                  </a:spcAft>
                </a:pPr>
                <a:r>
                  <a:rPr lang="zh-CN" altLang="en-US" sz="2000" b="1">
                    <a:solidFill>
                      <a:srgbClr val="C00000"/>
                    </a:solidFill>
                  </a:rPr>
                  <a:t>基于定义的非形式证明</a:t>
                </a:r>
                <a:endParaRPr lang="en-US" altLang="zh-CN" sz="2000" b="1">
                  <a:solidFill>
                    <a:srgbClr val="C00000"/>
                  </a:solidFill>
                </a:endParaRPr>
              </a:p>
              <a:p>
                <a:pPr>
                  <a:lnSpc>
                    <a:spcPts val="3000"/>
                  </a:lnSpc>
                  <a:spcBef>
                    <a:spcPts val="600"/>
                  </a:spcBef>
                  <a:spcAft>
                    <a:spcPts val="600"/>
                  </a:spcAft>
                </a:pPr>
                <a:r>
                  <a:rPr lang="zh-CN" altLang="en-US" b="1">
                    <a:solidFill>
                      <a:schemeClr val="accent6">
                        <a:lumMod val="50000"/>
                      </a:schemeClr>
                    </a:solidFill>
                    <a:latin typeface="+mn-ea"/>
                  </a:rPr>
                  <a:t>对任意真值赋值函数</a:t>
                </a:r>
                <a14:m>
                  <m:oMath xmlns:m="http://schemas.openxmlformats.org/officeDocument/2006/math">
                    <m:r>
                      <a:rPr lang="en-US" altLang="zh-CN" b="1" i="1" smtClean="0">
                        <a:solidFill>
                          <a:schemeClr val="accent6">
                            <a:lumMod val="50000"/>
                          </a:schemeClr>
                        </a:solidFill>
                        <a:latin typeface="Cambria Math" panose="02040503050406030204" pitchFamily="18" charset="0"/>
                      </a:rPr>
                      <m:t>𝝈</m:t>
                    </m:r>
                  </m:oMath>
                </a14:m>
                <a:r>
                  <a:rPr lang="zh-CN" altLang="en-US" b="1">
                    <a:solidFill>
                      <a:schemeClr val="accent6">
                        <a:lumMod val="50000"/>
                      </a:schemeClr>
                    </a:solidFill>
                    <a:latin typeface="+mn-ea"/>
                  </a:rPr>
                  <a:t>，</a:t>
                </a:r>
                <a14:m>
                  <m:oMath xmlns:m="http://schemas.openxmlformats.org/officeDocument/2006/math">
                    <m:r>
                      <a:rPr lang="en-US" altLang="zh-CN" b="1" i="1" smtClean="0">
                        <a:solidFill>
                          <a:schemeClr val="accent6">
                            <a:lumMod val="50000"/>
                          </a:schemeClr>
                        </a:solidFill>
                        <a:latin typeface="Cambria Math" panose="02040503050406030204" pitchFamily="18" charset="0"/>
                      </a:rPr>
                      <m:t>𝝈</m:t>
                    </m:r>
                    <m:d>
                      <m:dPr>
                        <m:ctrlPr>
                          <a:rPr lang="en-US" altLang="zh-CN" b="1" i="1" smtClean="0">
                            <a:solidFill>
                              <a:schemeClr val="accent6">
                                <a:lumMod val="50000"/>
                              </a:schemeClr>
                            </a:solidFill>
                            <a:latin typeface="Cambria Math" panose="02040503050406030204" pitchFamily="18" charset="0"/>
                          </a:rPr>
                        </m:ctrlPr>
                      </m:dPr>
                      <m:e>
                        <m:r>
                          <a:rPr lang="en-US" altLang="zh-CN" b="1" i="1">
                            <a:solidFill>
                              <a:schemeClr val="accent6">
                                <a:lumMod val="50000"/>
                              </a:schemeClr>
                            </a:solidFill>
                            <a:latin typeface="Cambria Math" panose="02040503050406030204" pitchFamily="18" charset="0"/>
                          </a:rPr>
                          <m:t>¬</m:t>
                        </m:r>
                        <m:d>
                          <m:dPr>
                            <m:ctrlPr>
                              <a:rPr lang="en-US" altLang="zh-CN" b="1" i="1" smtClean="0">
                                <a:solidFill>
                                  <a:schemeClr val="accent6">
                                    <a:lumMod val="50000"/>
                                  </a:schemeClr>
                                </a:solidFill>
                                <a:latin typeface="Cambria Math" panose="02040503050406030204" pitchFamily="18" charset="0"/>
                              </a:rPr>
                            </m:ctrlPr>
                          </m:dPr>
                          <m:e>
                            <m:r>
                              <a:rPr lang="en-US" altLang="zh-CN" b="1" i="1">
                                <a:solidFill>
                                  <a:schemeClr val="accent6">
                                    <a:lumMod val="50000"/>
                                  </a:schemeClr>
                                </a:solidFill>
                                <a:latin typeface="Cambria Math" panose="02040503050406030204" pitchFamily="18" charset="0"/>
                              </a:rPr>
                              <m:t>𝒑</m:t>
                            </m:r>
                            <m:r>
                              <a:rPr lang="en-US" altLang="zh-CN" b="1" i="1">
                                <a:solidFill>
                                  <a:schemeClr val="accent6">
                                    <a:lumMod val="50000"/>
                                  </a:schemeClr>
                                </a:solidFill>
                                <a:latin typeface="Cambria Math" panose="02040503050406030204" pitchFamily="18" charset="0"/>
                              </a:rPr>
                              <m:t>∨</m:t>
                            </m:r>
                            <m:r>
                              <a:rPr lang="en-US" altLang="zh-CN" b="1" i="1">
                                <a:solidFill>
                                  <a:schemeClr val="accent6">
                                    <a:lumMod val="50000"/>
                                  </a:schemeClr>
                                </a:solidFill>
                                <a:latin typeface="Cambria Math" panose="02040503050406030204" pitchFamily="18" charset="0"/>
                              </a:rPr>
                              <m:t>𝒒</m:t>
                            </m:r>
                          </m:e>
                        </m:d>
                      </m:e>
                    </m:d>
                  </m:oMath>
                </a14:m>
                <a:r>
                  <a:rPr lang="zh-CN" altLang="en-US" b="1">
                    <a:solidFill>
                      <a:schemeClr val="accent6">
                        <a:lumMod val="50000"/>
                      </a:schemeClr>
                    </a:solidFill>
                    <a:latin typeface="+mn-ea"/>
                  </a:rPr>
                  <a:t>为真，当且仅当</a:t>
                </a:r>
                <a14:m>
                  <m:oMath xmlns:m="http://schemas.openxmlformats.org/officeDocument/2006/math">
                    <m:r>
                      <a:rPr lang="en-US" altLang="zh-CN" b="1" i="1" smtClean="0">
                        <a:solidFill>
                          <a:schemeClr val="accent6">
                            <a:lumMod val="50000"/>
                          </a:schemeClr>
                        </a:solidFill>
                        <a:latin typeface="Cambria Math" panose="02040503050406030204" pitchFamily="18" charset="0"/>
                      </a:rPr>
                      <m:t>𝝈</m:t>
                    </m:r>
                    <m:d>
                      <m:dPr>
                        <m:ctrlPr>
                          <a:rPr lang="en-US" altLang="zh-CN" b="1" i="1" smtClean="0">
                            <a:solidFill>
                              <a:schemeClr val="accent6">
                                <a:lumMod val="50000"/>
                              </a:schemeClr>
                            </a:solidFill>
                            <a:latin typeface="Cambria Math" panose="02040503050406030204" pitchFamily="18" charset="0"/>
                          </a:rPr>
                        </m:ctrlPr>
                      </m:dPr>
                      <m:e>
                        <m:r>
                          <a:rPr lang="en-US" altLang="zh-CN" b="1" i="1">
                            <a:solidFill>
                              <a:schemeClr val="accent6">
                                <a:lumMod val="50000"/>
                              </a:schemeClr>
                            </a:solidFill>
                            <a:latin typeface="Cambria Math" panose="02040503050406030204" pitchFamily="18" charset="0"/>
                          </a:rPr>
                          <m:t>𝒑</m:t>
                        </m:r>
                        <m:r>
                          <a:rPr lang="en-US" altLang="zh-CN" b="1" i="1">
                            <a:solidFill>
                              <a:schemeClr val="accent6">
                                <a:lumMod val="50000"/>
                              </a:schemeClr>
                            </a:solidFill>
                            <a:latin typeface="Cambria Math" panose="02040503050406030204" pitchFamily="18" charset="0"/>
                          </a:rPr>
                          <m:t>∨</m:t>
                        </m:r>
                        <m:r>
                          <a:rPr lang="en-US" altLang="zh-CN" b="1" i="1" smtClean="0">
                            <a:solidFill>
                              <a:schemeClr val="accent6">
                                <a:lumMod val="50000"/>
                              </a:schemeClr>
                            </a:solidFill>
                            <a:latin typeface="Cambria Math" panose="02040503050406030204" pitchFamily="18" charset="0"/>
                          </a:rPr>
                          <m:t>𝒒</m:t>
                        </m:r>
                      </m:e>
                    </m:d>
                  </m:oMath>
                </a14:m>
                <a:r>
                  <a:rPr lang="zh-CN" altLang="en-US" b="1">
                    <a:solidFill>
                      <a:schemeClr val="accent6">
                        <a:lumMod val="50000"/>
                      </a:schemeClr>
                    </a:solidFill>
                    <a:latin typeface="+mn-ea"/>
                  </a:rPr>
                  <a:t>的真值为假，当且仅当</a:t>
                </a:r>
                <a14:m>
                  <m:oMath xmlns:m="http://schemas.openxmlformats.org/officeDocument/2006/math">
                    <m:r>
                      <a:rPr lang="en-US" altLang="zh-CN" b="1" i="1" smtClean="0">
                        <a:solidFill>
                          <a:schemeClr val="accent6">
                            <a:lumMod val="50000"/>
                          </a:schemeClr>
                        </a:solidFill>
                        <a:latin typeface="Cambria Math" panose="02040503050406030204" pitchFamily="18" charset="0"/>
                      </a:rPr>
                      <m:t>𝝈</m:t>
                    </m:r>
                    <m:d>
                      <m:dPr>
                        <m:ctrlPr>
                          <a:rPr lang="en-US" altLang="zh-CN" b="1" i="1" smtClean="0">
                            <a:solidFill>
                              <a:schemeClr val="accent6">
                                <a:lumMod val="50000"/>
                              </a:schemeClr>
                            </a:solidFill>
                            <a:latin typeface="Cambria Math" panose="02040503050406030204" pitchFamily="18" charset="0"/>
                          </a:rPr>
                        </m:ctrlPr>
                      </m:dPr>
                      <m:e>
                        <m:r>
                          <a:rPr lang="en-US" altLang="zh-CN" b="1" i="1">
                            <a:solidFill>
                              <a:schemeClr val="accent6">
                                <a:lumMod val="50000"/>
                              </a:schemeClr>
                            </a:solidFill>
                            <a:latin typeface="Cambria Math" panose="02040503050406030204" pitchFamily="18" charset="0"/>
                          </a:rPr>
                          <m:t>𝒑</m:t>
                        </m:r>
                      </m:e>
                    </m:d>
                  </m:oMath>
                </a14:m>
                <a:r>
                  <a:rPr lang="zh-CN" altLang="en-US" b="1">
                    <a:solidFill>
                      <a:schemeClr val="accent6">
                        <a:lumMod val="50000"/>
                      </a:schemeClr>
                    </a:solidFill>
                    <a:latin typeface="+mn-ea"/>
                  </a:rPr>
                  <a:t>和</a:t>
                </a:r>
                <a14:m>
                  <m:oMath xmlns:m="http://schemas.openxmlformats.org/officeDocument/2006/math">
                    <m:r>
                      <a:rPr lang="en-US" altLang="zh-CN" b="1" i="1" smtClean="0">
                        <a:solidFill>
                          <a:schemeClr val="accent6">
                            <a:lumMod val="50000"/>
                          </a:schemeClr>
                        </a:solidFill>
                        <a:latin typeface="Cambria Math" panose="02040503050406030204" pitchFamily="18" charset="0"/>
                      </a:rPr>
                      <m:t>𝝈</m:t>
                    </m:r>
                    <m:d>
                      <m:dPr>
                        <m:ctrlPr>
                          <a:rPr lang="en-US" altLang="zh-CN" b="1" i="1" smtClean="0">
                            <a:solidFill>
                              <a:schemeClr val="accent6">
                                <a:lumMod val="50000"/>
                              </a:schemeClr>
                            </a:solidFill>
                            <a:latin typeface="Cambria Math" panose="02040503050406030204" pitchFamily="18" charset="0"/>
                          </a:rPr>
                        </m:ctrlPr>
                      </m:dPr>
                      <m:e>
                        <m:r>
                          <a:rPr lang="en-US" altLang="zh-CN" b="1" i="1">
                            <a:solidFill>
                              <a:schemeClr val="accent6">
                                <a:lumMod val="50000"/>
                              </a:schemeClr>
                            </a:solidFill>
                            <a:latin typeface="Cambria Math" panose="02040503050406030204" pitchFamily="18" charset="0"/>
                          </a:rPr>
                          <m:t>𝒒</m:t>
                        </m:r>
                      </m:e>
                    </m:d>
                  </m:oMath>
                </a14:m>
                <a:r>
                  <a:rPr lang="zh-CN" altLang="en-US" b="1">
                    <a:solidFill>
                      <a:schemeClr val="accent6">
                        <a:lumMod val="50000"/>
                      </a:schemeClr>
                    </a:solidFill>
                    <a:latin typeface="+mn-ea"/>
                  </a:rPr>
                  <a:t>的真值都为假，当且仅当</a:t>
                </a:r>
                <a14:m>
                  <m:oMath xmlns:m="http://schemas.openxmlformats.org/officeDocument/2006/math">
                    <m:r>
                      <a:rPr lang="en-US" altLang="zh-CN" b="1" i="1" smtClean="0">
                        <a:solidFill>
                          <a:schemeClr val="accent6">
                            <a:lumMod val="50000"/>
                          </a:schemeClr>
                        </a:solidFill>
                        <a:latin typeface="Cambria Math" panose="02040503050406030204" pitchFamily="18" charset="0"/>
                      </a:rPr>
                      <m:t>𝝈</m:t>
                    </m:r>
                    <m:d>
                      <m:dPr>
                        <m:ctrlPr>
                          <a:rPr lang="en-US" altLang="zh-CN" b="1" i="1" smtClean="0">
                            <a:solidFill>
                              <a:schemeClr val="accent6">
                                <a:lumMod val="50000"/>
                              </a:schemeClr>
                            </a:solidFill>
                            <a:latin typeface="Cambria Math" panose="02040503050406030204" pitchFamily="18" charset="0"/>
                          </a:rPr>
                        </m:ctrlPr>
                      </m:dPr>
                      <m:e>
                        <m:r>
                          <a:rPr lang="en-US" altLang="zh-CN" b="1" i="1">
                            <a:solidFill>
                              <a:schemeClr val="accent6">
                                <a:lumMod val="50000"/>
                              </a:schemeClr>
                            </a:solidFill>
                            <a:latin typeface="Cambria Math" panose="02040503050406030204" pitchFamily="18" charset="0"/>
                          </a:rPr>
                          <m:t>¬</m:t>
                        </m:r>
                        <m:r>
                          <a:rPr lang="en-US" altLang="zh-CN" b="1" i="1">
                            <a:solidFill>
                              <a:schemeClr val="accent6">
                                <a:lumMod val="50000"/>
                              </a:schemeClr>
                            </a:solidFill>
                            <a:latin typeface="Cambria Math" panose="02040503050406030204" pitchFamily="18" charset="0"/>
                          </a:rPr>
                          <m:t>𝒑</m:t>
                        </m:r>
                      </m:e>
                    </m:d>
                  </m:oMath>
                </a14:m>
                <a:r>
                  <a:rPr lang="zh-CN" altLang="en-US" b="1">
                    <a:solidFill>
                      <a:schemeClr val="accent6">
                        <a:lumMod val="50000"/>
                      </a:schemeClr>
                    </a:solidFill>
                    <a:latin typeface="+mn-ea"/>
                  </a:rPr>
                  <a:t>和</a:t>
                </a:r>
                <a14:m>
                  <m:oMath xmlns:m="http://schemas.openxmlformats.org/officeDocument/2006/math">
                    <m:r>
                      <a:rPr lang="en-US" altLang="zh-CN" b="1" i="1" smtClean="0">
                        <a:solidFill>
                          <a:schemeClr val="accent6">
                            <a:lumMod val="50000"/>
                          </a:schemeClr>
                        </a:solidFill>
                        <a:latin typeface="Cambria Math" panose="02040503050406030204" pitchFamily="18" charset="0"/>
                      </a:rPr>
                      <m:t>𝝈</m:t>
                    </m:r>
                    <m:d>
                      <m:dPr>
                        <m:ctrlPr>
                          <a:rPr lang="en-US" altLang="zh-CN" b="1" i="1" smtClean="0">
                            <a:solidFill>
                              <a:schemeClr val="accent6">
                                <a:lumMod val="50000"/>
                              </a:schemeClr>
                            </a:solidFill>
                            <a:latin typeface="Cambria Math" panose="02040503050406030204" pitchFamily="18" charset="0"/>
                          </a:rPr>
                        </m:ctrlPr>
                      </m:dPr>
                      <m:e>
                        <m:r>
                          <a:rPr lang="en-US" altLang="zh-CN" b="1" i="1">
                            <a:solidFill>
                              <a:schemeClr val="accent6">
                                <a:lumMod val="50000"/>
                              </a:schemeClr>
                            </a:solidFill>
                            <a:latin typeface="Cambria Math" panose="02040503050406030204" pitchFamily="18" charset="0"/>
                          </a:rPr>
                          <m:t>¬</m:t>
                        </m:r>
                        <m:r>
                          <a:rPr lang="en-US" altLang="zh-CN" b="1" i="1" smtClean="0">
                            <a:solidFill>
                              <a:schemeClr val="accent6">
                                <a:lumMod val="50000"/>
                              </a:schemeClr>
                            </a:solidFill>
                            <a:latin typeface="Cambria Math" panose="02040503050406030204" pitchFamily="18" charset="0"/>
                          </a:rPr>
                          <m:t>𝒒</m:t>
                        </m:r>
                      </m:e>
                    </m:d>
                  </m:oMath>
                </a14:m>
                <a:r>
                  <a:rPr lang="zh-CN" altLang="en-US" b="1">
                    <a:solidFill>
                      <a:schemeClr val="accent6">
                        <a:lumMod val="50000"/>
                      </a:schemeClr>
                    </a:solidFill>
                    <a:latin typeface="+mn-ea"/>
                  </a:rPr>
                  <a:t>的真值都为真，当且仅当</a:t>
                </a:r>
                <a14:m>
                  <m:oMath xmlns:m="http://schemas.openxmlformats.org/officeDocument/2006/math">
                    <m:r>
                      <a:rPr lang="en-US" altLang="zh-CN" b="1" i="1" smtClean="0">
                        <a:solidFill>
                          <a:schemeClr val="accent6">
                            <a:lumMod val="50000"/>
                          </a:schemeClr>
                        </a:solidFill>
                        <a:latin typeface="Cambria Math" panose="02040503050406030204" pitchFamily="18" charset="0"/>
                      </a:rPr>
                      <m:t>𝝈</m:t>
                    </m:r>
                    <m:d>
                      <m:dPr>
                        <m:ctrlPr>
                          <a:rPr lang="en-US" altLang="zh-CN" b="1" i="1" smtClean="0">
                            <a:solidFill>
                              <a:schemeClr val="accent6">
                                <a:lumMod val="50000"/>
                              </a:schemeClr>
                            </a:solidFill>
                            <a:latin typeface="Cambria Math" panose="02040503050406030204" pitchFamily="18" charset="0"/>
                          </a:rPr>
                        </m:ctrlPr>
                      </m:dPr>
                      <m:e>
                        <m:r>
                          <a:rPr lang="en-US" altLang="zh-CN" b="1" i="1">
                            <a:solidFill>
                              <a:schemeClr val="accent6">
                                <a:lumMod val="50000"/>
                              </a:schemeClr>
                            </a:solidFill>
                            <a:latin typeface="Cambria Math" panose="02040503050406030204" pitchFamily="18" charset="0"/>
                          </a:rPr>
                          <m:t>¬</m:t>
                        </m:r>
                        <m:r>
                          <a:rPr lang="en-US" altLang="zh-CN" b="1" i="1">
                            <a:solidFill>
                              <a:schemeClr val="accent6">
                                <a:lumMod val="50000"/>
                              </a:schemeClr>
                            </a:solidFill>
                            <a:latin typeface="Cambria Math" panose="02040503050406030204" pitchFamily="18" charset="0"/>
                          </a:rPr>
                          <m:t>𝒑</m:t>
                        </m:r>
                        <m:r>
                          <a:rPr lang="en-US" altLang="zh-CN" b="1" i="1">
                            <a:solidFill>
                              <a:schemeClr val="accent6">
                                <a:lumMod val="50000"/>
                              </a:schemeClr>
                            </a:solidFill>
                            <a:latin typeface="Cambria Math" panose="02040503050406030204" pitchFamily="18" charset="0"/>
                          </a:rPr>
                          <m:t>∧¬</m:t>
                        </m:r>
                        <m:r>
                          <a:rPr lang="en-US" altLang="zh-CN" b="1" i="1">
                            <a:solidFill>
                              <a:schemeClr val="accent6">
                                <a:lumMod val="50000"/>
                              </a:schemeClr>
                            </a:solidFill>
                            <a:latin typeface="Cambria Math" panose="02040503050406030204" pitchFamily="18" charset="0"/>
                          </a:rPr>
                          <m:t>𝒒</m:t>
                        </m:r>
                      </m:e>
                    </m:d>
                  </m:oMath>
                </a14:m>
                <a:r>
                  <a:rPr lang="zh-CN" altLang="en-US" b="1">
                    <a:solidFill>
                      <a:schemeClr val="accent6">
                        <a:lumMod val="50000"/>
                      </a:schemeClr>
                    </a:solidFill>
                    <a:latin typeface="+mn-ea"/>
                  </a:rPr>
                  <a:t>的真值为真</a:t>
                </a:r>
                <a:r>
                  <a:rPr lang="zh-CN" altLang="en-US" b="1">
                    <a:solidFill>
                      <a:schemeClr val="accent6">
                        <a:lumMod val="50000"/>
                      </a:schemeClr>
                    </a:solidFill>
                    <a:latin typeface="楷体" panose="02010609060101010101" pitchFamily="49" charset="-122"/>
                    <a:ea typeface="楷体" panose="02010609060101010101" pitchFamily="49" charset="-122"/>
                  </a:rPr>
                  <a:t>。</a:t>
                </a:r>
                <a:endParaRPr lang="en-US" altLang="zh-CN" b="1">
                  <a:solidFill>
                    <a:schemeClr val="accent6">
                      <a:lumMod val="50000"/>
                    </a:schemeClr>
                  </a:solidFill>
                  <a:latin typeface="楷体" panose="02010609060101010101" pitchFamily="49" charset="-122"/>
                  <a:ea typeface="楷体" panose="02010609060101010101" pitchFamily="49" charset="-122"/>
                </a:endParaRPr>
              </a:p>
            </p:txBody>
          </p:sp>
        </mc:Choice>
        <mc:Fallback xmlns="">
          <p:sp>
            <p:nvSpPr>
              <p:cNvPr id="4" name="文本框 3">
                <a:extLst>
                  <a:ext uri="{FF2B5EF4-FFF2-40B4-BE49-F238E27FC236}">
                    <a16:creationId xmlns:a16="http://schemas.microsoft.com/office/drawing/2014/main" id="{22F8F291-9007-4C8F-AD36-4EA4C79A7E61}"/>
                  </a:ext>
                </a:extLst>
              </p:cNvPr>
              <p:cNvSpPr txBox="1">
                <a:spLocks noRot="1" noChangeAspect="1" noMove="1" noResize="1" noEditPoints="1" noAdjustHandles="1" noChangeArrowheads="1" noChangeShapeType="1" noTextEdit="1"/>
              </p:cNvSpPr>
              <p:nvPr/>
            </p:nvSpPr>
            <p:spPr>
              <a:xfrm>
                <a:off x="684156" y="3118545"/>
                <a:ext cx="5039067" cy="2122761"/>
              </a:xfrm>
              <a:prstGeom prst="rect">
                <a:avLst/>
              </a:prstGeom>
              <a:blipFill>
                <a:blip r:embed="rId5"/>
                <a:stretch>
                  <a:fillRect l="-967" r="-242" b="-431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文本框 10">
                <a:extLst>
                  <a:ext uri="{FF2B5EF4-FFF2-40B4-BE49-F238E27FC236}">
                    <a16:creationId xmlns:a16="http://schemas.microsoft.com/office/drawing/2014/main" id="{7D1EA921-4E2F-4FB4-9D49-BF91B24DEBE3}"/>
                  </a:ext>
                </a:extLst>
              </p:cNvPr>
              <p:cNvSpPr txBox="1"/>
              <p:nvPr/>
            </p:nvSpPr>
            <p:spPr>
              <a:xfrm>
                <a:off x="6237436" y="3116683"/>
                <a:ext cx="5039067" cy="441659"/>
              </a:xfrm>
              <a:prstGeom prst="rect">
                <a:avLst/>
              </a:prstGeom>
              <a:solidFill>
                <a:srgbClr val="E5EFE5"/>
              </a:solidFill>
            </p:spPr>
            <p:txBody>
              <a:bodyPr wrap="square" rtlCol="0">
                <a:spAutoFit/>
              </a:bodyPr>
              <a:lstStyle/>
              <a:p>
                <a:pPr algn="ctr">
                  <a:lnSpc>
                    <a:spcPts val="3000"/>
                  </a:lnSpc>
                  <a:spcBef>
                    <a:spcPts val="600"/>
                  </a:spcBef>
                  <a:spcAft>
                    <a:spcPts val="600"/>
                  </a:spcAft>
                </a:pPr>
                <a:r>
                  <a:rPr lang="zh-CN" altLang="en-US" b="1">
                    <a:solidFill>
                      <a:srgbClr val="C00000"/>
                    </a:solidFill>
                  </a:rPr>
                  <a:t>构造公式</a:t>
                </a:r>
                <a14:m>
                  <m:oMath xmlns:m="http://schemas.openxmlformats.org/officeDocument/2006/math">
                    <m:r>
                      <a:rPr lang="en-US" altLang="zh-CN" b="1" i="1" smtClean="0">
                        <a:solidFill>
                          <a:srgbClr val="C00000"/>
                        </a:solidFill>
                        <a:latin typeface="Cambria Math" panose="02040503050406030204" pitchFamily="18" charset="0"/>
                      </a:rPr>
                      <m:t>𝑨</m:t>
                    </m:r>
                    <m:r>
                      <a:rPr lang="en-US" altLang="zh-CN" b="1" i="0" smtClean="0">
                        <a:solidFill>
                          <a:srgbClr val="C00000"/>
                        </a:solidFill>
                        <a:latin typeface="Cambria Math" panose="02040503050406030204" pitchFamily="18" charset="0"/>
                      </a:rPr>
                      <m:t>= </m:t>
                    </m:r>
                    <m:r>
                      <a:rPr lang="en-US" altLang="zh-CN" b="1" i="1" smtClean="0">
                        <a:solidFill>
                          <a:srgbClr val="C00000"/>
                        </a:solidFill>
                        <a:latin typeface="Cambria Math" panose="02040503050406030204" pitchFamily="18" charset="0"/>
                      </a:rPr>
                      <m:t>¬</m:t>
                    </m:r>
                    <m:d>
                      <m:dPr>
                        <m:ctrlPr>
                          <a:rPr lang="en-US" altLang="zh-CN" b="1" i="1" smtClean="0">
                            <a:solidFill>
                              <a:srgbClr val="C00000"/>
                            </a:solidFill>
                            <a:latin typeface="Cambria Math" panose="02040503050406030204" pitchFamily="18" charset="0"/>
                          </a:rPr>
                        </m:ctrlPr>
                      </m:dPr>
                      <m:e>
                        <m:r>
                          <a:rPr lang="en-US" altLang="zh-CN" b="1" i="1" smtClean="0">
                            <a:solidFill>
                              <a:srgbClr val="C00000"/>
                            </a:solidFill>
                            <a:latin typeface="Cambria Math" panose="02040503050406030204" pitchFamily="18" charset="0"/>
                          </a:rPr>
                          <m:t>𝒑</m:t>
                        </m:r>
                        <m:r>
                          <a:rPr lang="en-US" altLang="zh-CN" b="1" i="1" smtClean="0">
                            <a:solidFill>
                              <a:srgbClr val="C00000"/>
                            </a:solidFill>
                            <a:latin typeface="Cambria Math" panose="02040503050406030204" pitchFamily="18" charset="0"/>
                          </a:rPr>
                          <m:t>∨</m:t>
                        </m:r>
                        <m:r>
                          <a:rPr lang="en-US" altLang="zh-CN" b="1" i="1" smtClean="0">
                            <a:solidFill>
                              <a:srgbClr val="C00000"/>
                            </a:solidFill>
                            <a:latin typeface="Cambria Math" panose="02040503050406030204" pitchFamily="18" charset="0"/>
                          </a:rPr>
                          <m:t>𝒒</m:t>
                        </m:r>
                      </m:e>
                    </m:d>
                    <m:r>
                      <a:rPr lang="en-US" altLang="zh-CN" b="1" i="1" smtClean="0">
                        <a:solidFill>
                          <a:srgbClr val="C00000"/>
                        </a:solidFill>
                        <a:latin typeface="Cambria Math" panose="02040503050406030204" pitchFamily="18" charset="0"/>
                      </a:rPr>
                      <m:t>↔</m:t>
                    </m:r>
                    <m:d>
                      <m:dPr>
                        <m:ctrlPr>
                          <a:rPr lang="en-US" altLang="zh-CN" b="1" i="1" smtClean="0">
                            <a:solidFill>
                              <a:srgbClr val="C00000"/>
                            </a:solidFill>
                            <a:latin typeface="Cambria Math" panose="02040503050406030204" pitchFamily="18" charset="0"/>
                          </a:rPr>
                        </m:ctrlPr>
                      </m:dPr>
                      <m:e>
                        <m:r>
                          <a:rPr lang="en-US" altLang="zh-CN" b="1" i="1" smtClean="0">
                            <a:solidFill>
                              <a:srgbClr val="C00000"/>
                            </a:solidFill>
                            <a:latin typeface="Cambria Math" panose="02040503050406030204" pitchFamily="18" charset="0"/>
                          </a:rPr>
                          <m:t>¬</m:t>
                        </m:r>
                        <m:r>
                          <a:rPr lang="en-US" altLang="zh-CN" b="1" i="1" smtClean="0">
                            <a:solidFill>
                              <a:srgbClr val="C00000"/>
                            </a:solidFill>
                            <a:latin typeface="Cambria Math" panose="02040503050406030204" pitchFamily="18" charset="0"/>
                          </a:rPr>
                          <m:t>𝒑</m:t>
                        </m:r>
                        <m:r>
                          <a:rPr lang="en-US" altLang="zh-CN" b="1" i="1" smtClean="0">
                            <a:solidFill>
                              <a:srgbClr val="C00000"/>
                            </a:solidFill>
                            <a:latin typeface="Cambria Math" panose="02040503050406030204" pitchFamily="18" charset="0"/>
                          </a:rPr>
                          <m:t>∧¬</m:t>
                        </m:r>
                        <m:r>
                          <a:rPr lang="en-US" altLang="zh-CN" b="1" i="1" smtClean="0">
                            <a:solidFill>
                              <a:srgbClr val="C00000"/>
                            </a:solidFill>
                            <a:latin typeface="Cambria Math" panose="02040503050406030204" pitchFamily="18" charset="0"/>
                          </a:rPr>
                          <m:t>𝒒</m:t>
                        </m:r>
                      </m:e>
                    </m:d>
                  </m:oMath>
                </a14:m>
                <a:r>
                  <a:rPr lang="zh-CN" altLang="en-US" b="1">
                    <a:solidFill>
                      <a:srgbClr val="C00000"/>
                    </a:solidFill>
                  </a:rPr>
                  <a:t>的真值表</a:t>
                </a:r>
                <a:endParaRPr lang="en-US" altLang="zh-CN" b="1">
                  <a:solidFill>
                    <a:srgbClr val="C00000"/>
                  </a:solidFill>
                </a:endParaRPr>
              </a:p>
            </p:txBody>
          </p:sp>
        </mc:Choice>
        <mc:Fallback xmlns="">
          <p:sp>
            <p:nvSpPr>
              <p:cNvPr id="11" name="文本框 10">
                <a:extLst>
                  <a:ext uri="{FF2B5EF4-FFF2-40B4-BE49-F238E27FC236}">
                    <a16:creationId xmlns:a16="http://schemas.microsoft.com/office/drawing/2014/main" id="{7D1EA921-4E2F-4FB4-9D49-BF91B24DEBE3}"/>
                  </a:ext>
                </a:extLst>
              </p:cNvPr>
              <p:cNvSpPr txBox="1">
                <a:spLocks noRot="1" noChangeAspect="1" noMove="1" noResize="1" noEditPoints="1" noAdjustHandles="1" noChangeArrowheads="1" noChangeShapeType="1" noTextEdit="1"/>
              </p:cNvSpPr>
              <p:nvPr/>
            </p:nvSpPr>
            <p:spPr>
              <a:xfrm>
                <a:off x="6237436" y="3116683"/>
                <a:ext cx="5039067" cy="441659"/>
              </a:xfrm>
              <a:prstGeom prst="rect">
                <a:avLst/>
              </a:prstGeom>
              <a:blipFill>
                <a:blip r:embed="rId6"/>
                <a:stretch>
                  <a:fillRect b="-2054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graphicFrame>
            <p:nvGraphicFramePr>
              <p:cNvPr id="6" name="表格 5">
                <a:extLst>
                  <a:ext uri="{FF2B5EF4-FFF2-40B4-BE49-F238E27FC236}">
                    <a16:creationId xmlns:a16="http://schemas.microsoft.com/office/drawing/2014/main" id="{2C021EE3-3E62-4FC6-BB54-397FEF14CC3D}"/>
                  </a:ext>
                </a:extLst>
              </p:cNvPr>
              <p:cNvGraphicFramePr>
                <a:graphicFrameLocks noGrp="1"/>
              </p:cNvGraphicFramePr>
              <p:nvPr>
                <p:extLst>
                  <p:ext uri="{D42A27DB-BD31-4B8C-83A1-F6EECF244321}">
                    <p14:modId xmlns:p14="http://schemas.microsoft.com/office/powerpoint/2010/main" val="4168339245"/>
                  </p:ext>
                </p:extLst>
              </p:nvPr>
            </p:nvGraphicFramePr>
            <p:xfrm>
              <a:off x="6237436" y="3558342"/>
              <a:ext cx="5039068" cy="1682964"/>
            </p:xfrm>
            <a:graphic>
              <a:graphicData uri="http://schemas.openxmlformats.org/drawingml/2006/table">
                <a:tbl>
                  <a:tblPr firstRow="1" bandRow="1">
                    <a:tableStyleId>{5C22544A-7EE6-4342-B048-85BDC9FD1C3A}</a:tableStyleId>
                  </a:tblPr>
                  <a:tblGrid>
                    <a:gridCol w="336837">
                      <a:extLst>
                        <a:ext uri="{9D8B030D-6E8A-4147-A177-3AD203B41FA5}">
                          <a16:colId xmlns:a16="http://schemas.microsoft.com/office/drawing/2014/main" val="1898109073"/>
                        </a:ext>
                      </a:extLst>
                    </a:gridCol>
                    <a:gridCol w="357046">
                      <a:extLst>
                        <a:ext uri="{9D8B030D-6E8A-4147-A177-3AD203B41FA5}">
                          <a16:colId xmlns:a16="http://schemas.microsoft.com/office/drawing/2014/main" val="1442912110"/>
                        </a:ext>
                      </a:extLst>
                    </a:gridCol>
                    <a:gridCol w="761249">
                      <a:extLst>
                        <a:ext uri="{9D8B030D-6E8A-4147-A177-3AD203B41FA5}">
                          <a16:colId xmlns:a16="http://schemas.microsoft.com/office/drawing/2014/main" val="1601878302"/>
                        </a:ext>
                      </a:extLst>
                    </a:gridCol>
                    <a:gridCol w="990298">
                      <a:extLst>
                        <a:ext uri="{9D8B030D-6E8A-4147-A177-3AD203B41FA5}">
                          <a16:colId xmlns:a16="http://schemas.microsoft.com/office/drawing/2014/main" val="1799398185"/>
                        </a:ext>
                      </a:extLst>
                    </a:gridCol>
                    <a:gridCol w="505254">
                      <a:extLst>
                        <a:ext uri="{9D8B030D-6E8A-4147-A177-3AD203B41FA5}">
                          <a16:colId xmlns:a16="http://schemas.microsoft.com/office/drawing/2014/main" val="1713728848"/>
                        </a:ext>
                      </a:extLst>
                    </a:gridCol>
                    <a:gridCol w="525465">
                      <a:extLst>
                        <a:ext uri="{9D8B030D-6E8A-4147-A177-3AD203B41FA5}">
                          <a16:colId xmlns:a16="http://schemas.microsoft.com/office/drawing/2014/main" val="3493071048"/>
                        </a:ext>
                      </a:extLst>
                    </a:gridCol>
                    <a:gridCol w="1003771">
                      <a:extLst>
                        <a:ext uri="{9D8B030D-6E8A-4147-A177-3AD203B41FA5}">
                          <a16:colId xmlns:a16="http://schemas.microsoft.com/office/drawing/2014/main" val="1736090329"/>
                        </a:ext>
                      </a:extLst>
                    </a:gridCol>
                    <a:gridCol w="559148">
                      <a:extLst>
                        <a:ext uri="{9D8B030D-6E8A-4147-A177-3AD203B41FA5}">
                          <a16:colId xmlns:a16="http://schemas.microsoft.com/office/drawing/2014/main" val="2143160837"/>
                        </a:ext>
                      </a:extLst>
                    </a:gridCol>
                  </a:tblGrid>
                  <a:tr h="309064">
                    <a:tc>
                      <a:txBody>
                        <a:bodyPr/>
                        <a:lstStyle/>
                        <a:p>
                          <a:pPr/>
                          <a14:m>
                            <m:oMathPara xmlns:m="http://schemas.openxmlformats.org/officeDocument/2006/math">
                              <m:oMathParaPr>
                                <m:jc m:val="centerGroup"/>
                              </m:oMathParaPr>
                              <m:oMath xmlns:m="http://schemas.openxmlformats.org/officeDocument/2006/math">
                                <m:r>
                                  <a:rPr lang="en-US" altLang="zh-CN" sz="1600" i="1" smtClean="0">
                                    <a:latin typeface="Cambria Math" panose="02040503050406030204" pitchFamily="18" charset="0"/>
                                  </a:rPr>
                                  <m:t>𝑝</m:t>
                                </m:r>
                              </m:oMath>
                            </m:oMathPara>
                          </a14:m>
                          <a:endParaRPr lang="zh-CN" altLang="en-US" sz="1600"/>
                        </a:p>
                      </a:txBody>
                      <a:tcPr>
                        <a:lnR w="6350" cap="flat" cmpd="sng" algn="ctr">
                          <a:solidFill>
                            <a:schemeClr val="accent2">
                              <a:lumMod val="60000"/>
                              <a:lumOff val="40000"/>
                            </a:schemeClr>
                          </a:solidFill>
                          <a:prstDash val="solid"/>
                          <a:round/>
                          <a:headEnd type="none" w="med" len="med"/>
                          <a:tailEnd type="none" w="med" len="med"/>
                        </a:lnR>
                        <a:lnB w="6350" cap="flat" cmpd="sng" algn="ctr">
                          <a:solidFill>
                            <a:schemeClr val="accent2">
                              <a:lumMod val="60000"/>
                              <a:lumOff val="40000"/>
                            </a:schemeClr>
                          </a:solidFill>
                          <a:prstDash val="solid"/>
                          <a:round/>
                          <a:headEnd type="none" w="med" len="med"/>
                          <a:tailEnd type="none" w="med" len="med"/>
                        </a:lnB>
                        <a:solidFill>
                          <a:schemeClr val="accent6">
                            <a:lumMod val="50000"/>
                          </a:schemeClr>
                        </a:solidFill>
                      </a:tcPr>
                    </a:tc>
                    <a:tc>
                      <a:txBody>
                        <a:bodyPr/>
                        <a:lstStyle/>
                        <a:p>
                          <a:pPr/>
                          <a14:m>
                            <m:oMathPara xmlns:m="http://schemas.openxmlformats.org/officeDocument/2006/math">
                              <m:oMathParaPr>
                                <m:jc m:val="centerGroup"/>
                              </m:oMathParaPr>
                              <m:oMath xmlns:m="http://schemas.openxmlformats.org/officeDocument/2006/math">
                                <m:r>
                                  <a:rPr lang="en-US" altLang="zh-CN" sz="1600" i="1" smtClean="0">
                                    <a:latin typeface="Cambria Math" panose="02040503050406030204" pitchFamily="18" charset="0"/>
                                  </a:rPr>
                                  <m:t>𝑞</m:t>
                                </m:r>
                              </m:oMath>
                            </m:oMathPara>
                          </a14:m>
                          <a:endParaRPr lang="zh-CN" altLang="en-US" sz="1600"/>
                        </a:p>
                      </a:txBody>
                      <a:tcPr>
                        <a:lnL w="6350" cap="flat" cmpd="sng" algn="ctr">
                          <a:solidFill>
                            <a:schemeClr val="accent2">
                              <a:lumMod val="60000"/>
                              <a:lumOff val="40000"/>
                            </a:schemeClr>
                          </a:solidFill>
                          <a:prstDash val="solid"/>
                          <a:round/>
                          <a:headEnd type="none" w="med" len="med"/>
                          <a:tailEnd type="none" w="med" len="med"/>
                        </a:lnL>
                        <a:lnR w="6350" cap="flat" cmpd="sng" algn="ctr">
                          <a:solidFill>
                            <a:schemeClr val="accent2">
                              <a:lumMod val="60000"/>
                              <a:lumOff val="40000"/>
                            </a:schemeClr>
                          </a:solidFill>
                          <a:prstDash val="solid"/>
                          <a:round/>
                          <a:headEnd type="none" w="med" len="med"/>
                          <a:tailEnd type="none" w="med" len="med"/>
                        </a:lnR>
                        <a:lnB w="6350" cap="flat" cmpd="sng" algn="ctr">
                          <a:solidFill>
                            <a:schemeClr val="accent2">
                              <a:lumMod val="60000"/>
                              <a:lumOff val="40000"/>
                            </a:schemeClr>
                          </a:solidFill>
                          <a:prstDash val="solid"/>
                          <a:round/>
                          <a:headEnd type="none" w="med" len="med"/>
                          <a:tailEnd type="none" w="med" len="med"/>
                        </a:lnB>
                        <a:solidFill>
                          <a:schemeClr val="accent6">
                            <a:lumMod val="50000"/>
                          </a:schemeClr>
                        </a:solidFill>
                      </a:tcPr>
                    </a:tc>
                    <a:tc>
                      <a:txBody>
                        <a:bodyPr/>
                        <a:lstStyle/>
                        <a:p>
                          <a:pPr/>
                          <a14:m>
                            <m:oMathPara xmlns:m="http://schemas.openxmlformats.org/officeDocument/2006/math">
                              <m:oMathParaPr>
                                <m:jc m:val="centerGroup"/>
                              </m:oMathParaPr>
                              <m:oMath xmlns:m="http://schemas.openxmlformats.org/officeDocument/2006/math">
                                <m:r>
                                  <a:rPr lang="en-US" altLang="zh-CN" sz="1600" i="1" smtClean="0">
                                    <a:latin typeface="Cambria Math" panose="02040503050406030204" pitchFamily="18" charset="0"/>
                                  </a:rPr>
                                  <m:t>𝑝</m:t>
                                </m:r>
                                <m:r>
                                  <a:rPr lang="en-US" altLang="zh-CN" sz="1600" i="1" smtClean="0">
                                    <a:latin typeface="Cambria Math" panose="02040503050406030204" pitchFamily="18" charset="0"/>
                                  </a:rPr>
                                  <m:t>∨</m:t>
                                </m:r>
                                <m:r>
                                  <a:rPr lang="en-US" altLang="zh-CN" sz="1600" i="1" smtClean="0">
                                    <a:latin typeface="Cambria Math" panose="02040503050406030204" pitchFamily="18" charset="0"/>
                                  </a:rPr>
                                  <m:t>𝑞</m:t>
                                </m:r>
                              </m:oMath>
                            </m:oMathPara>
                          </a14:m>
                          <a:endParaRPr lang="zh-CN" altLang="en-US" sz="1600"/>
                        </a:p>
                      </a:txBody>
                      <a:tcPr>
                        <a:lnL w="6350" cap="flat" cmpd="sng" algn="ctr">
                          <a:solidFill>
                            <a:schemeClr val="accent2">
                              <a:lumMod val="60000"/>
                              <a:lumOff val="40000"/>
                            </a:schemeClr>
                          </a:solidFill>
                          <a:prstDash val="solid"/>
                          <a:round/>
                          <a:headEnd type="none" w="med" len="med"/>
                          <a:tailEnd type="none" w="med" len="med"/>
                        </a:lnL>
                        <a:lnR w="6350" cap="flat" cmpd="sng" algn="ctr">
                          <a:solidFill>
                            <a:schemeClr val="accent2">
                              <a:lumMod val="60000"/>
                              <a:lumOff val="40000"/>
                            </a:schemeClr>
                          </a:solidFill>
                          <a:prstDash val="solid"/>
                          <a:round/>
                          <a:headEnd type="none" w="med" len="med"/>
                          <a:tailEnd type="none" w="med" len="med"/>
                        </a:lnR>
                        <a:lnB w="6350" cap="flat" cmpd="sng" algn="ctr">
                          <a:solidFill>
                            <a:schemeClr val="accent2">
                              <a:lumMod val="60000"/>
                              <a:lumOff val="40000"/>
                            </a:schemeClr>
                          </a:solidFill>
                          <a:prstDash val="solid"/>
                          <a:round/>
                          <a:headEnd type="none" w="med" len="med"/>
                          <a:tailEnd type="none" w="med" len="med"/>
                        </a:lnB>
                        <a:solidFill>
                          <a:schemeClr val="accent6">
                            <a:lumMod val="50000"/>
                          </a:schemeClr>
                        </a:solidFill>
                      </a:tcPr>
                    </a:tc>
                    <a:tc>
                      <a:txBody>
                        <a:bodyPr/>
                        <a:lstStyle/>
                        <a:p>
                          <a:pPr/>
                          <a14:m>
                            <m:oMathPara xmlns:m="http://schemas.openxmlformats.org/officeDocument/2006/math">
                              <m:oMathParaPr>
                                <m:jc m:val="centerGroup"/>
                              </m:oMathParaPr>
                              <m:oMath xmlns:m="http://schemas.openxmlformats.org/officeDocument/2006/math">
                                <m:r>
                                  <a:rPr lang="en-US" altLang="zh-CN" sz="1600" i="1" smtClean="0">
                                    <a:latin typeface="Cambria Math" panose="02040503050406030204" pitchFamily="18" charset="0"/>
                                  </a:rPr>
                                  <m:t>¬</m:t>
                                </m:r>
                                <m:d>
                                  <m:dPr>
                                    <m:ctrlPr>
                                      <a:rPr lang="en-US" altLang="zh-CN" sz="1600" i="1" smtClean="0">
                                        <a:latin typeface="Cambria Math" panose="02040503050406030204" pitchFamily="18" charset="0"/>
                                      </a:rPr>
                                    </m:ctrlPr>
                                  </m:dPr>
                                  <m:e>
                                    <m:r>
                                      <a:rPr lang="en-US" altLang="zh-CN" sz="1600" i="1" smtClean="0">
                                        <a:latin typeface="Cambria Math" panose="02040503050406030204" pitchFamily="18" charset="0"/>
                                      </a:rPr>
                                      <m:t>𝑝</m:t>
                                    </m:r>
                                    <m:r>
                                      <a:rPr lang="en-US" altLang="zh-CN" sz="1600" i="1" smtClean="0">
                                        <a:latin typeface="Cambria Math" panose="02040503050406030204" pitchFamily="18" charset="0"/>
                                      </a:rPr>
                                      <m:t>∨</m:t>
                                    </m:r>
                                    <m:r>
                                      <a:rPr lang="en-US" altLang="zh-CN" sz="1600" i="1" smtClean="0">
                                        <a:latin typeface="Cambria Math" panose="02040503050406030204" pitchFamily="18" charset="0"/>
                                      </a:rPr>
                                      <m:t>𝑞</m:t>
                                    </m:r>
                                  </m:e>
                                </m:d>
                              </m:oMath>
                            </m:oMathPara>
                          </a14:m>
                          <a:endParaRPr lang="zh-CN" altLang="en-US" sz="1600"/>
                        </a:p>
                      </a:txBody>
                      <a:tcPr>
                        <a:lnL w="6350" cap="flat" cmpd="sng" algn="ctr">
                          <a:solidFill>
                            <a:schemeClr val="accent2">
                              <a:lumMod val="60000"/>
                              <a:lumOff val="40000"/>
                            </a:schemeClr>
                          </a:solidFill>
                          <a:prstDash val="solid"/>
                          <a:round/>
                          <a:headEnd type="none" w="med" len="med"/>
                          <a:tailEnd type="none" w="med" len="med"/>
                        </a:lnL>
                        <a:lnR w="6350" cap="flat" cmpd="sng" algn="ctr">
                          <a:solidFill>
                            <a:schemeClr val="accent2">
                              <a:lumMod val="60000"/>
                              <a:lumOff val="40000"/>
                            </a:schemeClr>
                          </a:solidFill>
                          <a:prstDash val="solid"/>
                          <a:round/>
                          <a:headEnd type="none" w="med" len="med"/>
                          <a:tailEnd type="none" w="med" len="med"/>
                        </a:lnR>
                        <a:lnB w="6350" cap="flat" cmpd="sng" algn="ctr">
                          <a:solidFill>
                            <a:schemeClr val="accent2">
                              <a:lumMod val="60000"/>
                              <a:lumOff val="40000"/>
                            </a:schemeClr>
                          </a:solidFill>
                          <a:prstDash val="solid"/>
                          <a:round/>
                          <a:headEnd type="none" w="med" len="med"/>
                          <a:tailEnd type="none" w="med" len="med"/>
                        </a:lnB>
                        <a:solidFill>
                          <a:schemeClr val="accent6">
                            <a:lumMod val="50000"/>
                          </a:schemeClr>
                        </a:solidFill>
                      </a:tcPr>
                    </a:tc>
                    <a:tc>
                      <a:txBody>
                        <a:bodyPr/>
                        <a:lstStyle/>
                        <a:p>
                          <a:pPr/>
                          <a14:m>
                            <m:oMathPara xmlns:m="http://schemas.openxmlformats.org/officeDocument/2006/math">
                              <m:oMathParaPr>
                                <m:jc m:val="centerGroup"/>
                              </m:oMathParaPr>
                              <m:oMath xmlns:m="http://schemas.openxmlformats.org/officeDocument/2006/math">
                                <m:r>
                                  <a:rPr lang="en-US" altLang="zh-CN" sz="1600" i="1" smtClean="0">
                                    <a:latin typeface="Cambria Math" panose="02040503050406030204" pitchFamily="18" charset="0"/>
                                  </a:rPr>
                                  <m:t>¬</m:t>
                                </m:r>
                                <m:r>
                                  <a:rPr lang="en-US" altLang="zh-CN" sz="1600" i="1" smtClean="0">
                                    <a:latin typeface="Cambria Math" panose="02040503050406030204" pitchFamily="18" charset="0"/>
                                  </a:rPr>
                                  <m:t>𝑝</m:t>
                                </m:r>
                              </m:oMath>
                            </m:oMathPara>
                          </a14:m>
                          <a:endParaRPr lang="zh-CN" altLang="en-US" sz="1600"/>
                        </a:p>
                      </a:txBody>
                      <a:tcPr>
                        <a:lnL w="6350" cap="flat" cmpd="sng" algn="ctr">
                          <a:solidFill>
                            <a:schemeClr val="accent2">
                              <a:lumMod val="60000"/>
                              <a:lumOff val="40000"/>
                            </a:schemeClr>
                          </a:solidFill>
                          <a:prstDash val="solid"/>
                          <a:round/>
                          <a:headEnd type="none" w="med" len="med"/>
                          <a:tailEnd type="none" w="med" len="med"/>
                        </a:lnL>
                        <a:lnR w="6350" cap="flat" cmpd="sng" algn="ctr">
                          <a:solidFill>
                            <a:schemeClr val="accent2">
                              <a:lumMod val="60000"/>
                              <a:lumOff val="40000"/>
                            </a:schemeClr>
                          </a:solidFill>
                          <a:prstDash val="solid"/>
                          <a:round/>
                          <a:headEnd type="none" w="med" len="med"/>
                          <a:tailEnd type="none" w="med" len="med"/>
                        </a:lnR>
                        <a:lnB w="6350" cap="flat" cmpd="sng" algn="ctr">
                          <a:solidFill>
                            <a:schemeClr val="accent2">
                              <a:lumMod val="60000"/>
                              <a:lumOff val="40000"/>
                            </a:schemeClr>
                          </a:solidFill>
                          <a:prstDash val="solid"/>
                          <a:round/>
                          <a:headEnd type="none" w="med" len="med"/>
                          <a:tailEnd type="none" w="med" len="med"/>
                        </a:lnB>
                        <a:solidFill>
                          <a:schemeClr val="accent6">
                            <a:lumMod val="50000"/>
                          </a:schemeClr>
                        </a:solidFill>
                      </a:tcPr>
                    </a:tc>
                    <a:tc>
                      <a:txBody>
                        <a:bodyPr/>
                        <a:lstStyle/>
                        <a:p>
                          <a:pPr/>
                          <a14:m>
                            <m:oMathPara xmlns:m="http://schemas.openxmlformats.org/officeDocument/2006/math">
                              <m:oMathParaPr>
                                <m:jc m:val="centerGroup"/>
                              </m:oMathParaPr>
                              <m:oMath xmlns:m="http://schemas.openxmlformats.org/officeDocument/2006/math">
                                <m:r>
                                  <a:rPr lang="en-US" altLang="zh-CN" sz="1600" i="1" smtClean="0">
                                    <a:latin typeface="Cambria Math" panose="02040503050406030204" pitchFamily="18" charset="0"/>
                                  </a:rPr>
                                  <m:t>¬</m:t>
                                </m:r>
                                <m:r>
                                  <a:rPr lang="en-US" altLang="zh-CN" sz="1600" i="1" smtClean="0">
                                    <a:latin typeface="Cambria Math" panose="02040503050406030204" pitchFamily="18" charset="0"/>
                                  </a:rPr>
                                  <m:t>𝑞</m:t>
                                </m:r>
                              </m:oMath>
                            </m:oMathPara>
                          </a14:m>
                          <a:endParaRPr lang="zh-CN" altLang="en-US" sz="1600"/>
                        </a:p>
                      </a:txBody>
                      <a:tcPr>
                        <a:lnL w="6350" cap="flat" cmpd="sng" algn="ctr">
                          <a:solidFill>
                            <a:schemeClr val="accent2">
                              <a:lumMod val="60000"/>
                              <a:lumOff val="40000"/>
                            </a:schemeClr>
                          </a:solidFill>
                          <a:prstDash val="solid"/>
                          <a:round/>
                          <a:headEnd type="none" w="med" len="med"/>
                          <a:tailEnd type="none" w="med" len="med"/>
                        </a:lnL>
                        <a:lnR w="6350" cap="flat" cmpd="sng" algn="ctr">
                          <a:solidFill>
                            <a:schemeClr val="accent2">
                              <a:lumMod val="60000"/>
                              <a:lumOff val="40000"/>
                            </a:schemeClr>
                          </a:solidFill>
                          <a:prstDash val="solid"/>
                          <a:round/>
                          <a:headEnd type="none" w="med" len="med"/>
                          <a:tailEnd type="none" w="med" len="med"/>
                        </a:lnR>
                        <a:lnB w="6350" cap="flat" cmpd="sng" algn="ctr">
                          <a:solidFill>
                            <a:schemeClr val="accent2">
                              <a:lumMod val="60000"/>
                              <a:lumOff val="40000"/>
                            </a:schemeClr>
                          </a:solidFill>
                          <a:prstDash val="solid"/>
                          <a:round/>
                          <a:headEnd type="none" w="med" len="med"/>
                          <a:tailEnd type="none" w="med" len="med"/>
                        </a:lnB>
                        <a:solidFill>
                          <a:schemeClr val="accent6">
                            <a:lumMod val="50000"/>
                          </a:schemeClr>
                        </a:solidFill>
                      </a:tcPr>
                    </a:tc>
                    <a:tc>
                      <a:txBody>
                        <a:bodyPr/>
                        <a:lstStyle/>
                        <a:p>
                          <a:pPr/>
                          <a14:m>
                            <m:oMathPara xmlns:m="http://schemas.openxmlformats.org/officeDocument/2006/math">
                              <m:oMathParaPr>
                                <m:jc m:val="centerGroup"/>
                              </m:oMathParaPr>
                              <m:oMath xmlns:m="http://schemas.openxmlformats.org/officeDocument/2006/math">
                                <m:r>
                                  <a:rPr lang="en-US" altLang="zh-CN" sz="1600" i="1" smtClean="0">
                                    <a:latin typeface="Cambria Math" panose="02040503050406030204" pitchFamily="18" charset="0"/>
                                  </a:rPr>
                                  <m:t>¬</m:t>
                                </m:r>
                                <m:r>
                                  <a:rPr lang="en-US" altLang="zh-CN" sz="1600" i="1" smtClean="0">
                                    <a:latin typeface="Cambria Math" panose="02040503050406030204" pitchFamily="18" charset="0"/>
                                  </a:rPr>
                                  <m:t>𝑝</m:t>
                                </m:r>
                                <m:r>
                                  <a:rPr lang="en-US" altLang="zh-CN" sz="1600" i="1" smtClean="0">
                                    <a:latin typeface="Cambria Math" panose="02040503050406030204" pitchFamily="18" charset="0"/>
                                  </a:rPr>
                                  <m:t>∧¬</m:t>
                                </m:r>
                                <m:r>
                                  <a:rPr lang="en-US" altLang="zh-CN" sz="1600" i="1" smtClean="0">
                                    <a:latin typeface="Cambria Math" panose="02040503050406030204" pitchFamily="18" charset="0"/>
                                  </a:rPr>
                                  <m:t>𝑞</m:t>
                                </m:r>
                              </m:oMath>
                            </m:oMathPara>
                          </a14:m>
                          <a:endParaRPr lang="zh-CN" altLang="en-US" sz="1600"/>
                        </a:p>
                      </a:txBody>
                      <a:tcPr>
                        <a:lnL w="6350" cap="flat" cmpd="sng" algn="ctr">
                          <a:solidFill>
                            <a:schemeClr val="accent2">
                              <a:lumMod val="60000"/>
                              <a:lumOff val="40000"/>
                            </a:schemeClr>
                          </a:solidFill>
                          <a:prstDash val="solid"/>
                          <a:round/>
                          <a:headEnd type="none" w="med" len="med"/>
                          <a:tailEnd type="none" w="med" len="med"/>
                        </a:lnL>
                        <a:lnR w="6350" cap="flat" cmpd="sng" algn="ctr">
                          <a:solidFill>
                            <a:schemeClr val="accent2">
                              <a:lumMod val="60000"/>
                              <a:lumOff val="40000"/>
                            </a:schemeClr>
                          </a:solidFill>
                          <a:prstDash val="solid"/>
                          <a:round/>
                          <a:headEnd type="none" w="med" len="med"/>
                          <a:tailEnd type="none" w="med" len="med"/>
                        </a:lnR>
                        <a:lnB w="6350" cap="flat" cmpd="sng" algn="ctr">
                          <a:solidFill>
                            <a:schemeClr val="accent2">
                              <a:lumMod val="60000"/>
                              <a:lumOff val="40000"/>
                            </a:schemeClr>
                          </a:solidFill>
                          <a:prstDash val="solid"/>
                          <a:round/>
                          <a:headEnd type="none" w="med" len="med"/>
                          <a:tailEnd type="none" w="med" len="med"/>
                        </a:lnB>
                        <a:solidFill>
                          <a:schemeClr val="accent6">
                            <a:lumMod val="50000"/>
                          </a:schemeClr>
                        </a:solidFill>
                      </a:tcPr>
                    </a:tc>
                    <a:tc>
                      <a:txBody>
                        <a:bodyPr/>
                        <a:lstStyle/>
                        <a:p>
                          <a:pPr/>
                          <a14:m>
                            <m:oMathPara xmlns:m="http://schemas.openxmlformats.org/officeDocument/2006/math">
                              <m:oMathParaPr>
                                <m:jc m:val="centerGroup"/>
                              </m:oMathParaPr>
                              <m:oMath xmlns:m="http://schemas.openxmlformats.org/officeDocument/2006/math">
                                <m:r>
                                  <a:rPr lang="en-US" altLang="zh-CN" sz="1600" i="1" smtClean="0">
                                    <a:latin typeface="Cambria Math" panose="02040503050406030204" pitchFamily="18" charset="0"/>
                                  </a:rPr>
                                  <m:t>𝐴</m:t>
                                </m:r>
                              </m:oMath>
                            </m:oMathPara>
                          </a14:m>
                          <a:endParaRPr lang="zh-CN" altLang="en-US" sz="1600"/>
                        </a:p>
                      </a:txBody>
                      <a:tcPr>
                        <a:lnL w="6350" cap="flat" cmpd="sng" algn="ctr">
                          <a:solidFill>
                            <a:schemeClr val="accent2">
                              <a:lumMod val="60000"/>
                              <a:lumOff val="40000"/>
                            </a:schemeClr>
                          </a:solidFill>
                          <a:prstDash val="solid"/>
                          <a:round/>
                          <a:headEnd type="none" w="med" len="med"/>
                          <a:tailEnd type="none" w="med" len="med"/>
                        </a:lnL>
                        <a:lnB w="6350" cap="flat" cmpd="sng" algn="ctr">
                          <a:solidFill>
                            <a:schemeClr val="accent2">
                              <a:lumMod val="60000"/>
                              <a:lumOff val="40000"/>
                            </a:schemeClr>
                          </a:solidFill>
                          <a:prstDash val="solid"/>
                          <a:round/>
                          <a:headEnd type="none" w="med" len="med"/>
                          <a:tailEnd type="none" w="med" len="med"/>
                        </a:lnB>
                        <a:solidFill>
                          <a:schemeClr val="accent6">
                            <a:lumMod val="50000"/>
                          </a:schemeClr>
                        </a:solidFill>
                      </a:tcPr>
                    </a:tc>
                    <a:extLst>
                      <a:ext uri="{0D108BD9-81ED-4DB2-BD59-A6C34878D82A}">
                        <a16:rowId xmlns:a16="http://schemas.microsoft.com/office/drawing/2014/main" val="3884548877"/>
                      </a:ext>
                    </a:extLst>
                  </a:tr>
                  <a:tr h="260777">
                    <a:tc>
                      <a:txBody>
                        <a:bodyPr/>
                        <a:lstStyle/>
                        <a:p>
                          <a:pPr algn="ctr"/>
                          <a:r>
                            <a:rPr lang="en-US" altLang="zh-CN" sz="1600" b="1">
                              <a:solidFill>
                                <a:schemeClr val="accent6">
                                  <a:lumMod val="50000"/>
                                </a:schemeClr>
                              </a:solidFill>
                              <a:latin typeface="Cambria" panose="02040503050406030204" pitchFamily="18" charset="0"/>
                              <a:ea typeface="Cambria" panose="02040503050406030204" pitchFamily="18" charset="0"/>
                            </a:rPr>
                            <a:t>0</a:t>
                          </a:r>
                          <a:endParaRPr lang="zh-CN" altLang="en-US" sz="1600" b="1">
                            <a:solidFill>
                              <a:schemeClr val="accent6">
                                <a:lumMod val="50000"/>
                              </a:schemeClr>
                            </a:solidFill>
                            <a:latin typeface="Cambria" panose="02040503050406030204" pitchFamily="18" charset="0"/>
                          </a:endParaRPr>
                        </a:p>
                      </a:txBody>
                      <a:tcPr>
                        <a:lnR w="6350" cap="flat" cmpd="sng" algn="ctr">
                          <a:solidFill>
                            <a:schemeClr val="accent2">
                              <a:lumMod val="60000"/>
                              <a:lumOff val="40000"/>
                            </a:schemeClr>
                          </a:solidFill>
                          <a:prstDash val="solid"/>
                          <a:round/>
                          <a:headEnd type="none" w="med" len="med"/>
                          <a:tailEnd type="none" w="med" len="med"/>
                        </a:lnR>
                        <a:lnT w="6350" cap="flat" cmpd="sng" algn="ctr">
                          <a:solidFill>
                            <a:schemeClr val="accent2">
                              <a:lumMod val="60000"/>
                              <a:lumOff val="40000"/>
                            </a:schemeClr>
                          </a:solidFill>
                          <a:prstDash val="solid"/>
                          <a:round/>
                          <a:headEnd type="none" w="med" len="med"/>
                          <a:tailEnd type="none" w="med" len="med"/>
                        </a:lnT>
                        <a:lnB w="6350" cap="flat" cmpd="sng" algn="ctr">
                          <a:solidFill>
                            <a:schemeClr val="accent2">
                              <a:lumMod val="60000"/>
                              <a:lumOff val="40000"/>
                            </a:schemeClr>
                          </a:solidFill>
                          <a:prstDash val="solid"/>
                          <a:round/>
                          <a:headEnd type="none" w="med" len="med"/>
                          <a:tailEnd type="none" w="med" len="med"/>
                        </a:lnB>
                        <a:solidFill>
                          <a:schemeClr val="accent4">
                            <a:lumMod val="20000"/>
                            <a:lumOff val="80000"/>
                            <a:alpha val="50000"/>
                          </a:schemeClr>
                        </a:solidFill>
                      </a:tcPr>
                    </a:tc>
                    <a:tc>
                      <a:txBody>
                        <a:bodyPr/>
                        <a:lstStyle/>
                        <a:p>
                          <a:pPr algn="ctr"/>
                          <a:r>
                            <a:rPr lang="en-US" altLang="zh-CN" sz="1600" b="1">
                              <a:solidFill>
                                <a:schemeClr val="accent6">
                                  <a:lumMod val="50000"/>
                                </a:schemeClr>
                              </a:solidFill>
                              <a:latin typeface="Cambria" panose="02040503050406030204" pitchFamily="18" charset="0"/>
                              <a:ea typeface="Cambria" panose="02040503050406030204" pitchFamily="18" charset="0"/>
                            </a:rPr>
                            <a:t>0</a:t>
                          </a:r>
                          <a:endParaRPr lang="zh-CN" altLang="en-US" sz="1600" b="1">
                            <a:solidFill>
                              <a:schemeClr val="accent6">
                                <a:lumMod val="50000"/>
                              </a:schemeClr>
                            </a:solidFill>
                            <a:latin typeface="Cambria" panose="02040503050406030204" pitchFamily="18" charset="0"/>
                          </a:endParaRPr>
                        </a:p>
                      </a:txBody>
                      <a:tcPr>
                        <a:lnL w="6350" cap="flat" cmpd="sng" algn="ctr">
                          <a:solidFill>
                            <a:schemeClr val="accent2">
                              <a:lumMod val="60000"/>
                              <a:lumOff val="40000"/>
                            </a:schemeClr>
                          </a:solidFill>
                          <a:prstDash val="solid"/>
                          <a:round/>
                          <a:headEnd type="none" w="med" len="med"/>
                          <a:tailEnd type="none" w="med" len="med"/>
                        </a:lnL>
                        <a:lnR w="6350" cap="flat" cmpd="sng" algn="ctr">
                          <a:solidFill>
                            <a:schemeClr val="accent2">
                              <a:lumMod val="60000"/>
                              <a:lumOff val="40000"/>
                            </a:schemeClr>
                          </a:solidFill>
                          <a:prstDash val="solid"/>
                          <a:round/>
                          <a:headEnd type="none" w="med" len="med"/>
                          <a:tailEnd type="none" w="med" len="med"/>
                        </a:lnR>
                        <a:lnT w="6350" cap="flat" cmpd="sng" algn="ctr">
                          <a:solidFill>
                            <a:schemeClr val="accent2">
                              <a:lumMod val="60000"/>
                              <a:lumOff val="40000"/>
                            </a:schemeClr>
                          </a:solidFill>
                          <a:prstDash val="solid"/>
                          <a:round/>
                          <a:headEnd type="none" w="med" len="med"/>
                          <a:tailEnd type="none" w="med" len="med"/>
                        </a:lnT>
                        <a:lnB w="6350" cap="flat" cmpd="sng" algn="ctr">
                          <a:solidFill>
                            <a:schemeClr val="accent2">
                              <a:lumMod val="60000"/>
                              <a:lumOff val="40000"/>
                            </a:schemeClr>
                          </a:solidFill>
                          <a:prstDash val="solid"/>
                          <a:round/>
                          <a:headEnd type="none" w="med" len="med"/>
                          <a:tailEnd type="none" w="med" len="med"/>
                        </a:lnB>
                        <a:solidFill>
                          <a:schemeClr val="accent4">
                            <a:lumMod val="20000"/>
                            <a:lumOff val="80000"/>
                            <a:alpha val="50000"/>
                          </a:schemeClr>
                        </a:solidFill>
                      </a:tcPr>
                    </a:tc>
                    <a:tc>
                      <a:txBody>
                        <a:bodyPr/>
                        <a:lstStyle/>
                        <a:p>
                          <a:pPr algn="ctr"/>
                          <a:r>
                            <a:rPr lang="en-US" altLang="zh-CN" sz="1600" b="1">
                              <a:solidFill>
                                <a:schemeClr val="accent2">
                                  <a:lumMod val="50000"/>
                                </a:schemeClr>
                              </a:solidFill>
                              <a:latin typeface="Cambria" panose="02040503050406030204" pitchFamily="18" charset="0"/>
                            </a:rPr>
                            <a:t>0</a:t>
                          </a:r>
                          <a:endParaRPr lang="zh-CN" altLang="en-US" sz="1600" b="1">
                            <a:solidFill>
                              <a:schemeClr val="accent2">
                                <a:lumMod val="50000"/>
                              </a:schemeClr>
                            </a:solidFill>
                            <a:latin typeface="Cambria" panose="02040503050406030204" pitchFamily="18" charset="0"/>
                          </a:endParaRPr>
                        </a:p>
                      </a:txBody>
                      <a:tcPr>
                        <a:lnL w="6350" cap="flat" cmpd="sng" algn="ctr">
                          <a:solidFill>
                            <a:schemeClr val="accent2">
                              <a:lumMod val="60000"/>
                              <a:lumOff val="40000"/>
                            </a:schemeClr>
                          </a:solidFill>
                          <a:prstDash val="solid"/>
                          <a:round/>
                          <a:headEnd type="none" w="med" len="med"/>
                          <a:tailEnd type="none" w="med" len="med"/>
                        </a:lnL>
                        <a:lnR w="6350" cap="flat" cmpd="sng" algn="ctr">
                          <a:solidFill>
                            <a:schemeClr val="accent2">
                              <a:lumMod val="60000"/>
                              <a:lumOff val="40000"/>
                            </a:schemeClr>
                          </a:solidFill>
                          <a:prstDash val="solid"/>
                          <a:round/>
                          <a:headEnd type="none" w="med" len="med"/>
                          <a:tailEnd type="none" w="med" len="med"/>
                        </a:lnR>
                        <a:lnT w="6350" cap="flat" cmpd="sng" algn="ctr">
                          <a:solidFill>
                            <a:schemeClr val="accent2">
                              <a:lumMod val="60000"/>
                              <a:lumOff val="40000"/>
                            </a:schemeClr>
                          </a:solidFill>
                          <a:prstDash val="solid"/>
                          <a:round/>
                          <a:headEnd type="none" w="med" len="med"/>
                          <a:tailEnd type="none" w="med" len="med"/>
                        </a:lnT>
                        <a:lnB w="6350" cap="flat" cmpd="sng" algn="ctr">
                          <a:solidFill>
                            <a:schemeClr val="accent2">
                              <a:lumMod val="60000"/>
                              <a:lumOff val="40000"/>
                            </a:schemeClr>
                          </a:solidFill>
                          <a:prstDash val="solid"/>
                          <a:round/>
                          <a:headEnd type="none" w="med" len="med"/>
                          <a:tailEnd type="none" w="med" len="med"/>
                        </a:lnB>
                        <a:solidFill>
                          <a:schemeClr val="accent4">
                            <a:lumMod val="20000"/>
                            <a:lumOff val="80000"/>
                            <a:alpha val="50000"/>
                          </a:schemeClr>
                        </a:solidFill>
                      </a:tcPr>
                    </a:tc>
                    <a:tc>
                      <a:txBody>
                        <a:bodyPr/>
                        <a:lstStyle/>
                        <a:p>
                          <a:pPr algn="ctr"/>
                          <a:r>
                            <a:rPr lang="en-US" altLang="zh-CN" sz="1600" b="1">
                              <a:solidFill>
                                <a:schemeClr val="accent2">
                                  <a:lumMod val="50000"/>
                                </a:schemeClr>
                              </a:solidFill>
                              <a:latin typeface="Cambria" panose="02040503050406030204" pitchFamily="18" charset="0"/>
                            </a:rPr>
                            <a:t>1</a:t>
                          </a:r>
                          <a:endParaRPr lang="zh-CN" altLang="en-US" sz="1600" b="1">
                            <a:solidFill>
                              <a:schemeClr val="accent2">
                                <a:lumMod val="50000"/>
                              </a:schemeClr>
                            </a:solidFill>
                            <a:latin typeface="Cambria" panose="02040503050406030204" pitchFamily="18" charset="0"/>
                          </a:endParaRPr>
                        </a:p>
                      </a:txBody>
                      <a:tcPr>
                        <a:lnL w="6350" cap="flat" cmpd="sng" algn="ctr">
                          <a:solidFill>
                            <a:schemeClr val="accent2">
                              <a:lumMod val="60000"/>
                              <a:lumOff val="40000"/>
                            </a:schemeClr>
                          </a:solidFill>
                          <a:prstDash val="solid"/>
                          <a:round/>
                          <a:headEnd type="none" w="med" len="med"/>
                          <a:tailEnd type="none" w="med" len="med"/>
                        </a:lnL>
                        <a:lnR w="6350" cap="flat" cmpd="sng" algn="ctr">
                          <a:solidFill>
                            <a:schemeClr val="accent2">
                              <a:lumMod val="60000"/>
                              <a:lumOff val="40000"/>
                            </a:schemeClr>
                          </a:solidFill>
                          <a:prstDash val="solid"/>
                          <a:round/>
                          <a:headEnd type="none" w="med" len="med"/>
                          <a:tailEnd type="none" w="med" len="med"/>
                        </a:lnR>
                        <a:lnT w="6350" cap="flat" cmpd="sng" algn="ctr">
                          <a:solidFill>
                            <a:schemeClr val="accent2">
                              <a:lumMod val="60000"/>
                              <a:lumOff val="40000"/>
                            </a:schemeClr>
                          </a:solidFill>
                          <a:prstDash val="solid"/>
                          <a:round/>
                          <a:headEnd type="none" w="med" len="med"/>
                          <a:tailEnd type="none" w="med" len="med"/>
                        </a:lnT>
                        <a:lnB w="6350" cap="flat" cmpd="sng" algn="ctr">
                          <a:solidFill>
                            <a:schemeClr val="accent2">
                              <a:lumMod val="60000"/>
                              <a:lumOff val="40000"/>
                            </a:schemeClr>
                          </a:solidFill>
                          <a:prstDash val="solid"/>
                          <a:round/>
                          <a:headEnd type="none" w="med" len="med"/>
                          <a:tailEnd type="none" w="med" len="med"/>
                        </a:lnB>
                        <a:solidFill>
                          <a:schemeClr val="accent4">
                            <a:lumMod val="20000"/>
                            <a:lumOff val="80000"/>
                            <a:alpha val="50000"/>
                          </a:schemeClr>
                        </a:solidFill>
                      </a:tcPr>
                    </a:tc>
                    <a:tc>
                      <a:txBody>
                        <a:bodyPr/>
                        <a:lstStyle/>
                        <a:p>
                          <a:pPr algn="ctr"/>
                          <a:r>
                            <a:rPr lang="en-US" altLang="zh-CN" sz="1600" b="1">
                              <a:solidFill>
                                <a:schemeClr val="accent2">
                                  <a:lumMod val="50000"/>
                                </a:schemeClr>
                              </a:solidFill>
                              <a:latin typeface="Cambria" panose="02040503050406030204" pitchFamily="18" charset="0"/>
                            </a:rPr>
                            <a:t>1</a:t>
                          </a:r>
                          <a:endParaRPr lang="zh-CN" altLang="en-US" sz="1600" b="1">
                            <a:solidFill>
                              <a:schemeClr val="accent2">
                                <a:lumMod val="50000"/>
                              </a:schemeClr>
                            </a:solidFill>
                            <a:latin typeface="Cambria" panose="02040503050406030204" pitchFamily="18" charset="0"/>
                          </a:endParaRPr>
                        </a:p>
                      </a:txBody>
                      <a:tcPr>
                        <a:lnL w="6350" cap="flat" cmpd="sng" algn="ctr">
                          <a:solidFill>
                            <a:schemeClr val="accent2">
                              <a:lumMod val="60000"/>
                              <a:lumOff val="40000"/>
                            </a:schemeClr>
                          </a:solidFill>
                          <a:prstDash val="solid"/>
                          <a:round/>
                          <a:headEnd type="none" w="med" len="med"/>
                          <a:tailEnd type="none" w="med" len="med"/>
                        </a:lnL>
                        <a:lnR w="6350" cap="flat" cmpd="sng" algn="ctr">
                          <a:solidFill>
                            <a:schemeClr val="accent2">
                              <a:lumMod val="60000"/>
                              <a:lumOff val="40000"/>
                            </a:schemeClr>
                          </a:solidFill>
                          <a:prstDash val="solid"/>
                          <a:round/>
                          <a:headEnd type="none" w="med" len="med"/>
                          <a:tailEnd type="none" w="med" len="med"/>
                        </a:lnR>
                        <a:lnT w="6350" cap="flat" cmpd="sng" algn="ctr">
                          <a:solidFill>
                            <a:schemeClr val="accent2">
                              <a:lumMod val="60000"/>
                              <a:lumOff val="40000"/>
                            </a:schemeClr>
                          </a:solidFill>
                          <a:prstDash val="solid"/>
                          <a:round/>
                          <a:headEnd type="none" w="med" len="med"/>
                          <a:tailEnd type="none" w="med" len="med"/>
                        </a:lnT>
                        <a:lnB w="6350" cap="flat" cmpd="sng" algn="ctr">
                          <a:solidFill>
                            <a:schemeClr val="accent2">
                              <a:lumMod val="60000"/>
                              <a:lumOff val="40000"/>
                            </a:schemeClr>
                          </a:solidFill>
                          <a:prstDash val="solid"/>
                          <a:round/>
                          <a:headEnd type="none" w="med" len="med"/>
                          <a:tailEnd type="none" w="med" len="med"/>
                        </a:lnB>
                        <a:solidFill>
                          <a:schemeClr val="accent4">
                            <a:lumMod val="20000"/>
                            <a:lumOff val="80000"/>
                            <a:alpha val="50000"/>
                          </a:schemeClr>
                        </a:solidFill>
                      </a:tcPr>
                    </a:tc>
                    <a:tc>
                      <a:txBody>
                        <a:bodyPr/>
                        <a:lstStyle/>
                        <a:p>
                          <a:pPr algn="ctr"/>
                          <a:r>
                            <a:rPr lang="en-US" altLang="zh-CN" sz="1600" b="1">
                              <a:solidFill>
                                <a:schemeClr val="accent2">
                                  <a:lumMod val="50000"/>
                                </a:schemeClr>
                              </a:solidFill>
                              <a:latin typeface="Cambria" panose="02040503050406030204" pitchFamily="18" charset="0"/>
                            </a:rPr>
                            <a:t>1</a:t>
                          </a:r>
                          <a:endParaRPr lang="zh-CN" altLang="en-US" sz="1600" b="1">
                            <a:solidFill>
                              <a:schemeClr val="accent2">
                                <a:lumMod val="50000"/>
                              </a:schemeClr>
                            </a:solidFill>
                            <a:latin typeface="Cambria" panose="02040503050406030204" pitchFamily="18" charset="0"/>
                          </a:endParaRPr>
                        </a:p>
                      </a:txBody>
                      <a:tcPr>
                        <a:lnL w="6350" cap="flat" cmpd="sng" algn="ctr">
                          <a:solidFill>
                            <a:schemeClr val="accent2">
                              <a:lumMod val="60000"/>
                              <a:lumOff val="40000"/>
                            </a:schemeClr>
                          </a:solidFill>
                          <a:prstDash val="solid"/>
                          <a:round/>
                          <a:headEnd type="none" w="med" len="med"/>
                          <a:tailEnd type="none" w="med" len="med"/>
                        </a:lnL>
                        <a:lnR w="6350" cap="flat" cmpd="sng" algn="ctr">
                          <a:solidFill>
                            <a:schemeClr val="accent2">
                              <a:lumMod val="60000"/>
                              <a:lumOff val="40000"/>
                            </a:schemeClr>
                          </a:solidFill>
                          <a:prstDash val="solid"/>
                          <a:round/>
                          <a:headEnd type="none" w="med" len="med"/>
                          <a:tailEnd type="none" w="med" len="med"/>
                        </a:lnR>
                        <a:lnT w="6350" cap="flat" cmpd="sng" algn="ctr">
                          <a:solidFill>
                            <a:schemeClr val="accent2">
                              <a:lumMod val="60000"/>
                              <a:lumOff val="40000"/>
                            </a:schemeClr>
                          </a:solidFill>
                          <a:prstDash val="solid"/>
                          <a:round/>
                          <a:headEnd type="none" w="med" len="med"/>
                          <a:tailEnd type="none" w="med" len="med"/>
                        </a:lnT>
                        <a:lnB w="6350" cap="flat" cmpd="sng" algn="ctr">
                          <a:solidFill>
                            <a:schemeClr val="accent2">
                              <a:lumMod val="60000"/>
                              <a:lumOff val="40000"/>
                            </a:schemeClr>
                          </a:solidFill>
                          <a:prstDash val="solid"/>
                          <a:round/>
                          <a:headEnd type="none" w="med" len="med"/>
                          <a:tailEnd type="none" w="med" len="med"/>
                        </a:lnB>
                        <a:solidFill>
                          <a:schemeClr val="accent4">
                            <a:lumMod val="20000"/>
                            <a:lumOff val="80000"/>
                            <a:alpha val="50000"/>
                          </a:schemeClr>
                        </a:solidFill>
                      </a:tcPr>
                    </a:tc>
                    <a:tc>
                      <a:txBody>
                        <a:bodyPr/>
                        <a:lstStyle/>
                        <a:p>
                          <a:pPr algn="ctr"/>
                          <a:r>
                            <a:rPr lang="en-US" altLang="zh-CN" sz="1600" b="1">
                              <a:solidFill>
                                <a:schemeClr val="accent2">
                                  <a:lumMod val="50000"/>
                                </a:schemeClr>
                              </a:solidFill>
                              <a:latin typeface="Cambria" panose="02040503050406030204" pitchFamily="18" charset="0"/>
                            </a:rPr>
                            <a:t>1</a:t>
                          </a:r>
                          <a:endParaRPr lang="zh-CN" altLang="en-US" sz="1600" b="1">
                            <a:solidFill>
                              <a:schemeClr val="accent2">
                                <a:lumMod val="50000"/>
                              </a:schemeClr>
                            </a:solidFill>
                            <a:latin typeface="Cambria" panose="02040503050406030204" pitchFamily="18" charset="0"/>
                          </a:endParaRPr>
                        </a:p>
                      </a:txBody>
                      <a:tcPr>
                        <a:lnL w="6350" cap="flat" cmpd="sng" algn="ctr">
                          <a:solidFill>
                            <a:schemeClr val="accent2">
                              <a:lumMod val="60000"/>
                              <a:lumOff val="40000"/>
                            </a:schemeClr>
                          </a:solidFill>
                          <a:prstDash val="solid"/>
                          <a:round/>
                          <a:headEnd type="none" w="med" len="med"/>
                          <a:tailEnd type="none" w="med" len="med"/>
                        </a:lnL>
                        <a:lnR w="6350" cap="flat" cmpd="sng" algn="ctr">
                          <a:solidFill>
                            <a:schemeClr val="accent2">
                              <a:lumMod val="60000"/>
                              <a:lumOff val="40000"/>
                            </a:schemeClr>
                          </a:solidFill>
                          <a:prstDash val="solid"/>
                          <a:round/>
                          <a:headEnd type="none" w="med" len="med"/>
                          <a:tailEnd type="none" w="med" len="med"/>
                        </a:lnR>
                        <a:lnT w="6350" cap="flat" cmpd="sng" algn="ctr">
                          <a:solidFill>
                            <a:schemeClr val="accent2">
                              <a:lumMod val="60000"/>
                              <a:lumOff val="40000"/>
                            </a:schemeClr>
                          </a:solidFill>
                          <a:prstDash val="solid"/>
                          <a:round/>
                          <a:headEnd type="none" w="med" len="med"/>
                          <a:tailEnd type="none" w="med" len="med"/>
                        </a:lnT>
                        <a:lnB w="6350" cap="flat" cmpd="sng" algn="ctr">
                          <a:solidFill>
                            <a:schemeClr val="accent2">
                              <a:lumMod val="60000"/>
                              <a:lumOff val="40000"/>
                            </a:schemeClr>
                          </a:solidFill>
                          <a:prstDash val="solid"/>
                          <a:round/>
                          <a:headEnd type="none" w="med" len="med"/>
                          <a:tailEnd type="none" w="med" len="med"/>
                        </a:lnB>
                        <a:solidFill>
                          <a:schemeClr val="accent4">
                            <a:lumMod val="20000"/>
                            <a:lumOff val="80000"/>
                            <a:alpha val="50000"/>
                          </a:schemeClr>
                        </a:solidFill>
                      </a:tcPr>
                    </a:tc>
                    <a:tc>
                      <a:txBody>
                        <a:bodyPr/>
                        <a:lstStyle/>
                        <a:p>
                          <a:pPr algn="ctr"/>
                          <a:r>
                            <a:rPr lang="en-US" altLang="zh-CN" sz="1600" b="1">
                              <a:solidFill>
                                <a:schemeClr val="accent2">
                                  <a:lumMod val="50000"/>
                                </a:schemeClr>
                              </a:solidFill>
                              <a:latin typeface="Cambria" panose="02040503050406030204" pitchFamily="18" charset="0"/>
                            </a:rPr>
                            <a:t>1</a:t>
                          </a:r>
                          <a:endParaRPr lang="zh-CN" altLang="en-US" sz="1600" b="1">
                            <a:solidFill>
                              <a:schemeClr val="accent2">
                                <a:lumMod val="50000"/>
                              </a:schemeClr>
                            </a:solidFill>
                            <a:latin typeface="Cambria" panose="02040503050406030204" pitchFamily="18" charset="0"/>
                          </a:endParaRPr>
                        </a:p>
                      </a:txBody>
                      <a:tcPr>
                        <a:lnL w="6350" cap="flat" cmpd="sng" algn="ctr">
                          <a:solidFill>
                            <a:schemeClr val="accent2">
                              <a:lumMod val="60000"/>
                              <a:lumOff val="40000"/>
                            </a:schemeClr>
                          </a:solidFill>
                          <a:prstDash val="solid"/>
                          <a:round/>
                          <a:headEnd type="none" w="med" len="med"/>
                          <a:tailEnd type="none" w="med" len="med"/>
                        </a:lnL>
                        <a:lnT w="6350" cap="flat" cmpd="sng" algn="ctr">
                          <a:solidFill>
                            <a:schemeClr val="accent2">
                              <a:lumMod val="60000"/>
                              <a:lumOff val="40000"/>
                            </a:schemeClr>
                          </a:solidFill>
                          <a:prstDash val="solid"/>
                          <a:round/>
                          <a:headEnd type="none" w="med" len="med"/>
                          <a:tailEnd type="none" w="med" len="med"/>
                        </a:lnT>
                        <a:lnB w="6350" cap="flat" cmpd="sng" algn="ctr">
                          <a:solidFill>
                            <a:schemeClr val="accent2">
                              <a:lumMod val="60000"/>
                              <a:lumOff val="40000"/>
                            </a:schemeClr>
                          </a:solidFill>
                          <a:prstDash val="solid"/>
                          <a:round/>
                          <a:headEnd type="none" w="med" len="med"/>
                          <a:tailEnd type="none" w="med" len="med"/>
                        </a:lnB>
                        <a:solidFill>
                          <a:schemeClr val="accent4">
                            <a:lumMod val="20000"/>
                            <a:lumOff val="80000"/>
                            <a:alpha val="50000"/>
                          </a:schemeClr>
                        </a:solidFill>
                      </a:tcPr>
                    </a:tc>
                    <a:extLst>
                      <a:ext uri="{0D108BD9-81ED-4DB2-BD59-A6C34878D82A}">
                        <a16:rowId xmlns:a16="http://schemas.microsoft.com/office/drawing/2014/main" val="4200598949"/>
                      </a:ext>
                    </a:extLst>
                  </a:tr>
                  <a:tr h="254418">
                    <a:tc>
                      <a:txBody>
                        <a:bodyPr/>
                        <a:lstStyle/>
                        <a:p>
                          <a:pPr algn="ctr"/>
                          <a:r>
                            <a:rPr lang="en-US" altLang="zh-CN" sz="1600" b="1">
                              <a:solidFill>
                                <a:schemeClr val="accent6">
                                  <a:lumMod val="50000"/>
                                </a:schemeClr>
                              </a:solidFill>
                              <a:latin typeface="Cambria" panose="02040503050406030204" pitchFamily="18" charset="0"/>
                              <a:ea typeface="Cambria" panose="02040503050406030204" pitchFamily="18" charset="0"/>
                            </a:rPr>
                            <a:t>0</a:t>
                          </a:r>
                          <a:endParaRPr lang="zh-CN" altLang="en-US" sz="1600" b="1">
                            <a:solidFill>
                              <a:schemeClr val="accent6">
                                <a:lumMod val="50000"/>
                              </a:schemeClr>
                            </a:solidFill>
                            <a:latin typeface="Cambria" panose="02040503050406030204" pitchFamily="18" charset="0"/>
                          </a:endParaRPr>
                        </a:p>
                      </a:txBody>
                      <a:tcPr>
                        <a:lnR w="6350" cap="flat" cmpd="sng" algn="ctr">
                          <a:solidFill>
                            <a:schemeClr val="accent2">
                              <a:lumMod val="60000"/>
                              <a:lumOff val="40000"/>
                            </a:schemeClr>
                          </a:solidFill>
                          <a:prstDash val="solid"/>
                          <a:round/>
                          <a:headEnd type="none" w="med" len="med"/>
                          <a:tailEnd type="none" w="med" len="med"/>
                        </a:lnR>
                        <a:lnT w="6350" cap="flat" cmpd="sng" algn="ctr">
                          <a:solidFill>
                            <a:schemeClr val="accent2">
                              <a:lumMod val="60000"/>
                              <a:lumOff val="40000"/>
                            </a:schemeClr>
                          </a:solidFill>
                          <a:prstDash val="solid"/>
                          <a:round/>
                          <a:headEnd type="none" w="med" len="med"/>
                          <a:tailEnd type="none" w="med" len="med"/>
                        </a:lnT>
                        <a:lnB w="6350" cap="flat" cmpd="sng" algn="ctr">
                          <a:solidFill>
                            <a:schemeClr val="accent2">
                              <a:lumMod val="60000"/>
                              <a:lumOff val="40000"/>
                            </a:schemeClr>
                          </a:solidFill>
                          <a:prstDash val="solid"/>
                          <a:round/>
                          <a:headEnd type="none" w="med" len="med"/>
                          <a:tailEnd type="none" w="med" len="med"/>
                        </a:lnB>
                        <a:solidFill>
                          <a:schemeClr val="accent4">
                            <a:lumMod val="20000"/>
                            <a:lumOff val="80000"/>
                            <a:alpha val="50000"/>
                          </a:schemeClr>
                        </a:solidFill>
                      </a:tcPr>
                    </a:tc>
                    <a:tc>
                      <a:txBody>
                        <a:bodyPr/>
                        <a:lstStyle/>
                        <a:p>
                          <a:pPr algn="ctr"/>
                          <a:r>
                            <a:rPr lang="en-US" altLang="zh-CN" sz="1600" b="1">
                              <a:solidFill>
                                <a:schemeClr val="accent6">
                                  <a:lumMod val="50000"/>
                                </a:schemeClr>
                              </a:solidFill>
                              <a:latin typeface="Cambria" panose="02040503050406030204" pitchFamily="18" charset="0"/>
                              <a:ea typeface="Cambria" panose="02040503050406030204" pitchFamily="18" charset="0"/>
                            </a:rPr>
                            <a:t>1</a:t>
                          </a:r>
                          <a:endParaRPr lang="zh-CN" altLang="en-US" sz="1600" b="1">
                            <a:solidFill>
                              <a:schemeClr val="accent6">
                                <a:lumMod val="50000"/>
                              </a:schemeClr>
                            </a:solidFill>
                            <a:latin typeface="Cambria" panose="02040503050406030204" pitchFamily="18" charset="0"/>
                          </a:endParaRPr>
                        </a:p>
                      </a:txBody>
                      <a:tcPr>
                        <a:lnL w="6350" cap="flat" cmpd="sng" algn="ctr">
                          <a:solidFill>
                            <a:schemeClr val="accent2">
                              <a:lumMod val="60000"/>
                              <a:lumOff val="40000"/>
                            </a:schemeClr>
                          </a:solidFill>
                          <a:prstDash val="solid"/>
                          <a:round/>
                          <a:headEnd type="none" w="med" len="med"/>
                          <a:tailEnd type="none" w="med" len="med"/>
                        </a:lnL>
                        <a:lnR w="6350" cap="flat" cmpd="sng" algn="ctr">
                          <a:solidFill>
                            <a:schemeClr val="accent2">
                              <a:lumMod val="60000"/>
                              <a:lumOff val="40000"/>
                            </a:schemeClr>
                          </a:solidFill>
                          <a:prstDash val="solid"/>
                          <a:round/>
                          <a:headEnd type="none" w="med" len="med"/>
                          <a:tailEnd type="none" w="med" len="med"/>
                        </a:lnR>
                        <a:lnT w="6350" cap="flat" cmpd="sng" algn="ctr">
                          <a:solidFill>
                            <a:schemeClr val="accent2">
                              <a:lumMod val="60000"/>
                              <a:lumOff val="40000"/>
                            </a:schemeClr>
                          </a:solidFill>
                          <a:prstDash val="solid"/>
                          <a:round/>
                          <a:headEnd type="none" w="med" len="med"/>
                          <a:tailEnd type="none" w="med" len="med"/>
                        </a:lnT>
                        <a:lnB w="6350" cap="flat" cmpd="sng" algn="ctr">
                          <a:solidFill>
                            <a:schemeClr val="accent2">
                              <a:lumMod val="60000"/>
                              <a:lumOff val="40000"/>
                            </a:schemeClr>
                          </a:solidFill>
                          <a:prstDash val="solid"/>
                          <a:round/>
                          <a:headEnd type="none" w="med" len="med"/>
                          <a:tailEnd type="none" w="med" len="med"/>
                        </a:lnB>
                        <a:solidFill>
                          <a:schemeClr val="accent4">
                            <a:lumMod val="20000"/>
                            <a:lumOff val="80000"/>
                            <a:alpha val="50000"/>
                          </a:schemeClr>
                        </a:solidFill>
                      </a:tcPr>
                    </a:tc>
                    <a:tc>
                      <a:txBody>
                        <a:bodyPr/>
                        <a:lstStyle/>
                        <a:p>
                          <a:pPr algn="ctr"/>
                          <a:r>
                            <a:rPr lang="en-US" altLang="zh-CN" sz="1600" b="1">
                              <a:solidFill>
                                <a:schemeClr val="accent2">
                                  <a:lumMod val="50000"/>
                                </a:schemeClr>
                              </a:solidFill>
                              <a:latin typeface="Cambria" panose="02040503050406030204" pitchFamily="18" charset="0"/>
                            </a:rPr>
                            <a:t>1</a:t>
                          </a:r>
                          <a:endParaRPr lang="zh-CN" altLang="en-US" sz="1600" b="1">
                            <a:solidFill>
                              <a:schemeClr val="accent2">
                                <a:lumMod val="50000"/>
                              </a:schemeClr>
                            </a:solidFill>
                            <a:latin typeface="Cambria" panose="02040503050406030204" pitchFamily="18" charset="0"/>
                          </a:endParaRPr>
                        </a:p>
                      </a:txBody>
                      <a:tcPr>
                        <a:lnL w="6350" cap="flat" cmpd="sng" algn="ctr">
                          <a:solidFill>
                            <a:schemeClr val="accent2">
                              <a:lumMod val="60000"/>
                              <a:lumOff val="40000"/>
                            </a:schemeClr>
                          </a:solidFill>
                          <a:prstDash val="solid"/>
                          <a:round/>
                          <a:headEnd type="none" w="med" len="med"/>
                          <a:tailEnd type="none" w="med" len="med"/>
                        </a:lnL>
                        <a:lnR w="6350" cap="flat" cmpd="sng" algn="ctr">
                          <a:solidFill>
                            <a:schemeClr val="accent2">
                              <a:lumMod val="60000"/>
                              <a:lumOff val="40000"/>
                            </a:schemeClr>
                          </a:solidFill>
                          <a:prstDash val="solid"/>
                          <a:round/>
                          <a:headEnd type="none" w="med" len="med"/>
                          <a:tailEnd type="none" w="med" len="med"/>
                        </a:lnR>
                        <a:lnT w="6350" cap="flat" cmpd="sng" algn="ctr">
                          <a:solidFill>
                            <a:schemeClr val="accent2">
                              <a:lumMod val="60000"/>
                              <a:lumOff val="40000"/>
                            </a:schemeClr>
                          </a:solidFill>
                          <a:prstDash val="solid"/>
                          <a:round/>
                          <a:headEnd type="none" w="med" len="med"/>
                          <a:tailEnd type="none" w="med" len="med"/>
                        </a:lnT>
                        <a:lnB w="6350" cap="flat" cmpd="sng" algn="ctr">
                          <a:solidFill>
                            <a:schemeClr val="accent2">
                              <a:lumMod val="60000"/>
                              <a:lumOff val="40000"/>
                            </a:schemeClr>
                          </a:solidFill>
                          <a:prstDash val="solid"/>
                          <a:round/>
                          <a:headEnd type="none" w="med" len="med"/>
                          <a:tailEnd type="none" w="med" len="med"/>
                        </a:lnB>
                        <a:solidFill>
                          <a:schemeClr val="accent4">
                            <a:lumMod val="20000"/>
                            <a:lumOff val="80000"/>
                            <a:alpha val="50000"/>
                          </a:schemeClr>
                        </a:solidFill>
                      </a:tcPr>
                    </a:tc>
                    <a:tc>
                      <a:txBody>
                        <a:bodyPr/>
                        <a:lstStyle/>
                        <a:p>
                          <a:pPr algn="ctr"/>
                          <a:r>
                            <a:rPr lang="en-US" altLang="zh-CN" sz="1600" b="1">
                              <a:solidFill>
                                <a:schemeClr val="accent2">
                                  <a:lumMod val="50000"/>
                                </a:schemeClr>
                              </a:solidFill>
                              <a:latin typeface="Cambria" panose="02040503050406030204" pitchFamily="18" charset="0"/>
                            </a:rPr>
                            <a:t>0</a:t>
                          </a:r>
                          <a:endParaRPr lang="zh-CN" altLang="en-US" sz="1600" b="1">
                            <a:solidFill>
                              <a:schemeClr val="accent2">
                                <a:lumMod val="50000"/>
                              </a:schemeClr>
                            </a:solidFill>
                            <a:latin typeface="Cambria" panose="02040503050406030204" pitchFamily="18" charset="0"/>
                          </a:endParaRPr>
                        </a:p>
                      </a:txBody>
                      <a:tcPr>
                        <a:lnL w="6350" cap="flat" cmpd="sng" algn="ctr">
                          <a:solidFill>
                            <a:schemeClr val="accent2">
                              <a:lumMod val="60000"/>
                              <a:lumOff val="40000"/>
                            </a:schemeClr>
                          </a:solidFill>
                          <a:prstDash val="solid"/>
                          <a:round/>
                          <a:headEnd type="none" w="med" len="med"/>
                          <a:tailEnd type="none" w="med" len="med"/>
                        </a:lnL>
                        <a:lnR w="6350" cap="flat" cmpd="sng" algn="ctr">
                          <a:solidFill>
                            <a:schemeClr val="accent2">
                              <a:lumMod val="60000"/>
                              <a:lumOff val="40000"/>
                            </a:schemeClr>
                          </a:solidFill>
                          <a:prstDash val="solid"/>
                          <a:round/>
                          <a:headEnd type="none" w="med" len="med"/>
                          <a:tailEnd type="none" w="med" len="med"/>
                        </a:lnR>
                        <a:lnT w="6350" cap="flat" cmpd="sng" algn="ctr">
                          <a:solidFill>
                            <a:schemeClr val="accent2">
                              <a:lumMod val="60000"/>
                              <a:lumOff val="40000"/>
                            </a:schemeClr>
                          </a:solidFill>
                          <a:prstDash val="solid"/>
                          <a:round/>
                          <a:headEnd type="none" w="med" len="med"/>
                          <a:tailEnd type="none" w="med" len="med"/>
                        </a:lnT>
                        <a:lnB w="6350" cap="flat" cmpd="sng" algn="ctr">
                          <a:solidFill>
                            <a:schemeClr val="accent2">
                              <a:lumMod val="60000"/>
                              <a:lumOff val="40000"/>
                            </a:schemeClr>
                          </a:solidFill>
                          <a:prstDash val="solid"/>
                          <a:round/>
                          <a:headEnd type="none" w="med" len="med"/>
                          <a:tailEnd type="none" w="med" len="med"/>
                        </a:lnB>
                        <a:solidFill>
                          <a:schemeClr val="accent4">
                            <a:lumMod val="20000"/>
                            <a:lumOff val="80000"/>
                            <a:alpha val="50000"/>
                          </a:schemeClr>
                        </a:solidFill>
                      </a:tcPr>
                    </a:tc>
                    <a:tc>
                      <a:txBody>
                        <a:bodyPr/>
                        <a:lstStyle/>
                        <a:p>
                          <a:pPr algn="ctr"/>
                          <a:r>
                            <a:rPr lang="en-US" altLang="zh-CN" sz="1600" b="1">
                              <a:solidFill>
                                <a:schemeClr val="accent2">
                                  <a:lumMod val="50000"/>
                                </a:schemeClr>
                              </a:solidFill>
                              <a:latin typeface="Cambria" panose="02040503050406030204" pitchFamily="18" charset="0"/>
                            </a:rPr>
                            <a:t>1</a:t>
                          </a:r>
                          <a:endParaRPr lang="zh-CN" altLang="en-US" sz="1600" b="1">
                            <a:solidFill>
                              <a:schemeClr val="accent2">
                                <a:lumMod val="50000"/>
                              </a:schemeClr>
                            </a:solidFill>
                            <a:latin typeface="Cambria" panose="02040503050406030204" pitchFamily="18" charset="0"/>
                          </a:endParaRPr>
                        </a:p>
                      </a:txBody>
                      <a:tcPr>
                        <a:lnL w="6350" cap="flat" cmpd="sng" algn="ctr">
                          <a:solidFill>
                            <a:schemeClr val="accent2">
                              <a:lumMod val="60000"/>
                              <a:lumOff val="40000"/>
                            </a:schemeClr>
                          </a:solidFill>
                          <a:prstDash val="solid"/>
                          <a:round/>
                          <a:headEnd type="none" w="med" len="med"/>
                          <a:tailEnd type="none" w="med" len="med"/>
                        </a:lnL>
                        <a:lnR w="6350" cap="flat" cmpd="sng" algn="ctr">
                          <a:solidFill>
                            <a:schemeClr val="accent2">
                              <a:lumMod val="60000"/>
                              <a:lumOff val="40000"/>
                            </a:schemeClr>
                          </a:solidFill>
                          <a:prstDash val="solid"/>
                          <a:round/>
                          <a:headEnd type="none" w="med" len="med"/>
                          <a:tailEnd type="none" w="med" len="med"/>
                        </a:lnR>
                        <a:lnT w="6350" cap="flat" cmpd="sng" algn="ctr">
                          <a:solidFill>
                            <a:schemeClr val="accent2">
                              <a:lumMod val="60000"/>
                              <a:lumOff val="40000"/>
                            </a:schemeClr>
                          </a:solidFill>
                          <a:prstDash val="solid"/>
                          <a:round/>
                          <a:headEnd type="none" w="med" len="med"/>
                          <a:tailEnd type="none" w="med" len="med"/>
                        </a:lnT>
                        <a:lnB w="6350" cap="flat" cmpd="sng" algn="ctr">
                          <a:solidFill>
                            <a:schemeClr val="accent2">
                              <a:lumMod val="60000"/>
                              <a:lumOff val="40000"/>
                            </a:schemeClr>
                          </a:solidFill>
                          <a:prstDash val="solid"/>
                          <a:round/>
                          <a:headEnd type="none" w="med" len="med"/>
                          <a:tailEnd type="none" w="med" len="med"/>
                        </a:lnB>
                        <a:solidFill>
                          <a:schemeClr val="accent4">
                            <a:lumMod val="20000"/>
                            <a:lumOff val="80000"/>
                            <a:alpha val="50000"/>
                          </a:schemeClr>
                        </a:solidFill>
                      </a:tcPr>
                    </a:tc>
                    <a:tc>
                      <a:txBody>
                        <a:bodyPr/>
                        <a:lstStyle/>
                        <a:p>
                          <a:pPr algn="ctr"/>
                          <a:r>
                            <a:rPr lang="en-US" altLang="zh-CN" sz="1600" b="1">
                              <a:solidFill>
                                <a:schemeClr val="accent2">
                                  <a:lumMod val="50000"/>
                                </a:schemeClr>
                              </a:solidFill>
                              <a:latin typeface="Cambria" panose="02040503050406030204" pitchFamily="18" charset="0"/>
                            </a:rPr>
                            <a:t>0</a:t>
                          </a:r>
                          <a:endParaRPr lang="zh-CN" altLang="en-US" sz="1600" b="1">
                            <a:solidFill>
                              <a:schemeClr val="accent2">
                                <a:lumMod val="50000"/>
                              </a:schemeClr>
                            </a:solidFill>
                            <a:latin typeface="Cambria" panose="02040503050406030204" pitchFamily="18" charset="0"/>
                          </a:endParaRPr>
                        </a:p>
                      </a:txBody>
                      <a:tcPr>
                        <a:lnL w="6350" cap="flat" cmpd="sng" algn="ctr">
                          <a:solidFill>
                            <a:schemeClr val="accent2">
                              <a:lumMod val="60000"/>
                              <a:lumOff val="40000"/>
                            </a:schemeClr>
                          </a:solidFill>
                          <a:prstDash val="solid"/>
                          <a:round/>
                          <a:headEnd type="none" w="med" len="med"/>
                          <a:tailEnd type="none" w="med" len="med"/>
                        </a:lnL>
                        <a:lnR w="6350" cap="flat" cmpd="sng" algn="ctr">
                          <a:solidFill>
                            <a:schemeClr val="accent2">
                              <a:lumMod val="60000"/>
                              <a:lumOff val="40000"/>
                            </a:schemeClr>
                          </a:solidFill>
                          <a:prstDash val="solid"/>
                          <a:round/>
                          <a:headEnd type="none" w="med" len="med"/>
                          <a:tailEnd type="none" w="med" len="med"/>
                        </a:lnR>
                        <a:lnT w="6350" cap="flat" cmpd="sng" algn="ctr">
                          <a:solidFill>
                            <a:schemeClr val="accent2">
                              <a:lumMod val="60000"/>
                              <a:lumOff val="40000"/>
                            </a:schemeClr>
                          </a:solidFill>
                          <a:prstDash val="solid"/>
                          <a:round/>
                          <a:headEnd type="none" w="med" len="med"/>
                          <a:tailEnd type="none" w="med" len="med"/>
                        </a:lnT>
                        <a:lnB w="6350" cap="flat" cmpd="sng" algn="ctr">
                          <a:solidFill>
                            <a:schemeClr val="accent2">
                              <a:lumMod val="60000"/>
                              <a:lumOff val="40000"/>
                            </a:schemeClr>
                          </a:solidFill>
                          <a:prstDash val="solid"/>
                          <a:round/>
                          <a:headEnd type="none" w="med" len="med"/>
                          <a:tailEnd type="none" w="med" len="med"/>
                        </a:lnB>
                        <a:solidFill>
                          <a:schemeClr val="accent4">
                            <a:lumMod val="20000"/>
                            <a:lumOff val="80000"/>
                            <a:alpha val="50000"/>
                          </a:schemeClr>
                        </a:solidFill>
                      </a:tcPr>
                    </a:tc>
                    <a:tc>
                      <a:txBody>
                        <a:bodyPr/>
                        <a:lstStyle/>
                        <a:p>
                          <a:pPr algn="ctr"/>
                          <a:r>
                            <a:rPr lang="en-US" altLang="zh-CN" sz="1600" b="1">
                              <a:solidFill>
                                <a:schemeClr val="accent2">
                                  <a:lumMod val="50000"/>
                                </a:schemeClr>
                              </a:solidFill>
                              <a:latin typeface="Cambria" panose="02040503050406030204" pitchFamily="18" charset="0"/>
                            </a:rPr>
                            <a:t>0</a:t>
                          </a:r>
                          <a:endParaRPr lang="zh-CN" altLang="en-US" sz="1600" b="1">
                            <a:solidFill>
                              <a:schemeClr val="accent2">
                                <a:lumMod val="50000"/>
                              </a:schemeClr>
                            </a:solidFill>
                            <a:latin typeface="Cambria" panose="02040503050406030204" pitchFamily="18" charset="0"/>
                          </a:endParaRPr>
                        </a:p>
                      </a:txBody>
                      <a:tcPr>
                        <a:lnL w="6350" cap="flat" cmpd="sng" algn="ctr">
                          <a:solidFill>
                            <a:schemeClr val="accent2">
                              <a:lumMod val="60000"/>
                              <a:lumOff val="40000"/>
                            </a:schemeClr>
                          </a:solidFill>
                          <a:prstDash val="solid"/>
                          <a:round/>
                          <a:headEnd type="none" w="med" len="med"/>
                          <a:tailEnd type="none" w="med" len="med"/>
                        </a:lnL>
                        <a:lnR w="6350" cap="flat" cmpd="sng" algn="ctr">
                          <a:solidFill>
                            <a:schemeClr val="accent2">
                              <a:lumMod val="60000"/>
                              <a:lumOff val="40000"/>
                            </a:schemeClr>
                          </a:solidFill>
                          <a:prstDash val="solid"/>
                          <a:round/>
                          <a:headEnd type="none" w="med" len="med"/>
                          <a:tailEnd type="none" w="med" len="med"/>
                        </a:lnR>
                        <a:lnT w="6350" cap="flat" cmpd="sng" algn="ctr">
                          <a:solidFill>
                            <a:schemeClr val="accent2">
                              <a:lumMod val="60000"/>
                              <a:lumOff val="40000"/>
                            </a:schemeClr>
                          </a:solidFill>
                          <a:prstDash val="solid"/>
                          <a:round/>
                          <a:headEnd type="none" w="med" len="med"/>
                          <a:tailEnd type="none" w="med" len="med"/>
                        </a:lnT>
                        <a:lnB w="6350" cap="flat" cmpd="sng" algn="ctr">
                          <a:solidFill>
                            <a:schemeClr val="accent2">
                              <a:lumMod val="60000"/>
                              <a:lumOff val="40000"/>
                            </a:schemeClr>
                          </a:solidFill>
                          <a:prstDash val="solid"/>
                          <a:round/>
                          <a:headEnd type="none" w="med" len="med"/>
                          <a:tailEnd type="none" w="med" len="med"/>
                        </a:lnB>
                        <a:solidFill>
                          <a:schemeClr val="accent4">
                            <a:lumMod val="20000"/>
                            <a:lumOff val="80000"/>
                            <a:alpha val="50000"/>
                          </a:schemeClr>
                        </a:solidFill>
                      </a:tcPr>
                    </a:tc>
                    <a:tc>
                      <a:txBody>
                        <a:bodyPr/>
                        <a:lstStyle/>
                        <a:p>
                          <a:pPr algn="ctr"/>
                          <a:r>
                            <a:rPr lang="en-US" altLang="zh-CN" sz="1600" b="1">
                              <a:solidFill>
                                <a:schemeClr val="accent2">
                                  <a:lumMod val="50000"/>
                                </a:schemeClr>
                              </a:solidFill>
                              <a:latin typeface="Cambria" panose="02040503050406030204" pitchFamily="18" charset="0"/>
                            </a:rPr>
                            <a:t>1</a:t>
                          </a:r>
                          <a:endParaRPr lang="zh-CN" altLang="en-US" sz="1600" b="1">
                            <a:solidFill>
                              <a:schemeClr val="accent2">
                                <a:lumMod val="50000"/>
                              </a:schemeClr>
                            </a:solidFill>
                            <a:latin typeface="Cambria" panose="02040503050406030204" pitchFamily="18" charset="0"/>
                          </a:endParaRPr>
                        </a:p>
                      </a:txBody>
                      <a:tcPr>
                        <a:lnL w="6350" cap="flat" cmpd="sng" algn="ctr">
                          <a:solidFill>
                            <a:schemeClr val="accent2">
                              <a:lumMod val="60000"/>
                              <a:lumOff val="40000"/>
                            </a:schemeClr>
                          </a:solidFill>
                          <a:prstDash val="solid"/>
                          <a:round/>
                          <a:headEnd type="none" w="med" len="med"/>
                          <a:tailEnd type="none" w="med" len="med"/>
                        </a:lnL>
                        <a:lnT w="6350" cap="flat" cmpd="sng" algn="ctr">
                          <a:solidFill>
                            <a:schemeClr val="accent2">
                              <a:lumMod val="60000"/>
                              <a:lumOff val="40000"/>
                            </a:schemeClr>
                          </a:solidFill>
                          <a:prstDash val="solid"/>
                          <a:round/>
                          <a:headEnd type="none" w="med" len="med"/>
                          <a:tailEnd type="none" w="med" len="med"/>
                        </a:lnT>
                        <a:lnB w="6350" cap="flat" cmpd="sng" algn="ctr">
                          <a:solidFill>
                            <a:schemeClr val="accent2">
                              <a:lumMod val="60000"/>
                              <a:lumOff val="40000"/>
                            </a:schemeClr>
                          </a:solidFill>
                          <a:prstDash val="solid"/>
                          <a:round/>
                          <a:headEnd type="none" w="med" len="med"/>
                          <a:tailEnd type="none" w="med" len="med"/>
                        </a:lnB>
                        <a:solidFill>
                          <a:schemeClr val="accent4">
                            <a:lumMod val="20000"/>
                            <a:lumOff val="80000"/>
                            <a:alpha val="50000"/>
                          </a:schemeClr>
                        </a:solidFill>
                      </a:tcPr>
                    </a:tc>
                    <a:extLst>
                      <a:ext uri="{0D108BD9-81ED-4DB2-BD59-A6C34878D82A}">
                        <a16:rowId xmlns:a16="http://schemas.microsoft.com/office/drawing/2014/main" val="1542408812"/>
                      </a:ext>
                    </a:extLst>
                  </a:tr>
                  <a:tr h="294108">
                    <a:tc>
                      <a:txBody>
                        <a:bodyPr/>
                        <a:lstStyle/>
                        <a:p>
                          <a:pPr algn="ctr"/>
                          <a:r>
                            <a:rPr lang="en-US" altLang="zh-CN" sz="1600" b="1">
                              <a:solidFill>
                                <a:schemeClr val="accent6">
                                  <a:lumMod val="50000"/>
                                </a:schemeClr>
                              </a:solidFill>
                              <a:latin typeface="Cambria" panose="02040503050406030204" pitchFamily="18" charset="0"/>
                              <a:ea typeface="Cambria" panose="02040503050406030204" pitchFamily="18" charset="0"/>
                            </a:rPr>
                            <a:t>1</a:t>
                          </a:r>
                          <a:endParaRPr lang="zh-CN" altLang="en-US" sz="1600" b="1">
                            <a:solidFill>
                              <a:schemeClr val="accent6">
                                <a:lumMod val="50000"/>
                              </a:schemeClr>
                            </a:solidFill>
                            <a:latin typeface="Cambria" panose="02040503050406030204" pitchFamily="18" charset="0"/>
                          </a:endParaRPr>
                        </a:p>
                      </a:txBody>
                      <a:tcPr>
                        <a:lnR w="6350" cap="flat" cmpd="sng" algn="ctr">
                          <a:solidFill>
                            <a:schemeClr val="accent2">
                              <a:lumMod val="60000"/>
                              <a:lumOff val="40000"/>
                            </a:schemeClr>
                          </a:solidFill>
                          <a:prstDash val="solid"/>
                          <a:round/>
                          <a:headEnd type="none" w="med" len="med"/>
                          <a:tailEnd type="none" w="med" len="med"/>
                        </a:lnR>
                        <a:lnT w="6350" cap="flat" cmpd="sng" algn="ctr">
                          <a:solidFill>
                            <a:schemeClr val="accent2">
                              <a:lumMod val="60000"/>
                              <a:lumOff val="40000"/>
                            </a:schemeClr>
                          </a:solidFill>
                          <a:prstDash val="solid"/>
                          <a:round/>
                          <a:headEnd type="none" w="med" len="med"/>
                          <a:tailEnd type="none" w="med" len="med"/>
                        </a:lnT>
                        <a:lnB w="6350" cap="flat" cmpd="sng" algn="ctr">
                          <a:solidFill>
                            <a:schemeClr val="accent2">
                              <a:lumMod val="60000"/>
                              <a:lumOff val="40000"/>
                            </a:schemeClr>
                          </a:solidFill>
                          <a:prstDash val="solid"/>
                          <a:round/>
                          <a:headEnd type="none" w="med" len="med"/>
                          <a:tailEnd type="none" w="med" len="med"/>
                        </a:lnB>
                        <a:solidFill>
                          <a:schemeClr val="accent4">
                            <a:lumMod val="20000"/>
                            <a:lumOff val="80000"/>
                            <a:alpha val="50000"/>
                          </a:schemeClr>
                        </a:solidFill>
                      </a:tcPr>
                    </a:tc>
                    <a:tc>
                      <a:txBody>
                        <a:bodyPr/>
                        <a:lstStyle/>
                        <a:p>
                          <a:pPr algn="ctr"/>
                          <a:r>
                            <a:rPr lang="en-US" altLang="zh-CN" sz="1600" b="1">
                              <a:solidFill>
                                <a:schemeClr val="accent6">
                                  <a:lumMod val="50000"/>
                                </a:schemeClr>
                              </a:solidFill>
                              <a:latin typeface="Cambria" panose="02040503050406030204" pitchFamily="18" charset="0"/>
                              <a:ea typeface="Cambria" panose="02040503050406030204" pitchFamily="18" charset="0"/>
                            </a:rPr>
                            <a:t>0</a:t>
                          </a:r>
                          <a:endParaRPr lang="zh-CN" altLang="en-US" sz="1600" b="1">
                            <a:solidFill>
                              <a:schemeClr val="accent6">
                                <a:lumMod val="50000"/>
                              </a:schemeClr>
                            </a:solidFill>
                            <a:latin typeface="Cambria" panose="02040503050406030204" pitchFamily="18" charset="0"/>
                          </a:endParaRPr>
                        </a:p>
                      </a:txBody>
                      <a:tcPr>
                        <a:lnL w="6350" cap="flat" cmpd="sng" algn="ctr">
                          <a:solidFill>
                            <a:schemeClr val="accent2">
                              <a:lumMod val="60000"/>
                              <a:lumOff val="40000"/>
                            </a:schemeClr>
                          </a:solidFill>
                          <a:prstDash val="solid"/>
                          <a:round/>
                          <a:headEnd type="none" w="med" len="med"/>
                          <a:tailEnd type="none" w="med" len="med"/>
                        </a:lnL>
                        <a:lnR w="6350" cap="flat" cmpd="sng" algn="ctr">
                          <a:solidFill>
                            <a:schemeClr val="accent2">
                              <a:lumMod val="60000"/>
                              <a:lumOff val="40000"/>
                            </a:schemeClr>
                          </a:solidFill>
                          <a:prstDash val="solid"/>
                          <a:round/>
                          <a:headEnd type="none" w="med" len="med"/>
                          <a:tailEnd type="none" w="med" len="med"/>
                        </a:lnR>
                        <a:lnT w="6350" cap="flat" cmpd="sng" algn="ctr">
                          <a:solidFill>
                            <a:schemeClr val="accent2">
                              <a:lumMod val="60000"/>
                              <a:lumOff val="40000"/>
                            </a:schemeClr>
                          </a:solidFill>
                          <a:prstDash val="solid"/>
                          <a:round/>
                          <a:headEnd type="none" w="med" len="med"/>
                          <a:tailEnd type="none" w="med" len="med"/>
                        </a:lnT>
                        <a:lnB w="6350" cap="flat" cmpd="sng" algn="ctr">
                          <a:solidFill>
                            <a:schemeClr val="accent2">
                              <a:lumMod val="60000"/>
                              <a:lumOff val="40000"/>
                            </a:schemeClr>
                          </a:solidFill>
                          <a:prstDash val="solid"/>
                          <a:round/>
                          <a:headEnd type="none" w="med" len="med"/>
                          <a:tailEnd type="none" w="med" len="med"/>
                        </a:lnB>
                        <a:solidFill>
                          <a:schemeClr val="accent4">
                            <a:lumMod val="20000"/>
                            <a:lumOff val="80000"/>
                            <a:alpha val="50000"/>
                          </a:schemeClr>
                        </a:solidFill>
                      </a:tcPr>
                    </a:tc>
                    <a:tc>
                      <a:txBody>
                        <a:bodyPr/>
                        <a:lstStyle/>
                        <a:p>
                          <a:pPr algn="ctr"/>
                          <a:r>
                            <a:rPr lang="en-US" altLang="zh-CN" sz="1600" b="1">
                              <a:solidFill>
                                <a:schemeClr val="accent2">
                                  <a:lumMod val="50000"/>
                                </a:schemeClr>
                              </a:solidFill>
                              <a:latin typeface="Cambria" panose="02040503050406030204" pitchFamily="18" charset="0"/>
                            </a:rPr>
                            <a:t>1</a:t>
                          </a:r>
                          <a:endParaRPr lang="zh-CN" altLang="en-US" sz="1600" b="1">
                            <a:solidFill>
                              <a:schemeClr val="accent2">
                                <a:lumMod val="50000"/>
                              </a:schemeClr>
                            </a:solidFill>
                            <a:latin typeface="Cambria" panose="02040503050406030204" pitchFamily="18" charset="0"/>
                          </a:endParaRPr>
                        </a:p>
                      </a:txBody>
                      <a:tcPr>
                        <a:lnL w="6350" cap="flat" cmpd="sng" algn="ctr">
                          <a:solidFill>
                            <a:schemeClr val="accent2">
                              <a:lumMod val="60000"/>
                              <a:lumOff val="40000"/>
                            </a:schemeClr>
                          </a:solidFill>
                          <a:prstDash val="solid"/>
                          <a:round/>
                          <a:headEnd type="none" w="med" len="med"/>
                          <a:tailEnd type="none" w="med" len="med"/>
                        </a:lnL>
                        <a:lnR w="6350" cap="flat" cmpd="sng" algn="ctr">
                          <a:solidFill>
                            <a:schemeClr val="accent2">
                              <a:lumMod val="60000"/>
                              <a:lumOff val="40000"/>
                            </a:schemeClr>
                          </a:solidFill>
                          <a:prstDash val="solid"/>
                          <a:round/>
                          <a:headEnd type="none" w="med" len="med"/>
                          <a:tailEnd type="none" w="med" len="med"/>
                        </a:lnR>
                        <a:lnT w="6350" cap="flat" cmpd="sng" algn="ctr">
                          <a:solidFill>
                            <a:schemeClr val="accent2">
                              <a:lumMod val="60000"/>
                              <a:lumOff val="40000"/>
                            </a:schemeClr>
                          </a:solidFill>
                          <a:prstDash val="solid"/>
                          <a:round/>
                          <a:headEnd type="none" w="med" len="med"/>
                          <a:tailEnd type="none" w="med" len="med"/>
                        </a:lnT>
                        <a:lnB w="6350" cap="flat" cmpd="sng" algn="ctr">
                          <a:solidFill>
                            <a:schemeClr val="accent2">
                              <a:lumMod val="60000"/>
                              <a:lumOff val="40000"/>
                            </a:schemeClr>
                          </a:solidFill>
                          <a:prstDash val="solid"/>
                          <a:round/>
                          <a:headEnd type="none" w="med" len="med"/>
                          <a:tailEnd type="none" w="med" len="med"/>
                        </a:lnB>
                        <a:solidFill>
                          <a:schemeClr val="accent4">
                            <a:lumMod val="20000"/>
                            <a:lumOff val="80000"/>
                            <a:alpha val="50000"/>
                          </a:schemeClr>
                        </a:solidFill>
                      </a:tcPr>
                    </a:tc>
                    <a:tc>
                      <a:txBody>
                        <a:bodyPr/>
                        <a:lstStyle/>
                        <a:p>
                          <a:pPr algn="ctr"/>
                          <a:r>
                            <a:rPr lang="en-US" altLang="zh-CN" sz="1600" b="1">
                              <a:solidFill>
                                <a:schemeClr val="accent2">
                                  <a:lumMod val="50000"/>
                                </a:schemeClr>
                              </a:solidFill>
                              <a:latin typeface="Cambria" panose="02040503050406030204" pitchFamily="18" charset="0"/>
                            </a:rPr>
                            <a:t>0</a:t>
                          </a:r>
                          <a:endParaRPr lang="zh-CN" altLang="en-US" sz="1600" b="1">
                            <a:solidFill>
                              <a:schemeClr val="accent2">
                                <a:lumMod val="50000"/>
                              </a:schemeClr>
                            </a:solidFill>
                            <a:latin typeface="Cambria" panose="02040503050406030204" pitchFamily="18" charset="0"/>
                          </a:endParaRPr>
                        </a:p>
                      </a:txBody>
                      <a:tcPr>
                        <a:lnL w="6350" cap="flat" cmpd="sng" algn="ctr">
                          <a:solidFill>
                            <a:schemeClr val="accent2">
                              <a:lumMod val="60000"/>
                              <a:lumOff val="40000"/>
                            </a:schemeClr>
                          </a:solidFill>
                          <a:prstDash val="solid"/>
                          <a:round/>
                          <a:headEnd type="none" w="med" len="med"/>
                          <a:tailEnd type="none" w="med" len="med"/>
                        </a:lnL>
                        <a:lnR w="6350" cap="flat" cmpd="sng" algn="ctr">
                          <a:solidFill>
                            <a:schemeClr val="accent2">
                              <a:lumMod val="60000"/>
                              <a:lumOff val="40000"/>
                            </a:schemeClr>
                          </a:solidFill>
                          <a:prstDash val="solid"/>
                          <a:round/>
                          <a:headEnd type="none" w="med" len="med"/>
                          <a:tailEnd type="none" w="med" len="med"/>
                        </a:lnR>
                        <a:lnT w="6350" cap="flat" cmpd="sng" algn="ctr">
                          <a:solidFill>
                            <a:schemeClr val="accent2">
                              <a:lumMod val="60000"/>
                              <a:lumOff val="40000"/>
                            </a:schemeClr>
                          </a:solidFill>
                          <a:prstDash val="solid"/>
                          <a:round/>
                          <a:headEnd type="none" w="med" len="med"/>
                          <a:tailEnd type="none" w="med" len="med"/>
                        </a:lnT>
                        <a:lnB w="6350" cap="flat" cmpd="sng" algn="ctr">
                          <a:solidFill>
                            <a:schemeClr val="accent2">
                              <a:lumMod val="60000"/>
                              <a:lumOff val="40000"/>
                            </a:schemeClr>
                          </a:solidFill>
                          <a:prstDash val="solid"/>
                          <a:round/>
                          <a:headEnd type="none" w="med" len="med"/>
                          <a:tailEnd type="none" w="med" len="med"/>
                        </a:lnB>
                        <a:solidFill>
                          <a:schemeClr val="accent4">
                            <a:lumMod val="20000"/>
                            <a:lumOff val="80000"/>
                            <a:alpha val="50000"/>
                          </a:schemeClr>
                        </a:solidFill>
                      </a:tcPr>
                    </a:tc>
                    <a:tc>
                      <a:txBody>
                        <a:bodyPr/>
                        <a:lstStyle/>
                        <a:p>
                          <a:pPr algn="ctr"/>
                          <a:r>
                            <a:rPr lang="en-US" altLang="zh-CN" sz="1600" b="1">
                              <a:solidFill>
                                <a:schemeClr val="accent2">
                                  <a:lumMod val="50000"/>
                                </a:schemeClr>
                              </a:solidFill>
                              <a:latin typeface="Cambria" panose="02040503050406030204" pitchFamily="18" charset="0"/>
                            </a:rPr>
                            <a:t>0</a:t>
                          </a:r>
                          <a:endParaRPr lang="zh-CN" altLang="en-US" sz="1600" b="1">
                            <a:solidFill>
                              <a:schemeClr val="accent2">
                                <a:lumMod val="50000"/>
                              </a:schemeClr>
                            </a:solidFill>
                            <a:latin typeface="Cambria" panose="02040503050406030204" pitchFamily="18" charset="0"/>
                          </a:endParaRPr>
                        </a:p>
                      </a:txBody>
                      <a:tcPr>
                        <a:lnL w="6350" cap="flat" cmpd="sng" algn="ctr">
                          <a:solidFill>
                            <a:schemeClr val="accent2">
                              <a:lumMod val="60000"/>
                              <a:lumOff val="40000"/>
                            </a:schemeClr>
                          </a:solidFill>
                          <a:prstDash val="solid"/>
                          <a:round/>
                          <a:headEnd type="none" w="med" len="med"/>
                          <a:tailEnd type="none" w="med" len="med"/>
                        </a:lnL>
                        <a:lnR w="6350" cap="flat" cmpd="sng" algn="ctr">
                          <a:solidFill>
                            <a:schemeClr val="accent2">
                              <a:lumMod val="60000"/>
                              <a:lumOff val="40000"/>
                            </a:schemeClr>
                          </a:solidFill>
                          <a:prstDash val="solid"/>
                          <a:round/>
                          <a:headEnd type="none" w="med" len="med"/>
                          <a:tailEnd type="none" w="med" len="med"/>
                        </a:lnR>
                        <a:lnT w="6350" cap="flat" cmpd="sng" algn="ctr">
                          <a:solidFill>
                            <a:schemeClr val="accent2">
                              <a:lumMod val="60000"/>
                              <a:lumOff val="40000"/>
                            </a:schemeClr>
                          </a:solidFill>
                          <a:prstDash val="solid"/>
                          <a:round/>
                          <a:headEnd type="none" w="med" len="med"/>
                          <a:tailEnd type="none" w="med" len="med"/>
                        </a:lnT>
                        <a:lnB w="6350" cap="flat" cmpd="sng" algn="ctr">
                          <a:solidFill>
                            <a:schemeClr val="accent2">
                              <a:lumMod val="60000"/>
                              <a:lumOff val="40000"/>
                            </a:schemeClr>
                          </a:solidFill>
                          <a:prstDash val="solid"/>
                          <a:round/>
                          <a:headEnd type="none" w="med" len="med"/>
                          <a:tailEnd type="none" w="med" len="med"/>
                        </a:lnB>
                        <a:solidFill>
                          <a:schemeClr val="accent4">
                            <a:lumMod val="20000"/>
                            <a:lumOff val="80000"/>
                            <a:alpha val="50000"/>
                          </a:schemeClr>
                        </a:solidFill>
                      </a:tcPr>
                    </a:tc>
                    <a:tc>
                      <a:txBody>
                        <a:bodyPr/>
                        <a:lstStyle/>
                        <a:p>
                          <a:pPr algn="ctr"/>
                          <a:r>
                            <a:rPr lang="en-US" altLang="zh-CN" sz="1600" b="1">
                              <a:solidFill>
                                <a:schemeClr val="accent2">
                                  <a:lumMod val="50000"/>
                                </a:schemeClr>
                              </a:solidFill>
                              <a:latin typeface="Cambria" panose="02040503050406030204" pitchFamily="18" charset="0"/>
                            </a:rPr>
                            <a:t>1</a:t>
                          </a:r>
                          <a:endParaRPr lang="zh-CN" altLang="en-US" sz="1600" b="1">
                            <a:solidFill>
                              <a:schemeClr val="accent2">
                                <a:lumMod val="50000"/>
                              </a:schemeClr>
                            </a:solidFill>
                            <a:latin typeface="Cambria" panose="02040503050406030204" pitchFamily="18" charset="0"/>
                          </a:endParaRPr>
                        </a:p>
                      </a:txBody>
                      <a:tcPr>
                        <a:lnL w="6350" cap="flat" cmpd="sng" algn="ctr">
                          <a:solidFill>
                            <a:schemeClr val="accent2">
                              <a:lumMod val="60000"/>
                              <a:lumOff val="40000"/>
                            </a:schemeClr>
                          </a:solidFill>
                          <a:prstDash val="solid"/>
                          <a:round/>
                          <a:headEnd type="none" w="med" len="med"/>
                          <a:tailEnd type="none" w="med" len="med"/>
                        </a:lnL>
                        <a:lnR w="6350" cap="flat" cmpd="sng" algn="ctr">
                          <a:solidFill>
                            <a:schemeClr val="accent2">
                              <a:lumMod val="60000"/>
                              <a:lumOff val="40000"/>
                            </a:schemeClr>
                          </a:solidFill>
                          <a:prstDash val="solid"/>
                          <a:round/>
                          <a:headEnd type="none" w="med" len="med"/>
                          <a:tailEnd type="none" w="med" len="med"/>
                        </a:lnR>
                        <a:lnT w="6350" cap="flat" cmpd="sng" algn="ctr">
                          <a:solidFill>
                            <a:schemeClr val="accent2">
                              <a:lumMod val="60000"/>
                              <a:lumOff val="40000"/>
                            </a:schemeClr>
                          </a:solidFill>
                          <a:prstDash val="solid"/>
                          <a:round/>
                          <a:headEnd type="none" w="med" len="med"/>
                          <a:tailEnd type="none" w="med" len="med"/>
                        </a:lnT>
                        <a:lnB w="6350" cap="flat" cmpd="sng" algn="ctr">
                          <a:solidFill>
                            <a:schemeClr val="accent2">
                              <a:lumMod val="60000"/>
                              <a:lumOff val="40000"/>
                            </a:schemeClr>
                          </a:solidFill>
                          <a:prstDash val="solid"/>
                          <a:round/>
                          <a:headEnd type="none" w="med" len="med"/>
                          <a:tailEnd type="none" w="med" len="med"/>
                        </a:lnB>
                        <a:solidFill>
                          <a:schemeClr val="accent4">
                            <a:lumMod val="20000"/>
                            <a:lumOff val="80000"/>
                            <a:alpha val="50000"/>
                          </a:schemeClr>
                        </a:solidFill>
                      </a:tcPr>
                    </a:tc>
                    <a:tc>
                      <a:txBody>
                        <a:bodyPr/>
                        <a:lstStyle/>
                        <a:p>
                          <a:pPr algn="ctr"/>
                          <a:r>
                            <a:rPr lang="en-US" altLang="zh-CN" sz="1600" b="1">
                              <a:solidFill>
                                <a:schemeClr val="accent2">
                                  <a:lumMod val="50000"/>
                                </a:schemeClr>
                              </a:solidFill>
                              <a:latin typeface="Cambria" panose="02040503050406030204" pitchFamily="18" charset="0"/>
                            </a:rPr>
                            <a:t>0</a:t>
                          </a:r>
                          <a:endParaRPr lang="zh-CN" altLang="en-US" sz="1600" b="1">
                            <a:solidFill>
                              <a:schemeClr val="accent2">
                                <a:lumMod val="50000"/>
                              </a:schemeClr>
                            </a:solidFill>
                            <a:latin typeface="Cambria" panose="02040503050406030204" pitchFamily="18" charset="0"/>
                          </a:endParaRPr>
                        </a:p>
                      </a:txBody>
                      <a:tcPr>
                        <a:lnL w="6350" cap="flat" cmpd="sng" algn="ctr">
                          <a:solidFill>
                            <a:schemeClr val="accent2">
                              <a:lumMod val="60000"/>
                              <a:lumOff val="40000"/>
                            </a:schemeClr>
                          </a:solidFill>
                          <a:prstDash val="solid"/>
                          <a:round/>
                          <a:headEnd type="none" w="med" len="med"/>
                          <a:tailEnd type="none" w="med" len="med"/>
                        </a:lnL>
                        <a:lnR w="6350" cap="flat" cmpd="sng" algn="ctr">
                          <a:solidFill>
                            <a:schemeClr val="accent2">
                              <a:lumMod val="60000"/>
                              <a:lumOff val="40000"/>
                            </a:schemeClr>
                          </a:solidFill>
                          <a:prstDash val="solid"/>
                          <a:round/>
                          <a:headEnd type="none" w="med" len="med"/>
                          <a:tailEnd type="none" w="med" len="med"/>
                        </a:lnR>
                        <a:lnT w="6350" cap="flat" cmpd="sng" algn="ctr">
                          <a:solidFill>
                            <a:schemeClr val="accent2">
                              <a:lumMod val="60000"/>
                              <a:lumOff val="40000"/>
                            </a:schemeClr>
                          </a:solidFill>
                          <a:prstDash val="solid"/>
                          <a:round/>
                          <a:headEnd type="none" w="med" len="med"/>
                          <a:tailEnd type="none" w="med" len="med"/>
                        </a:lnT>
                        <a:lnB w="6350" cap="flat" cmpd="sng" algn="ctr">
                          <a:solidFill>
                            <a:schemeClr val="accent2">
                              <a:lumMod val="60000"/>
                              <a:lumOff val="40000"/>
                            </a:schemeClr>
                          </a:solidFill>
                          <a:prstDash val="solid"/>
                          <a:round/>
                          <a:headEnd type="none" w="med" len="med"/>
                          <a:tailEnd type="none" w="med" len="med"/>
                        </a:lnB>
                        <a:solidFill>
                          <a:schemeClr val="accent4">
                            <a:lumMod val="20000"/>
                            <a:lumOff val="80000"/>
                            <a:alpha val="50000"/>
                          </a:schemeClr>
                        </a:solidFill>
                      </a:tcPr>
                    </a:tc>
                    <a:tc>
                      <a:txBody>
                        <a:bodyPr/>
                        <a:lstStyle/>
                        <a:p>
                          <a:pPr algn="ctr"/>
                          <a:r>
                            <a:rPr lang="en-US" altLang="zh-CN" sz="1600" b="1">
                              <a:solidFill>
                                <a:schemeClr val="accent2">
                                  <a:lumMod val="50000"/>
                                </a:schemeClr>
                              </a:solidFill>
                              <a:latin typeface="Cambria" panose="02040503050406030204" pitchFamily="18" charset="0"/>
                            </a:rPr>
                            <a:t>1</a:t>
                          </a:r>
                          <a:endParaRPr lang="zh-CN" altLang="en-US" sz="1600" b="1">
                            <a:solidFill>
                              <a:schemeClr val="accent2">
                                <a:lumMod val="50000"/>
                              </a:schemeClr>
                            </a:solidFill>
                            <a:latin typeface="Cambria" panose="02040503050406030204" pitchFamily="18" charset="0"/>
                          </a:endParaRPr>
                        </a:p>
                      </a:txBody>
                      <a:tcPr>
                        <a:lnL w="6350" cap="flat" cmpd="sng" algn="ctr">
                          <a:solidFill>
                            <a:schemeClr val="accent2">
                              <a:lumMod val="60000"/>
                              <a:lumOff val="40000"/>
                            </a:schemeClr>
                          </a:solidFill>
                          <a:prstDash val="solid"/>
                          <a:round/>
                          <a:headEnd type="none" w="med" len="med"/>
                          <a:tailEnd type="none" w="med" len="med"/>
                        </a:lnL>
                        <a:lnT w="6350" cap="flat" cmpd="sng" algn="ctr">
                          <a:solidFill>
                            <a:schemeClr val="accent2">
                              <a:lumMod val="60000"/>
                              <a:lumOff val="40000"/>
                            </a:schemeClr>
                          </a:solidFill>
                          <a:prstDash val="solid"/>
                          <a:round/>
                          <a:headEnd type="none" w="med" len="med"/>
                          <a:tailEnd type="none" w="med" len="med"/>
                        </a:lnT>
                        <a:lnB w="6350" cap="flat" cmpd="sng" algn="ctr">
                          <a:solidFill>
                            <a:schemeClr val="accent2">
                              <a:lumMod val="60000"/>
                              <a:lumOff val="40000"/>
                            </a:schemeClr>
                          </a:solidFill>
                          <a:prstDash val="solid"/>
                          <a:round/>
                          <a:headEnd type="none" w="med" len="med"/>
                          <a:tailEnd type="none" w="med" len="med"/>
                        </a:lnB>
                        <a:solidFill>
                          <a:schemeClr val="accent4">
                            <a:lumMod val="20000"/>
                            <a:lumOff val="80000"/>
                            <a:alpha val="50000"/>
                          </a:schemeClr>
                        </a:solidFill>
                      </a:tcPr>
                    </a:tc>
                    <a:extLst>
                      <a:ext uri="{0D108BD9-81ED-4DB2-BD59-A6C34878D82A}">
                        <a16:rowId xmlns:a16="http://schemas.microsoft.com/office/drawing/2014/main" val="3444852606"/>
                      </a:ext>
                    </a:extLst>
                  </a:tr>
                  <a:tr h="341844">
                    <a:tc>
                      <a:txBody>
                        <a:bodyPr/>
                        <a:lstStyle/>
                        <a:p>
                          <a:pPr algn="ctr"/>
                          <a:r>
                            <a:rPr lang="en-US" altLang="zh-CN" sz="1600" b="1">
                              <a:solidFill>
                                <a:schemeClr val="accent6">
                                  <a:lumMod val="50000"/>
                                </a:schemeClr>
                              </a:solidFill>
                              <a:latin typeface="Cambria" panose="02040503050406030204" pitchFamily="18" charset="0"/>
                              <a:ea typeface="Cambria" panose="02040503050406030204" pitchFamily="18" charset="0"/>
                            </a:rPr>
                            <a:t>1</a:t>
                          </a:r>
                          <a:endParaRPr lang="zh-CN" altLang="en-US" sz="1600" b="1">
                            <a:solidFill>
                              <a:schemeClr val="accent6">
                                <a:lumMod val="50000"/>
                              </a:schemeClr>
                            </a:solidFill>
                            <a:latin typeface="Cambria" panose="02040503050406030204" pitchFamily="18" charset="0"/>
                          </a:endParaRPr>
                        </a:p>
                      </a:txBody>
                      <a:tcPr>
                        <a:lnR w="6350" cap="flat" cmpd="sng" algn="ctr">
                          <a:solidFill>
                            <a:schemeClr val="accent2">
                              <a:lumMod val="60000"/>
                              <a:lumOff val="40000"/>
                            </a:schemeClr>
                          </a:solidFill>
                          <a:prstDash val="solid"/>
                          <a:round/>
                          <a:headEnd type="none" w="med" len="med"/>
                          <a:tailEnd type="none" w="med" len="med"/>
                        </a:lnR>
                        <a:lnT w="6350" cap="flat" cmpd="sng" algn="ctr">
                          <a:solidFill>
                            <a:schemeClr val="accent2">
                              <a:lumMod val="60000"/>
                              <a:lumOff val="40000"/>
                            </a:schemeClr>
                          </a:solidFill>
                          <a:prstDash val="solid"/>
                          <a:round/>
                          <a:headEnd type="none" w="med" len="med"/>
                          <a:tailEnd type="none" w="med" len="med"/>
                        </a:lnT>
                        <a:solidFill>
                          <a:schemeClr val="accent4">
                            <a:lumMod val="20000"/>
                            <a:lumOff val="80000"/>
                            <a:alpha val="50000"/>
                          </a:schemeClr>
                        </a:solidFill>
                      </a:tcPr>
                    </a:tc>
                    <a:tc>
                      <a:txBody>
                        <a:bodyPr/>
                        <a:lstStyle/>
                        <a:p>
                          <a:pPr algn="ctr"/>
                          <a:r>
                            <a:rPr lang="en-US" altLang="zh-CN" sz="1600" b="1">
                              <a:solidFill>
                                <a:schemeClr val="accent6">
                                  <a:lumMod val="50000"/>
                                </a:schemeClr>
                              </a:solidFill>
                              <a:latin typeface="Cambria" panose="02040503050406030204" pitchFamily="18" charset="0"/>
                              <a:ea typeface="Cambria" panose="02040503050406030204" pitchFamily="18" charset="0"/>
                            </a:rPr>
                            <a:t>1</a:t>
                          </a:r>
                          <a:endParaRPr lang="zh-CN" altLang="en-US" sz="1600" b="1">
                            <a:solidFill>
                              <a:schemeClr val="accent6">
                                <a:lumMod val="50000"/>
                              </a:schemeClr>
                            </a:solidFill>
                            <a:latin typeface="Cambria" panose="02040503050406030204" pitchFamily="18" charset="0"/>
                          </a:endParaRPr>
                        </a:p>
                      </a:txBody>
                      <a:tcPr>
                        <a:lnL w="6350" cap="flat" cmpd="sng" algn="ctr">
                          <a:solidFill>
                            <a:schemeClr val="accent2">
                              <a:lumMod val="60000"/>
                              <a:lumOff val="40000"/>
                            </a:schemeClr>
                          </a:solidFill>
                          <a:prstDash val="solid"/>
                          <a:round/>
                          <a:headEnd type="none" w="med" len="med"/>
                          <a:tailEnd type="none" w="med" len="med"/>
                        </a:lnL>
                        <a:lnR w="6350" cap="flat" cmpd="sng" algn="ctr">
                          <a:solidFill>
                            <a:schemeClr val="accent2">
                              <a:lumMod val="60000"/>
                              <a:lumOff val="40000"/>
                            </a:schemeClr>
                          </a:solidFill>
                          <a:prstDash val="solid"/>
                          <a:round/>
                          <a:headEnd type="none" w="med" len="med"/>
                          <a:tailEnd type="none" w="med" len="med"/>
                        </a:lnR>
                        <a:lnT w="6350" cap="flat" cmpd="sng" algn="ctr">
                          <a:solidFill>
                            <a:schemeClr val="accent2">
                              <a:lumMod val="60000"/>
                              <a:lumOff val="40000"/>
                            </a:schemeClr>
                          </a:solidFill>
                          <a:prstDash val="solid"/>
                          <a:round/>
                          <a:headEnd type="none" w="med" len="med"/>
                          <a:tailEnd type="none" w="med" len="med"/>
                        </a:lnT>
                        <a:solidFill>
                          <a:schemeClr val="accent4">
                            <a:lumMod val="20000"/>
                            <a:lumOff val="80000"/>
                            <a:alpha val="50000"/>
                          </a:schemeClr>
                        </a:solidFill>
                      </a:tcPr>
                    </a:tc>
                    <a:tc>
                      <a:txBody>
                        <a:bodyPr/>
                        <a:lstStyle/>
                        <a:p>
                          <a:pPr algn="ctr"/>
                          <a:r>
                            <a:rPr lang="en-US" altLang="zh-CN" sz="1600" b="1">
                              <a:solidFill>
                                <a:schemeClr val="accent2">
                                  <a:lumMod val="50000"/>
                                </a:schemeClr>
                              </a:solidFill>
                              <a:latin typeface="Cambria" panose="02040503050406030204" pitchFamily="18" charset="0"/>
                            </a:rPr>
                            <a:t>1</a:t>
                          </a:r>
                          <a:endParaRPr lang="zh-CN" altLang="en-US" sz="1600" b="1">
                            <a:solidFill>
                              <a:schemeClr val="accent2">
                                <a:lumMod val="50000"/>
                              </a:schemeClr>
                            </a:solidFill>
                            <a:latin typeface="Cambria" panose="02040503050406030204" pitchFamily="18" charset="0"/>
                          </a:endParaRPr>
                        </a:p>
                      </a:txBody>
                      <a:tcPr>
                        <a:lnL w="6350" cap="flat" cmpd="sng" algn="ctr">
                          <a:solidFill>
                            <a:schemeClr val="accent2">
                              <a:lumMod val="60000"/>
                              <a:lumOff val="40000"/>
                            </a:schemeClr>
                          </a:solidFill>
                          <a:prstDash val="solid"/>
                          <a:round/>
                          <a:headEnd type="none" w="med" len="med"/>
                          <a:tailEnd type="none" w="med" len="med"/>
                        </a:lnL>
                        <a:lnR w="6350" cap="flat" cmpd="sng" algn="ctr">
                          <a:solidFill>
                            <a:schemeClr val="accent2">
                              <a:lumMod val="60000"/>
                              <a:lumOff val="40000"/>
                            </a:schemeClr>
                          </a:solidFill>
                          <a:prstDash val="solid"/>
                          <a:round/>
                          <a:headEnd type="none" w="med" len="med"/>
                          <a:tailEnd type="none" w="med" len="med"/>
                        </a:lnR>
                        <a:lnT w="6350" cap="flat" cmpd="sng" algn="ctr">
                          <a:solidFill>
                            <a:schemeClr val="accent2">
                              <a:lumMod val="60000"/>
                              <a:lumOff val="40000"/>
                            </a:schemeClr>
                          </a:solidFill>
                          <a:prstDash val="solid"/>
                          <a:round/>
                          <a:headEnd type="none" w="med" len="med"/>
                          <a:tailEnd type="none" w="med" len="med"/>
                        </a:lnT>
                        <a:solidFill>
                          <a:schemeClr val="accent4">
                            <a:lumMod val="20000"/>
                            <a:lumOff val="80000"/>
                            <a:alpha val="50000"/>
                          </a:schemeClr>
                        </a:solidFill>
                      </a:tcPr>
                    </a:tc>
                    <a:tc>
                      <a:txBody>
                        <a:bodyPr/>
                        <a:lstStyle/>
                        <a:p>
                          <a:pPr algn="ctr"/>
                          <a:r>
                            <a:rPr lang="en-US" altLang="zh-CN" sz="1600" b="1">
                              <a:solidFill>
                                <a:schemeClr val="accent2">
                                  <a:lumMod val="50000"/>
                                </a:schemeClr>
                              </a:solidFill>
                              <a:latin typeface="Cambria" panose="02040503050406030204" pitchFamily="18" charset="0"/>
                            </a:rPr>
                            <a:t>0</a:t>
                          </a:r>
                          <a:endParaRPr lang="zh-CN" altLang="en-US" sz="1600" b="1">
                            <a:solidFill>
                              <a:schemeClr val="accent2">
                                <a:lumMod val="50000"/>
                              </a:schemeClr>
                            </a:solidFill>
                            <a:latin typeface="Cambria" panose="02040503050406030204" pitchFamily="18" charset="0"/>
                          </a:endParaRPr>
                        </a:p>
                      </a:txBody>
                      <a:tcPr>
                        <a:lnL w="6350" cap="flat" cmpd="sng" algn="ctr">
                          <a:solidFill>
                            <a:schemeClr val="accent2">
                              <a:lumMod val="60000"/>
                              <a:lumOff val="40000"/>
                            </a:schemeClr>
                          </a:solidFill>
                          <a:prstDash val="solid"/>
                          <a:round/>
                          <a:headEnd type="none" w="med" len="med"/>
                          <a:tailEnd type="none" w="med" len="med"/>
                        </a:lnL>
                        <a:lnR w="6350" cap="flat" cmpd="sng" algn="ctr">
                          <a:solidFill>
                            <a:schemeClr val="accent2">
                              <a:lumMod val="60000"/>
                              <a:lumOff val="40000"/>
                            </a:schemeClr>
                          </a:solidFill>
                          <a:prstDash val="solid"/>
                          <a:round/>
                          <a:headEnd type="none" w="med" len="med"/>
                          <a:tailEnd type="none" w="med" len="med"/>
                        </a:lnR>
                        <a:lnT w="6350" cap="flat" cmpd="sng" algn="ctr">
                          <a:solidFill>
                            <a:schemeClr val="accent2">
                              <a:lumMod val="60000"/>
                              <a:lumOff val="40000"/>
                            </a:schemeClr>
                          </a:solidFill>
                          <a:prstDash val="solid"/>
                          <a:round/>
                          <a:headEnd type="none" w="med" len="med"/>
                          <a:tailEnd type="none" w="med" len="med"/>
                        </a:lnT>
                        <a:solidFill>
                          <a:schemeClr val="accent4">
                            <a:lumMod val="20000"/>
                            <a:lumOff val="80000"/>
                            <a:alpha val="50000"/>
                          </a:schemeClr>
                        </a:solidFill>
                      </a:tcPr>
                    </a:tc>
                    <a:tc>
                      <a:txBody>
                        <a:bodyPr/>
                        <a:lstStyle/>
                        <a:p>
                          <a:pPr algn="ctr"/>
                          <a:r>
                            <a:rPr lang="en-US" altLang="zh-CN" sz="1600" b="1">
                              <a:solidFill>
                                <a:schemeClr val="accent2">
                                  <a:lumMod val="50000"/>
                                </a:schemeClr>
                              </a:solidFill>
                              <a:latin typeface="Cambria" panose="02040503050406030204" pitchFamily="18" charset="0"/>
                            </a:rPr>
                            <a:t>0</a:t>
                          </a:r>
                          <a:endParaRPr lang="zh-CN" altLang="en-US" sz="1600" b="1">
                            <a:solidFill>
                              <a:schemeClr val="accent2">
                                <a:lumMod val="50000"/>
                              </a:schemeClr>
                            </a:solidFill>
                            <a:latin typeface="Cambria" panose="02040503050406030204" pitchFamily="18" charset="0"/>
                          </a:endParaRPr>
                        </a:p>
                      </a:txBody>
                      <a:tcPr>
                        <a:lnL w="6350" cap="flat" cmpd="sng" algn="ctr">
                          <a:solidFill>
                            <a:schemeClr val="accent2">
                              <a:lumMod val="60000"/>
                              <a:lumOff val="40000"/>
                            </a:schemeClr>
                          </a:solidFill>
                          <a:prstDash val="solid"/>
                          <a:round/>
                          <a:headEnd type="none" w="med" len="med"/>
                          <a:tailEnd type="none" w="med" len="med"/>
                        </a:lnL>
                        <a:lnR w="6350" cap="flat" cmpd="sng" algn="ctr">
                          <a:solidFill>
                            <a:schemeClr val="accent2">
                              <a:lumMod val="60000"/>
                              <a:lumOff val="40000"/>
                            </a:schemeClr>
                          </a:solidFill>
                          <a:prstDash val="solid"/>
                          <a:round/>
                          <a:headEnd type="none" w="med" len="med"/>
                          <a:tailEnd type="none" w="med" len="med"/>
                        </a:lnR>
                        <a:lnT w="6350" cap="flat" cmpd="sng" algn="ctr">
                          <a:solidFill>
                            <a:schemeClr val="accent2">
                              <a:lumMod val="60000"/>
                              <a:lumOff val="40000"/>
                            </a:schemeClr>
                          </a:solidFill>
                          <a:prstDash val="solid"/>
                          <a:round/>
                          <a:headEnd type="none" w="med" len="med"/>
                          <a:tailEnd type="none" w="med" len="med"/>
                        </a:lnT>
                        <a:solidFill>
                          <a:schemeClr val="accent4">
                            <a:lumMod val="20000"/>
                            <a:lumOff val="80000"/>
                            <a:alpha val="50000"/>
                          </a:schemeClr>
                        </a:solidFill>
                      </a:tcPr>
                    </a:tc>
                    <a:tc>
                      <a:txBody>
                        <a:bodyPr/>
                        <a:lstStyle/>
                        <a:p>
                          <a:pPr algn="ctr"/>
                          <a:r>
                            <a:rPr lang="en-US" altLang="zh-CN" sz="1600" b="1">
                              <a:solidFill>
                                <a:schemeClr val="accent2">
                                  <a:lumMod val="50000"/>
                                </a:schemeClr>
                              </a:solidFill>
                              <a:latin typeface="Cambria" panose="02040503050406030204" pitchFamily="18" charset="0"/>
                            </a:rPr>
                            <a:t>0</a:t>
                          </a:r>
                          <a:endParaRPr lang="zh-CN" altLang="en-US" sz="1600" b="1">
                            <a:solidFill>
                              <a:schemeClr val="accent2">
                                <a:lumMod val="50000"/>
                              </a:schemeClr>
                            </a:solidFill>
                            <a:latin typeface="Cambria" panose="02040503050406030204" pitchFamily="18" charset="0"/>
                          </a:endParaRPr>
                        </a:p>
                      </a:txBody>
                      <a:tcPr>
                        <a:lnL w="6350" cap="flat" cmpd="sng" algn="ctr">
                          <a:solidFill>
                            <a:schemeClr val="accent2">
                              <a:lumMod val="60000"/>
                              <a:lumOff val="40000"/>
                            </a:schemeClr>
                          </a:solidFill>
                          <a:prstDash val="solid"/>
                          <a:round/>
                          <a:headEnd type="none" w="med" len="med"/>
                          <a:tailEnd type="none" w="med" len="med"/>
                        </a:lnL>
                        <a:lnR w="6350" cap="flat" cmpd="sng" algn="ctr">
                          <a:solidFill>
                            <a:schemeClr val="accent2">
                              <a:lumMod val="60000"/>
                              <a:lumOff val="40000"/>
                            </a:schemeClr>
                          </a:solidFill>
                          <a:prstDash val="solid"/>
                          <a:round/>
                          <a:headEnd type="none" w="med" len="med"/>
                          <a:tailEnd type="none" w="med" len="med"/>
                        </a:lnR>
                        <a:lnT w="6350" cap="flat" cmpd="sng" algn="ctr">
                          <a:solidFill>
                            <a:schemeClr val="accent2">
                              <a:lumMod val="60000"/>
                              <a:lumOff val="40000"/>
                            </a:schemeClr>
                          </a:solidFill>
                          <a:prstDash val="solid"/>
                          <a:round/>
                          <a:headEnd type="none" w="med" len="med"/>
                          <a:tailEnd type="none" w="med" len="med"/>
                        </a:lnT>
                        <a:solidFill>
                          <a:schemeClr val="accent4">
                            <a:lumMod val="20000"/>
                            <a:lumOff val="80000"/>
                            <a:alpha val="50000"/>
                          </a:schemeClr>
                        </a:solidFill>
                      </a:tcPr>
                    </a:tc>
                    <a:tc>
                      <a:txBody>
                        <a:bodyPr/>
                        <a:lstStyle/>
                        <a:p>
                          <a:pPr algn="ctr"/>
                          <a:r>
                            <a:rPr lang="en-US" altLang="zh-CN" sz="1600" b="1">
                              <a:solidFill>
                                <a:schemeClr val="accent2">
                                  <a:lumMod val="50000"/>
                                </a:schemeClr>
                              </a:solidFill>
                              <a:latin typeface="Cambria" panose="02040503050406030204" pitchFamily="18" charset="0"/>
                            </a:rPr>
                            <a:t>0</a:t>
                          </a:r>
                          <a:endParaRPr lang="zh-CN" altLang="en-US" sz="1600" b="1">
                            <a:solidFill>
                              <a:schemeClr val="accent2">
                                <a:lumMod val="50000"/>
                              </a:schemeClr>
                            </a:solidFill>
                            <a:latin typeface="Cambria" panose="02040503050406030204" pitchFamily="18" charset="0"/>
                          </a:endParaRPr>
                        </a:p>
                      </a:txBody>
                      <a:tcPr>
                        <a:lnL w="6350" cap="flat" cmpd="sng" algn="ctr">
                          <a:solidFill>
                            <a:schemeClr val="accent2">
                              <a:lumMod val="60000"/>
                              <a:lumOff val="40000"/>
                            </a:schemeClr>
                          </a:solidFill>
                          <a:prstDash val="solid"/>
                          <a:round/>
                          <a:headEnd type="none" w="med" len="med"/>
                          <a:tailEnd type="none" w="med" len="med"/>
                        </a:lnL>
                        <a:lnR w="6350" cap="flat" cmpd="sng" algn="ctr">
                          <a:solidFill>
                            <a:schemeClr val="accent2">
                              <a:lumMod val="60000"/>
                              <a:lumOff val="40000"/>
                            </a:schemeClr>
                          </a:solidFill>
                          <a:prstDash val="solid"/>
                          <a:round/>
                          <a:headEnd type="none" w="med" len="med"/>
                          <a:tailEnd type="none" w="med" len="med"/>
                        </a:lnR>
                        <a:lnT w="6350" cap="flat" cmpd="sng" algn="ctr">
                          <a:solidFill>
                            <a:schemeClr val="accent2">
                              <a:lumMod val="60000"/>
                              <a:lumOff val="40000"/>
                            </a:schemeClr>
                          </a:solidFill>
                          <a:prstDash val="solid"/>
                          <a:round/>
                          <a:headEnd type="none" w="med" len="med"/>
                          <a:tailEnd type="none" w="med" len="med"/>
                        </a:lnT>
                        <a:solidFill>
                          <a:schemeClr val="accent4">
                            <a:lumMod val="20000"/>
                            <a:lumOff val="80000"/>
                            <a:alpha val="50000"/>
                          </a:schemeClr>
                        </a:solidFill>
                      </a:tcPr>
                    </a:tc>
                    <a:tc>
                      <a:txBody>
                        <a:bodyPr/>
                        <a:lstStyle/>
                        <a:p>
                          <a:pPr algn="ctr"/>
                          <a:r>
                            <a:rPr lang="en-US" altLang="zh-CN" sz="1600" b="1">
                              <a:solidFill>
                                <a:schemeClr val="accent2">
                                  <a:lumMod val="50000"/>
                                </a:schemeClr>
                              </a:solidFill>
                              <a:latin typeface="Cambria" panose="02040503050406030204" pitchFamily="18" charset="0"/>
                            </a:rPr>
                            <a:t>1</a:t>
                          </a:r>
                          <a:endParaRPr lang="zh-CN" altLang="en-US" sz="1600" b="1">
                            <a:solidFill>
                              <a:schemeClr val="accent2">
                                <a:lumMod val="50000"/>
                              </a:schemeClr>
                            </a:solidFill>
                            <a:latin typeface="Cambria" panose="02040503050406030204" pitchFamily="18" charset="0"/>
                          </a:endParaRPr>
                        </a:p>
                      </a:txBody>
                      <a:tcPr>
                        <a:lnL w="6350" cap="flat" cmpd="sng" algn="ctr">
                          <a:solidFill>
                            <a:schemeClr val="accent2">
                              <a:lumMod val="60000"/>
                              <a:lumOff val="40000"/>
                            </a:schemeClr>
                          </a:solidFill>
                          <a:prstDash val="solid"/>
                          <a:round/>
                          <a:headEnd type="none" w="med" len="med"/>
                          <a:tailEnd type="none" w="med" len="med"/>
                        </a:lnL>
                        <a:lnT w="6350" cap="flat" cmpd="sng" algn="ctr">
                          <a:solidFill>
                            <a:schemeClr val="accent2">
                              <a:lumMod val="60000"/>
                              <a:lumOff val="40000"/>
                            </a:schemeClr>
                          </a:solidFill>
                          <a:prstDash val="solid"/>
                          <a:round/>
                          <a:headEnd type="none" w="med" len="med"/>
                          <a:tailEnd type="none" w="med" len="med"/>
                        </a:lnT>
                        <a:solidFill>
                          <a:schemeClr val="accent4">
                            <a:lumMod val="20000"/>
                            <a:lumOff val="80000"/>
                            <a:alpha val="50000"/>
                          </a:schemeClr>
                        </a:solidFill>
                      </a:tcPr>
                    </a:tc>
                    <a:extLst>
                      <a:ext uri="{0D108BD9-81ED-4DB2-BD59-A6C34878D82A}">
                        <a16:rowId xmlns:a16="http://schemas.microsoft.com/office/drawing/2014/main" val="1396290875"/>
                      </a:ext>
                    </a:extLst>
                  </a:tr>
                </a:tbl>
              </a:graphicData>
            </a:graphic>
          </p:graphicFrame>
        </mc:Choice>
        <mc:Fallback xmlns="">
          <p:graphicFrame>
            <p:nvGraphicFramePr>
              <p:cNvPr id="6" name="表格 5">
                <a:extLst>
                  <a:ext uri="{FF2B5EF4-FFF2-40B4-BE49-F238E27FC236}">
                    <a16:creationId xmlns:a16="http://schemas.microsoft.com/office/drawing/2014/main" id="{2C021EE3-3E62-4FC6-BB54-397FEF14CC3D}"/>
                  </a:ext>
                </a:extLst>
              </p:cNvPr>
              <p:cNvGraphicFramePr>
                <a:graphicFrameLocks noGrp="1"/>
              </p:cNvGraphicFramePr>
              <p:nvPr>
                <p:extLst>
                  <p:ext uri="{D42A27DB-BD31-4B8C-83A1-F6EECF244321}">
                    <p14:modId xmlns:p14="http://schemas.microsoft.com/office/powerpoint/2010/main" val="4168339245"/>
                  </p:ext>
                </p:extLst>
              </p:nvPr>
            </p:nvGraphicFramePr>
            <p:xfrm>
              <a:off x="6237436" y="3558342"/>
              <a:ext cx="5039068" cy="1682964"/>
            </p:xfrm>
            <a:graphic>
              <a:graphicData uri="http://schemas.openxmlformats.org/drawingml/2006/table">
                <a:tbl>
                  <a:tblPr firstRow="1" bandRow="1">
                    <a:tableStyleId>{5C22544A-7EE6-4342-B048-85BDC9FD1C3A}</a:tableStyleId>
                  </a:tblPr>
                  <a:tblGrid>
                    <a:gridCol w="336837">
                      <a:extLst>
                        <a:ext uri="{9D8B030D-6E8A-4147-A177-3AD203B41FA5}">
                          <a16:colId xmlns:a16="http://schemas.microsoft.com/office/drawing/2014/main" val="1898109073"/>
                        </a:ext>
                      </a:extLst>
                    </a:gridCol>
                    <a:gridCol w="357046">
                      <a:extLst>
                        <a:ext uri="{9D8B030D-6E8A-4147-A177-3AD203B41FA5}">
                          <a16:colId xmlns:a16="http://schemas.microsoft.com/office/drawing/2014/main" val="1442912110"/>
                        </a:ext>
                      </a:extLst>
                    </a:gridCol>
                    <a:gridCol w="761249">
                      <a:extLst>
                        <a:ext uri="{9D8B030D-6E8A-4147-A177-3AD203B41FA5}">
                          <a16:colId xmlns:a16="http://schemas.microsoft.com/office/drawing/2014/main" val="1601878302"/>
                        </a:ext>
                      </a:extLst>
                    </a:gridCol>
                    <a:gridCol w="990298">
                      <a:extLst>
                        <a:ext uri="{9D8B030D-6E8A-4147-A177-3AD203B41FA5}">
                          <a16:colId xmlns:a16="http://schemas.microsoft.com/office/drawing/2014/main" val="1799398185"/>
                        </a:ext>
                      </a:extLst>
                    </a:gridCol>
                    <a:gridCol w="505254">
                      <a:extLst>
                        <a:ext uri="{9D8B030D-6E8A-4147-A177-3AD203B41FA5}">
                          <a16:colId xmlns:a16="http://schemas.microsoft.com/office/drawing/2014/main" val="1713728848"/>
                        </a:ext>
                      </a:extLst>
                    </a:gridCol>
                    <a:gridCol w="525465">
                      <a:extLst>
                        <a:ext uri="{9D8B030D-6E8A-4147-A177-3AD203B41FA5}">
                          <a16:colId xmlns:a16="http://schemas.microsoft.com/office/drawing/2014/main" val="3493071048"/>
                        </a:ext>
                      </a:extLst>
                    </a:gridCol>
                    <a:gridCol w="1003771">
                      <a:extLst>
                        <a:ext uri="{9D8B030D-6E8A-4147-A177-3AD203B41FA5}">
                          <a16:colId xmlns:a16="http://schemas.microsoft.com/office/drawing/2014/main" val="1736090329"/>
                        </a:ext>
                      </a:extLst>
                    </a:gridCol>
                    <a:gridCol w="559148">
                      <a:extLst>
                        <a:ext uri="{9D8B030D-6E8A-4147-A177-3AD203B41FA5}">
                          <a16:colId xmlns:a16="http://schemas.microsoft.com/office/drawing/2014/main" val="2143160837"/>
                        </a:ext>
                      </a:extLst>
                    </a:gridCol>
                  </a:tblGrid>
                  <a:tr h="335280">
                    <a:tc>
                      <a:txBody>
                        <a:bodyPr/>
                        <a:lstStyle/>
                        <a:p>
                          <a:endParaRPr lang="zh-CN"/>
                        </a:p>
                      </a:txBody>
                      <a:tcPr>
                        <a:lnR w="6350" cap="flat" cmpd="sng" algn="ctr">
                          <a:solidFill>
                            <a:schemeClr val="accent2">
                              <a:lumMod val="60000"/>
                              <a:lumOff val="40000"/>
                            </a:schemeClr>
                          </a:solidFill>
                          <a:prstDash val="solid"/>
                          <a:round/>
                          <a:headEnd type="none" w="med" len="med"/>
                          <a:tailEnd type="none" w="med" len="med"/>
                        </a:lnR>
                        <a:lnB w="6350" cap="flat" cmpd="sng" algn="ctr">
                          <a:solidFill>
                            <a:schemeClr val="accent2">
                              <a:lumMod val="60000"/>
                              <a:lumOff val="40000"/>
                            </a:schemeClr>
                          </a:solidFill>
                          <a:prstDash val="solid"/>
                          <a:round/>
                          <a:headEnd type="none" w="med" len="med"/>
                          <a:tailEnd type="none" w="med" len="med"/>
                        </a:lnB>
                        <a:blipFill>
                          <a:blip r:embed="rId7"/>
                          <a:stretch>
                            <a:fillRect l="-1818" t="-1818" r="-1407273" b="-423636"/>
                          </a:stretch>
                        </a:blipFill>
                      </a:tcPr>
                    </a:tc>
                    <a:tc>
                      <a:txBody>
                        <a:bodyPr/>
                        <a:lstStyle/>
                        <a:p>
                          <a:endParaRPr lang="zh-CN"/>
                        </a:p>
                      </a:txBody>
                      <a:tcPr>
                        <a:lnL w="6350" cap="flat" cmpd="sng" algn="ctr">
                          <a:solidFill>
                            <a:schemeClr val="accent2">
                              <a:lumMod val="60000"/>
                              <a:lumOff val="40000"/>
                            </a:schemeClr>
                          </a:solidFill>
                          <a:prstDash val="solid"/>
                          <a:round/>
                          <a:headEnd type="none" w="med" len="med"/>
                          <a:tailEnd type="none" w="med" len="med"/>
                        </a:lnL>
                        <a:lnR w="6350" cap="flat" cmpd="sng" algn="ctr">
                          <a:solidFill>
                            <a:schemeClr val="accent2">
                              <a:lumMod val="60000"/>
                              <a:lumOff val="40000"/>
                            </a:schemeClr>
                          </a:solidFill>
                          <a:prstDash val="solid"/>
                          <a:round/>
                          <a:headEnd type="none" w="med" len="med"/>
                          <a:tailEnd type="none" w="med" len="med"/>
                        </a:lnR>
                        <a:lnB w="6350" cap="flat" cmpd="sng" algn="ctr">
                          <a:solidFill>
                            <a:schemeClr val="accent2">
                              <a:lumMod val="60000"/>
                              <a:lumOff val="40000"/>
                            </a:schemeClr>
                          </a:solidFill>
                          <a:prstDash val="solid"/>
                          <a:round/>
                          <a:headEnd type="none" w="med" len="med"/>
                          <a:tailEnd type="none" w="med" len="med"/>
                        </a:lnB>
                        <a:blipFill>
                          <a:blip r:embed="rId7"/>
                          <a:stretch>
                            <a:fillRect l="-94915" t="-1818" r="-1211864" b="-423636"/>
                          </a:stretch>
                        </a:blipFill>
                      </a:tcPr>
                    </a:tc>
                    <a:tc>
                      <a:txBody>
                        <a:bodyPr/>
                        <a:lstStyle/>
                        <a:p>
                          <a:endParaRPr lang="zh-CN"/>
                        </a:p>
                      </a:txBody>
                      <a:tcPr>
                        <a:lnL w="6350" cap="flat" cmpd="sng" algn="ctr">
                          <a:solidFill>
                            <a:schemeClr val="accent2">
                              <a:lumMod val="60000"/>
                              <a:lumOff val="40000"/>
                            </a:schemeClr>
                          </a:solidFill>
                          <a:prstDash val="solid"/>
                          <a:round/>
                          <a:headEnd type="none" w="med" len="med"/>
                          <a:tailEnd type="none" w="med" len="med"/>
                        </a:lnL>
                        <a:lnR w="6350" cap="flat" cmpd="sng" algn="ctr">
                          <a:solidFill>
                            <a:schemeClr val="accent2">
                              <a:lumMod val="60000"/>
                              <a:lumOff val="40000"/>
                            </a:schemeClr>
                          </a:solidFill>
                          <a:prstDash val="solid"/>
                          <a:round/>
                          <a:headEnd type="none" w="med" len="med"/>
                          <a:tailEnd type="none" w="med" len="med"/>
                        </a:lnR>
                        <a:lnB w="6350" cap="flat" cmpd="sng" algn="ctr">
                          <a:solidFill>
                            <a:schemeClr val="accent2">
                              <a:lumMod val="60000"/>
                              <a:lumOff val="40000"/>
                            </a:schemeClr>
                          </a:solidFill>
                          <a:prstDash val="solid"/>
                          <a:round/>
                          <a:headEnd type="none" w="med" len="med"/>
                          <a:tailEnd type="none" w="med" len="med"/>
                        </a:lnB>
                        <a:blipFill>
                          <a:blip r:embed="rId7"/>
                          <a:stretch>
                            <a:fillRect l="-92000" t="-1818" r="-472000" b="-423636"/>
                          </a:stretch>
                        </a:blipFill>
                      </a:tcPr>
                    </a:tc>
                    <a:tc>
                      <a:txBody>
                        <a:bodyPr/>
                        <a:lstStyle/>
                        <a:p>
                          <a:endParaRPr lang="zh-CN"/>
                        </a:p>
                      </a:txBody>
                      <a:tcPr>
                        <a:lnL w="6350" cap="flat" cmpd="sng" algn="ctr">
                          <a:solidFill>
                            <a:schemeClr val="accent2">
                              <a:lumMod val="60000"/>
                              <a:lumOff val="40000"/>
                            </a:schemeClr>
                          </a:solidFill>
                          <a:prstDash val="solid"/>
                          <a:round/>
                          <a:headEnd type="none" w="med" len="med"/>
                          <a:tailEnd type="none" w="med" len="med"/>
                        </a:lnL>
                        <a:lnR w="6350" cap="flat" cmpd="sng" algn="ctr">
                          <a:solidFill>
                            <a:schemeClr val="accent2">
                              <a:lumMod val="60000"/>
                              <a:lumOff val="40000"/>
                            </a:schemeClr>
                          </a:solidFill>
                          <a:prstDash val="solid"/>
                          <a:round/>
                          <a:headEnd type="none" w="med" len="med"/>
                          <a:tailEnd type="none" w="med" len="med"/>
                        </a:lnR>
                        <a:lnB w="6350" cap="flat" cmpd="sng" algn="ctr">
                          <a:solidFill>
                            <a:schemeClr val="accent2">
                              <a:lumMod val="60000"/>
                              <a:lumOff val="40000"/>
                            </a:schemeClr>
                          </a:solidFill>
                          <a:prstDash val="solid"/>
                          <a:round/>
                          <a:headEnd type="none" w="med" len="med"/>
                          <a:tailEnd type="none" w="med" len="med"/>
                        </a:lnB>
                        <a:blipFill>
                          <a:blip r:embed="rId7"/>
                          <a:stretch>
                            <a:fillRect l="-148148" t="-1818" r="-264198" b="-423636"/>
                          </a:stretch>
                        </a:blipFill>
                      </a:tcPr>
                    </a:tc>
                    <a:tc>
                      <a:txBody>
                        <a:bodyPr/>
                        <a:lstStyle/>
                        <a:p>
                          <a:endParaRPr lang="zh-CN"/>
                        </a:p>
                      </a:txBody>
                      <a:tcPr>
                        <a:lnL w="6350" cap="flat" cmpd="sng" algn="ctr">
                          <a:solidFill>
                            <a:schemeClr val="accent2">
                              <a:lumMod val="60000"/>
                              <a:lumOff val="40000"/>
                            </a:schemeClr>
                          </a:solidFill>
                          <a:prstDash val="solid"/>
                          <a:round/>
                          <a:headEnd type="none" w="med" len="med"/>
                          <a:tailEnd type="none" w="med" len="med"/>
                        </a:lnL>
                        <a:lnR w="6350" cap="flat" cmpd="sng" algn="ctr">
                          <a:solidFill>
                            <a:schemeClr val="accent2">
                              <a:lumMod val="60000"/>
                              <a:lumOff val="40000"/>
                            </a:schemeClr>
                          </a:solidFill>
                          <a:prstDash val="solid"/>
                          <a:round/>
                          <a:headEnd type="none" w="med" len="med"/>
                          <a:tailEnd type="none" w="med" len="med"/>
                        </a:lnR>
                        <a:lnB w="6350" cap="flat" cmpd="sng" algn="ctr">
                          <a:solidFill>
                            <a:schemeClr val="accent2">
                              <a:lumMod val="60000"/>
                              <a:lumOff val="40000"/>
                            </a:schemeClr>
                          </a:solidFill>
                          <a:prstDash val="solid"/>
                          <a:round/>
                          <a:headEnd type="none" w="med" len="med"/>
                          <a:tailEnd type="none" w="med" len="med"/>
                        </a:lnB>
                        <a:blipFill>
                          <a:blip r:embed="rId7"/>
                          <a:stretch>
                            <a:fillRect l="-484337" t="-1818" r="-415663" b="-423636"/>
                          </a:stretch>
                        </a:blipFill>
                      </a:tcPr>
                    </a:tc>
                    <a:tc>
                      <a:txBody>
                        <a:bodyPr/>
                        <a:lstStyle/>
                        <a:p>
                          <a:endParaRPr lang="zh-CN"/>
                        </a:p>
                      </a:txBody>
                      <a:tcPr>
                        <a:lnL w="6350" cap="flat" cmpd="sng" algn="ctr">
                          <a:solidFill>
                            <a:schemeClr val="accent2">
                              <a:lumMod val="60000"/>
                              <a:lumOff val="40000"/>
                            </a:schemeClr>
                          </a:solidFill>
                          <a:prstDash val="solid"/>
                          <a:round/>
                          <a:headEnd type="none" w="med" len="med"/>
                          <a:tailEnd type="none" w="med" len="med"/>
                        </a:lnL>
                        <a:lnR w="6350" cap="flat" cmpd="sng" algn="ctr">
                          <a:solidFill>
                            <a:schemeClr val="accent2">
                              <a:lumMod val="60000"/>
                              <a:lumOff val="40000"/>
                            </a:schemeClr>
                          </a:solidFill>
                          <a:prstDash val="solid"/>
                          <a:round/>
                          <a:headEnd type="none" w="med" len="med"/>
                          <a:tailEnd type="none" w="med" len="med"/>
                        </a:lnR>
                        <a:lnB w="6350" cap="flat" cmpd="sng" algn="ctr">
                          <a:solidFill>
                            <a:schemeClr val="accent2">
                              <a:lumMod val="60000"/>
                              <a:lumOff val="40000"/>
                            </a:schemeClr>
                          </a:solidFill>
                          <a:prstDash val="solid"/>
                          <a:round/>
                          <a:headEnd type="none" w="med" len="med"/>
                          <a:tailEnd type="none" w="med" len="med"/>
                        </a:lnB>
                        <a:blipFill>
                          <a:blip r:embed="rId7"/>
                          <a:stretch>
                            <a:fillRect l="-563953" t="-1818" r="-301163" b="-423636"/>
                          </a:stretch>
                        </a:blipFill>
                      </a:tcPr>
                    </a:tc>
                    <a:tc>
                      <a:txBody>
                        <a:bodyPr/>
                        <a:lstStyle/>
                        <a:p>
                          <a:endParaRPr lang="zh-CN"/>
                        </a:p>
                      </a:txBody>
                      <a:tcPr>
                        <a:lnL w="6350" cap="flat" cmpd="sng" algn="ctr">
                          <a:solidFill>
                            <a:schemeClr val="accent2">
                              <a:lumMod val="60000"/>
                              <a:lumOff val="40000"/>
                            </a:schemeClr>
                          </a:solidFill>
                          <a:prstDash val="solid"/>
                          <a:round/>
                          <a:headEnd type="none" w="med" len="med"/>
                          <a:tailEnd type="none" w="med" len="med"/>
                        </a:lnL>
                        <a:lnR w="6350" cap="flat" cmpd="sng" algn="ctr">
                          <a:solidFill>
                            <a:schemeClr val="accent2">
                              <a:lumMod val="60000"/>
                              <a:lumOff val="40000"/>
                            </a:schemeClr>
                          </a:solidFill>
                          <a:prstDash val="solid"/>
                          <a:round/>
                          <a:headEnd type="none" w="med" len="med"/>
                          <a:tailEnd type="none" w="med" len="med"/>
                        </a:lnR>
                        <a:lnB w="6350" cap="flat" cmpd="sng" algn="ctr">
                          <a:solidFill>
                            <a:schemeClr val="accent2">
                              <a:lumMod val="60000"/>
                              <a:lumOff val="40000"/>
                            </a:schemeClr>
                          </a:solidFill>
                          <a:prstDash val="solid"/>
                          <a:round/>
                          <a:headEnd type="none" w="med" len="med"/>
                          <a:tailEnd type="none" w="med" len="med"/>
                        </a:lnB>
                        <a:blipFill>
                          <a:blip r:embed="rId7"/>
                          <a:stretch>
                            <a:fillRect l="-346061" t="-1818" r="-56970" b="-423636"/>
                          </a:stretch>
                        </a:blipFill>
                      </a:tcPr>
                    </a:tc>
                    <a:tc>
                      <a:txBody>
                        <a:bodyPr/>
                        <a:lstStyle/>
                        <a:p>
                          <a:endParaRPr lang="zh-CN"/>
                        </a:p>
                      </a:txBody>
                      <a:tcPr>
                        <a:lnL w="6350" cap="flat" cmpd="sng" algn="ctr">
                          <a:solidFill>
                            <a:schemeClr val="accent2">
                              <a:lumMod val="60000"/>
                              <a:lumOff val="40000"/>
                            </a:schemeClr>
                          </a:solidFill>
                          <a:prstDash val="solid"/>
                          <a:round/>
                          <a:headEnd type="none" w="med" len="med"/>
                          <a:tailEnd type="none" w="med" len="med"/>
                        </a:lnL>
                        <a:lnB w="6350" cap="flat" cmpd="sng" algn="ctr">
                          <a:solidFill>
                            <a:schemeClr val="accent2">
                              <a:lumMod val="60000"/>
                              <a:lumOff val="40000"/>
                            </a:schemeClr>
                          </a:solidFill>
                          <a:prstDash val="solid"/>
                          <a:round/>
                          <a:headEnd type="none" w="med" len="med"/>
                          <a:tailEnd type="none" w="med" len="med"/>
                        </a:lnB>
                        <a:blipFill>
                          <a:blip r:embed="rId7"/>
                          <a:stretch>
                            <a:fillRect l="-800000" t="-1818" r="-2174" b="-423636"/>
                          </a:stretch>
                        </a:blipFill>
                      </a:tcPr>
                    </a:tc>
                    <a:extLst>
                      <a:ext uri="{0D108BD9-81ED-4DB2-BD59-A6C34878D82A}">
                        <a16:rowId xmlns:a16="http://schemas.microsoft.com/office/drawing/2014/main" val="3884548877"/>
                      </a:ext>
                    </a:extLst>
                  </a:tr>
                  <a:tr h="335280">
                    <a:tc>
                      <a:txBody>
                        <a:bodyPr/>
                        <a:lstStyle/>
                        <a:p>
                          <a:pPr algn="ctr"/>
                          <a:r>
                            <a:rPr lang="en-US" altLang="zh-CN" sz="1600" b="1">
                              <a:solidFill>
                                <a:schemeClr val="accent6">
                                  <a:lumMod val="50000"/>
                                </a:schemeClr>
                              </a:solidFill>
                              <a:latin typeface="Cambria" panose="02040503050406030204" pitchFamily="18" charset="0"/>
                              <a:ea typeface="Cambria" panose="02040503050406030204" pitchFamily="18" charset="0"/>
                            </a:rPr>
                            <a:t>0</a:t>
                          </a:r>
                          <a:endParaRPr lang="zh-CN" altLang="en-US" sz="1600" b="1">
                            <a:solidFill>
                              <a:schemeClr val="accent6">
                                <a:lumMod val="50000"/>
                              </a:schemeClr>
                            </a:solidFill>
                            <a:latin typeface="Cambria" panose="02040503050406030204" pitchFamily="18" charset="0"/>
                          </a:endParaRPr>
                        </a:p>
                      </a:txBody>
                      <a:tcPr>
                        <a:lnR w="6350" cap="flat" cmpd="sng" algn="ctr">
                          <a:solidFill>
                            <a:schemeClr val="accent2">
                              <a:lumMod val="60000"/>
                              <a:lumOff val="40000"/>
                            </a:schemeClr>
                          </a:solidFill>
                          <a:prstDash val="solid"/>
                          <a:round/>
                          <a:headEnd type="none" w="med" len="med"/>
                          <a:tailEnd type="none" w="med" len="med"/>
                        </a:lnR>
                        <a:lnT w="6350" cap="flat" cmpd="sng" algn="ctr">
                          <a:solidFill>
                            <a:schemeClr val="accent2">
                              <a:lumMod val="60000"/>
                              <a:lumOff val="40000"/>
                            </a:schemeClr>
                          </a:solidFill>
                          <a:prstDash val="solid"/>
                          <a:round/>
                          <a:headEnd type="none" w="med" len="med"/>
                          <a:tailEnd type="none" w="med" len="med"/>
                        </a:lnT>
                        <a:lnB w="6350" cap="flat" cmpd="sng" algn="ctr">
                          <a:solidFill>
                            <a:schemeClr val="accent2">
                              <a:lumMod val="60000"/>
                              <a:lumOff val="40000"/>
                            </a:schemeClr>
                          </a:solidFill>
                          <a:prstDash val="solid"/>
                          <a:round/>
                          <a:headEnd type="none" w="med" len="med"/>
                          <a:tailEnd type="none" w="med" len="med"/>
                        </a:lnB>
                        <a:solidFill>
                          <a:schemeClr val="accent4">
                            <a:lumMod val="20000"/>
                            <a:lumOff val="80000"/>
                            <a:alpha val="50000"/>
                          </a:schemeClr>
                        </a:solidFill>
                      </a:tcPr>
                    </a:tc>
                    <a:tc>
                      <a:txBody>
                        <a:bodyPr/>
                        <a:lstStyle/>
                        <a:p>
                          <a:pPr algn="ctr"/>
                          <a:r>
                            <a:rPr lang="en-US" altLang="zh-CN" sz="1600" b="1">
                              <a:solidFill>
                                <a:schemeClr val="accent6">
                                  <a:lumMod val="50000"/>
                                </a:schemeClr>
                              </a:solidFill>
                              <a:latin typeface="Cambria" panose="02040503050406030204" pitchFamily="18" charset="0"/>
                              <a:ea typeface="Cambria" panose="02040503050406030204" pitchFamily="18" charset="0"/>
                            </a:rPr>
                            <a:t>0</a:t>
                          </a:r>
                          <a:endParaRPr lang="zh-CN" altLang="en-US" sz="1600" b="1">
                            <a:solidFill>
                              <a:schemeClr val="accent6">
                                <a:lumMod val="50000"/>
                              </a:schemeClr>
                            </a:solidFill>
                            <a:latin typeface="Cambria" panose="02040503050406030204" pitchFamily="18" charset="0"/>
                          </a:endParaRPr>
                        </a:p>
                      </a:txBody>
                      <a:tcPr>
                        <a:lnL w="6350" cap="flat" cmpd="sng" algn="ctr">
                          <a:solidFill>
                            <a:schemeClr val="accent2">
                              <a:lumMod val="60000"/>
                              <a:lumOff val="40000"/>
                            </a:schemeClr>
                          </a:solidFill>
                          <a:prstDash val="solid"/>
                          <a:round/>
                          <a:headEnd type="none" w="med" len="med"/>
                          <a:tailEnd type="none" w="med" len="med"/>
                        </a:lnL>
                        <a:lnR w="6350" cap="flat" cmpd="sng" algn="ctr">
                          <a:solidFill>
                            <a:schemeClr val="accent2">
                              <a:lumMod val="60000"/>
                              <a:lumOff val="40000"/>
                            </a:schemeClr>
                          </a:solidFill>
                          <a:prstDash val="solid"/>
                          <a:round/>
                          <a:headEnd type="none" w="med" len="med"/>
                          <a:tailEnd type="none" w="med" len="med"/>
                        </a:lnR>
                        <a:lnT w="6350" cap="flat" cmpd="sng" algn="ctr">
                          <a:solidFill>
                            <a:schemeClr val="accent2">
                              <a:lumMod val="60000"/>
                              <a:lumOff val="40000"/>
                            </a:schemeClr>
                          </a:solidFill>
                          <a:prstDash val="solid"/>
                          <a:round/>
                          <a:headEnd type="none" w="med" len="med"/>
                          <a:tailEnd type="none" w="med" len="med"/>
                        </a:lnT>
                        <a:lnB w="6350" cap="flat" cmpd="sng" algn="ctr">
                          <a:solidFill>
                            <a:schemeClr val="accent2">
                              <a:lumMod val="60000"/>
                              <a:lumOff val="40000"/>
                            </a:schemeClr>
                          </a:solidFill>
                          <a:prstDash val="solid"/>
                          <a:round/>
                          <a:headEnd type="none" w="med" len="med"/>
                          <a:tailEnd type="none" w="med" len="med"/>
                        </a:lnB>
                        <a:solidFill>
                          <a:schemeClr val="accent4">
                            <a:lumMod val="20000"/>
                            <a:lumOff val="80000"/>
                            <a:alpha val="50000"/>
                          </a:schemeClr>
                        </a:solidFill>
                      </a:tcPr>
                    </a:tc>
                    <a:tc>
                      <a:txBody>
                        <a:bodyPr/>
                        <a:lstStyle/>
                        <a:p>
                          <a:pPr algn="ctr"/>
                          <a:r>
                            <a:rPr lang="en-US" altLang="zh-CN" sz="1600" b="1">
                              <a:solidFill>
                                <a:schemeClr val="accent2">
                                  <a:lumMod val="50000"/>
                                </a:schemeClr>
                              </a:solidFill>
                              <a:latin typeface="Cambria" panose="02040503050406030204" pitchFamily="18" charset="0"/>
                            </a:rPr>
                            <a:t>0</a:t>
                          </a:r>
                          <a:endParaRPr lang="zh-CN" altLang="en-US" sz="1600" b="1">
                            <a:solidFill>
                              <a:schemeClr val="accent2">
                                <a:lumMod val="50000"/>
                              </a:schemeClr>
                            </a:solidFill>
                            <a:latin typeface="Cambria" panose="02040503050406030204" pitchFamily="18" charset="0"/>
                          </a:endParaRPr>
                        </a:p>
                      </a:txBody>
                      <a:tcPr>
                        <a:lnL w="6350" cap="flat" cmpd="sng" algn="ctr">
                          <a:solidFill>
                            <a:schemeClr val="accent2">
                              <a:lumMod val="60000"/>
                              <a:lumOff val="40000"/>
                            </a:schemeClr>
                          </a:solidFill>
                          <a:prstDash val="solid"/>
                          <a:round/>
                          <a:headEnd type="none" w="med" len="med"/>
                          <a:tailEnd type="none" w="med" len="med"/>
                        </a:lnL>
                        <a:lnR w="6350" cap="flat" cmpd="sng" algn="ctr">
                          <a:solidFill>
                            <a:schemeClr val="accent2">
                              <a:lumMod val="60000"/>
                              <a:lumOff val="40000"/>
                            </a:schemeClr>
                          </a:solidFill>
                          <a:prstDash val="solid"/>
                          <a:round/>
                          <a:headEnd type="none" w="med" len="med"/>
                          <a:tailEnd type="none" w="med" len="med"/>
                        </a:lnR>
                        <a:lnT w="6350" cap="flat" cmpd="sng" algn="ctr">
                          <a:solidFill>
                            <a:schemeClr val="accent2">
                              <a:lumMod val="60000"/>
                              <a:lumOff val="40000"/>
                            </a:schemeClr>
                          </a:solidFill>
                          <a:prstDash val="solid"/>
                          <a:round/>
                          <a:headEnd type="none" w="med" len="med"/>
                          <a:tailEnd type="none" w="med" len="med"/>
                        </a:lnT>
                        <a:lnB w="6350" cap="flat" cmpd="sng" algn="ctr">
                          <a:solidFill>
                            <a:schemeClr val="accent2">
                              <a:lumMod val="60000"/>
                              <a:lumOff val="40000"/>
                            </a:schemeClr>
                          </a:solidFill>
                          <a:prstDash val="solid"/>
                          <a:round/>
                          <a:headEnd type="none" w="med" len="med"/>
                          <a:tailEnd type="none" w="med" len="med"/>
                        </a:lnB>
                        <a:solidFill>
                          <a:schemeClr val="accent4">
                            <a:lumMod val="20000"/>
                            <a:lumOff val="80000"/>
                            <a:alpha val="50000"/>
                          </a:schemeClr>
                        </a:solidFill>
                      </a:tcPr>
                    </a:tc>
                    <a:tc>
                      <a:txBody>
                        <a:bodyPr/>
                        <a:lstStyle/>
                        <a:p>
                          <a:pPr algn="ctr"/>
                          <a:r>
                            <a:rPr lang="en-US" altLang="zh-CN" sz="1600" b="1">
                              <a:solidFill>
                                <a:schemeClr val="accent2">
                                  <a:lumMod val="50000"/>
                                </a:schemeClr>
                              </a:solidFill>
                              <a:latin typeface="Cambria" panose="02040503050406030204" pitchFamily="18" charset="0"/>
                            </a:rPr>
                            <a:t>1</a:t>
                          </a:r>
                          <a:endParaRPr lang="zh-CN" altLang="en-US" sz="1600" b="1">
                            <a:solidFill>
                              <a:schemeClr val="accent2">
                                <a:lumMod val="50000"/>
                              </a:schemeClr>
                            </a:solidFill>
                            <a:latin typeface="Cambria" panose="02040503050406030204" pitchFamily="18" charset="0"/>
                          </a:endParaRPr>
                        </a:p>
                      </a:txBody>
                      <a:tcPr>
                        <a:lnL w="6350" cap="flat" cmpd="sng" algn="ctr">
                          <a:solidFill>
                            <a:schemeClr val="accent2">
                              <a:lumMod val="60000"/>
                              <a:lumOff val="40000"/>
                            </a:schemeClr>
                          </a:solidFill>
                          <a:prstDash val="solid"/>
                          <a:round/>
                          <a:headEnd type="none" w="med" len="med"/>
                          <a:tailEnd type="none" w="med" len="med"/>
                        </a:lnL>
                        <a:lnR w="6350" cap="flat" cmpd="sng" algn="ctr">
                          <a:solidFill>
                            <a:schemeClr val="accent2">
                              <a:lumMod val="60000"/>
                              <a:lumOff val="40000"/>
                            </a:schemeClr>
                          </a:solidFill>
                          <a:prstDash val="solid"/>
                          <a:round/>
                          <a:headEnd type="none" w="med" len="med"/>
                          <a:tailEnd type="none" w="med" len="med"/>
                        </a:lnR>
                        <a:lnT w="6350" cap="flat" cmpd="sng" algn="ctr">
                          <a:solidFill>
                            <a:schemeClr val="accent2">
                              <a:lumMod val="60000"/>
                              <a:lumOff val="40000"/>
                            </a:schemeClr>
                          </a:solidFill>
                          <a:prstDash val="solid"/>
                          <a:round/>
                          <a:headEnd type="none" w="med" len="med"/>
                          <a:tailEnd type="none" w="med" len="med"/>
                        </a:lnT>
                        <a:lnB w="6350" cap="flat" cmpd="sng" algn="ctr">
                          <a:solidFill>
                            <a:schemeClr val="accent2">
                              <a:lumMod val="60000"/>
                              <a:lumOff val="40000"/>
                            </a:schemeClr>
                          </a:solidFill>
                          <a:prstDash val="solid"/>
                          <a:round/>
                          <a:headEnd type="none" w="med" len="med"/>
                          <a:tailEnd type="none" w="med" len="med"/>
                        </a:lnB>
                        <a:solidFill>
                          <a:schemeClr val="accent4">
                            <a:lumMod val="20000"/>
                            <a:lumOff val="80000"/>
                            <a:alpha val="50000"/>
                          </a:schemeClr>
                        </a:solidFill>
                      </a:tcPr>
                    </a:tc>
                    <a:tc>
                      <a:txBody>
                        <a:bodyPr/>
                        <a:lstStyle/>
                        <a:p>
                          <a:pPr algn="ctr"/>
                          <a:r>
                            <a:rPr lang="en-US" altLang="zh-CN" sz="1600" b="1">
                              <a:solidFill>
                                <a:schemeClr val="accent2">
                                  <a:lumMod val="50000"/>
                                </a:schemeClr>
                              </a:solidFill>
                              <a:latin typeface="Cambria" panose="02040503050406030204" pitchFamily="18" charset="0"/>
                            </a:rPr>
                            <a:t>1</a:t>
                          </a:r>
                          <a:endParaRPr lang="zh-CN" altLang="en-US" sz="1600" b="1">
                            <a:solidFill>
                              <a:schemeClr val="accent2">
                                <a:lumMod val="50000"/>
                              </a:schemeClr>
                            </a:solidFill>
                            <a:latin typeface="Cambria" panose="02040503050406030204" pitchFamily="18" charset="0"/>
                          </a:endParaRPr>
                        </a:p>
                      </a:txBody>
                      <a:tcPr>
                        <a:lnL w="6350" cap="flat" cmpd="sng" algn="ctr">
                          <a:solidFill>
                            <a:schemeClr val="accent2">
                              <a:lumMod val="60000"/>
                              <a:lumOff val="40000"/>
                            </a:schemeClr>
                          </a:solidFill>
                          <a:prstDash val="solid"/>
                          <a:round/>
                          <a:headEnd type="none" w="med" len="med"/>
                          <a:tailEnd type="none" w="med" len="med"/>
                        </a:lnL>
                        <a:lnR w="6350" cap="flat" cmpd="sng" algn="ctr">
                          <a:solidFill>
                            <a:schemeClr val="accent2">
                              <a:lumMod val="60000"/>
                              <a:lumOff val="40000"/>
                            </a:schemeClr>
                          </a:solidFill>
                          <a:prstDash val="solid"/>
                          <a:round/>
                          <a:headEnd type="none" w="med" len="med"/>
                          <a:tailEnd type="none" w="med" len="med"/>
                        </a:lnR>
                        <a:lnT w="6350" cap="flat" cmpd="sng" algn="ctr">
                          <a:solidFill>
                            <a:schemeClr val="accent2">
                              <a:lumMod val="60000"/>
                              <a:lumOff val="40000"/>
                            </a:schemeClr>
                          </a:solidFill>
                          <a:prstDash val="solid"/>
                          <a:round/>
                          <a:headEnd type="none" w="med" len="med"/>
                          <a:tailEnd type="none" w="med" len="med"/>
                        </a:lnT>
                        <a:lnB w="6350" cap="flat" cmpd="sng" algn="ctr">
                          <a:solidFill>
                            <a:schemeClr val="accent2">
                              <a:lumMod val="60000"/>
                              <a:lumOff val="40000"/>
                            </a:schemeClr>
                          </a:solidFill>
                          <a:prstDash val="solid"/>
                          <a:round/>
                          <a:headEnd type="none" w="med" len="med"/>
                          <a:tailEnd type="none" w="med" len="med"/>
                        </a:lnB>
                        <a:solidFill>
                          <a:schemeClr val="accent4">
                            <a:lumMod val="20000"/>
                            <a:lumOff val="80000"/>
                            <a:alpha val="50000"/>
                          </a:schemeClr>
                        </a:solidFill>
                      </a:tcPr>
                    </a:tc>
                    <a:tc>
                      <a:txBody>
                        <a:bodyPr/>
                        <a:lstStyle/>
                        <a:p>
                          <a:pPr algn="ctr"/>
                          <a:r>
                            <a:rPr lang="en-US" altLang="zh-CN" sz="1600" b="1">
                              <a:solidFill>
                                <a:schemeClr val="accent2">
                                  <a:lumMod val="50000"/>
                                </a:schemeClr>
                              </a:solidFill>
                              <a:latin typeface="Cambria" panose="02040503050406030204" pitchFamily="18" charset="0"/>
                            </a:rPr>
                            <a:t>1</a:t>
                          </a:r>
                          <a:endParaRPr lang="zh-CN" altLang="en-US" sz="1600" b="1">
                            <a:solidFill>
                              <a:schemeClr val="accent2">
                                <a:lumMod val="50000"/>
                              </a:schemeClr>
                            </a:solidFill>
                            <a:latin typeface="Cambria" panose="02040503050406030204" pitchFamily="18" charset="0"/>
                          </a:endParaRPr>
                        </a:p>
                      </a:txBody>
                      <a:tcPr>
                        <a:lnL w="6350" cap="flat" cmpd="sng" algn="ctr">
                          <a:solidFill>
                            <a:schemeClr val="accent2">
                              <a:lumMod val="60000"/>
                              <a:lumOff val="40000"/>
                            </a:schemeClr>
                          </a:solidFill>
                          <a:prstDash val="solid"/>
                          <a:round/>
                          <a:headEnd type="none" w="med" len="med"/>
                          <a:tailEnd type="none" w="med" len="med"/>
                        </a:lnL>
                        <a:lnR w="6350" cap="flat" cmpd="sng" algn="ctr">
                          <a:solidFill>
                            <a:schemeClr val="accent2">
                              <a:lumMod val="60000"/>
                              <a:lumOff val="40000"/>
                            </a:schemeClr>
                          </a:solidFill>
                          <a:prstDash val="solid"/>
                          <a:round/>
                          <a:headEnd type="none" w="med" len="med"/>
                          <a:tailEnd type="none" w="med" len="med"/>
                        </a:lnR>
                        <a:lnT w="6350" cap="flat" cmpd="sng" algn="ctr">
                          <a:solidFill>
                            <a:schemeClr val="accent2">
                              <a:lumMod val="60000"/>
                              <a:lumOff val="40000"/>
                            </a:schemeClr>
                          </a:solidFill>
                          <a:prstDash val="solid"/>
                          <a:round/>
                          <a:headEnd type="none" w="med" len="med"/>
                          <a:tailEnd type="none" w="med" len="med"/>
                        </a:lnT>
                        <a:lnB w="6350" cap="flat" cmpd="sng" algn="ctr">
                          <a:solidFill>
                            <a:schemeClr val="accent2">
                              <a:lumMod val="60000"/>
                              <a:lumOff val="40000"/>
                            </a:schemeClr>
                          </a:solidFill>
                          <a:prstDash val="solid"/>
                          <a:round/>
                          <a:headEnd type="none" w="med" len="med"/>
                          <a:tailEnd type="none" w="med" len="med"/>
                        </a:lnB>
                        <a:solidFill>
                          <a:schemeClr val="accent4">
                            <a:lumMod val="20000"/>
                            <a:lumOff val="80000"/>
                            <a:alpha val="50000"/>
                          </a:schemeClr>
                        </a:solidFill>
                      </a:tcPr>
                    </a:tc>
                    <a:tc>
                      <a:txBody>
                        <a:bodyPr/>
                        <a:lstStyle/>
                        <a:p>
                          <a:pPr algn="ctr"/>
                          <a:r>
                            <a:rPr lang="en-US" altLang="zh-CN" sz="1600" b="1">
                              <a:solidFill>
                                <a:schemeClr val="accent2">
                                  <a:lumMod val="50000"/>
                                </a:schemeClr>
                              </a:solidFill>
                              <a:latin typeface="Cambria" panose="02040503050406030204" pitchFamily="18" charset="0"/>
                            </a:rPr>
                            <a:t>1</a:t>
                          </a:r>
                          <a:endParaRPr lang="zh-CN" altLang="en-US" sz="1600" b="1">
                            <a:solidFill>
                              <a:schemeClr val="accent2">
                                <a:lumMod val="50000"/>
                              </a:schemeClr>
                            </a:solidFill>
                            <a:latin typeface="Cambria" panose="02040503050406030204" pitchFamily="18" charset="0"/>
                          </a:endParaRPr>
                        </a:p>
                      </a:txBody>
                      <a:tcPr>
                        <a:lnL w="6350" cap="flat" cmpd="sng" algn="ctr">
                          <a:solidFill>
                            <a:schemeClr val="accent2">
                              <a:lumMod val="60000"/>
                              <a:lumOff val="40000"/>
                            </a:schemeClr>
                          </a:solidFill>
                          <a:prstDash val="solid"/>
                          <a:round/>
                          <a:headEnd type="none" w="med" len="med"/>
                          <a:tailEnd type="none" w="med" len="med"/>
                        </a:lnL>
                        <a:lnR w="6350" cap="flat" cmpd="sng" algn="ctr">
                          <a:solidFill>
                            <a:schemeClr val="accent2">
                              <a:lumMod val="60000"/>
                              <a:lumOff val="40000"/>
                            </a:schemeClr>
                          </a:solidFill>
                          <a:prstDash val="solid"/>
                          <a:round/>
                          <a:headEnd type="none" w="med" len="med"/>
                          <a:tailEnd type="none" w="med" len="med"/>
                        </a:lnR>
                        <a:lnT w="6350" cap="flat" cmpd="sng" algn="ctr">
                          <a:solidFill>
                            <a:schemeClr val="accent2">
                              <a:lumMod val="60000"/>
                              <a:lumOff val="40000"/>
                            </a:schemeClr>
                          </a:solidFill>
                          <a:prstDash val="solid"/>
                          <a:round/>
                          <a:headEnd type="none" w="med" len="med"/>
                          <a:tailEnd type="none" w="med" len="med"/>
                        </a:lnT>
                        <a:lnB w="6350" cap="flat" cmpd="sng" algn="ctr">
                          <a:solidFill>
                            <a:schemeClr val="accent2">
                              <a:lumMod val="60000"/>
                              <a:lumOff val="40000"/>
                            </a:schemeClr>
                          </a:solidFill>
                          <a:prstDash val="solid"/>
                          <a:round/>
                          <a:headEnd type="none" w="med" len="med"/>
                          <a:tailEnd type="none" w="med" len="med"/>
                        </a:lnB>
                        <a:solidFill>
                          <a:schemeClr val="accent4">
                            <a:lumMod val="20000"/>
                            <a:lumOff val="80000"/>
                            <a:alpha val="50000"/>
                          </a:schemeClr>
                        </a:solidFill>
                      </a:tcPr>
                    </a:tc>
                    <a:tc>
                      <a:txBody>
                        <a:bodyPr/>
                        <a:lstStyle/>
                        <a:p>
                          <a:pPr algn="ctr"/>
                          <a:r>
                            <a:rPr lang="en-US" altLang="zh-CN" sz="1600" b="1">
                              <a:solidFill>
                                <a:schemeClr val="accent2">
                                  <a:lumMod val="50000"/>
                                </a:schemeClr>
                              </a:solidFill>
                              <a:latin typeface="Cambria" panose="02040503050406030204" pitchFamily="18" charset="0"/>
                            </a:rPr>
                            <a:t>1</a:t>
                          </a:r>
                          <a:endParaRPr lang="zh-CN" altLang="en-US" sz="1600" b="1">
                            <a:solidFill>
                              <a:schemeClr val="accent2">
                                <a:lumMod val="50000"/>
                              </a:schemeClr>
                            </a:solidFill>
                            <a:latin typeface="Cambria" panose="02040503050406030204" pitchFamily="18" charset="0"/>
                          </a:endParaRPr>
                        </a:p>
                      </a:txBody>
                      <a:tcPr>
                        <a:lnL w="6350" cap="flat" cmpd="sng" algn="ctr">
                          <a:solidFill>
                            <a:schemeClr val="accent2">
                              <a:lumMod val="60000"/>
                              <a:lumOff val="40000"/>
                            </a:schemeClr>
                          </a:solidFill>
                          <a:prstDash val="solid"/>
                          <a:round/>
                          <a:headEnd type="none" w="med" len="med"/>
                          <a:tailEnd type="none" w="med" len="med"/>
                        </a:lnL>
                        <a:lnT w="6350" cap="flat" cmpd="sng" algn="ctr">
                          <a:solidFill>
                            <a:schemeClr val="accent2">
                              <a:lumMod val="60000"/>
                              <a:lumOff val="40000"/>
                            </a:schemeClr>
                          </a:solidFill>
                          <a:prstDash val="solid"/>
                          <a:round/>
                          <a:headEnd type="none" w="med" len="med"/>
                          <a:tailEnd type="none" w="med" len="med"/>
                        </a:lnT>
                        <a:lnB w="6350" cap="flat" cmpd="sng" algn="ctr">
                          <a:solidFill>
                            <a:schemeClr val="accent2">
                              <a:lumMod val="60000"/>
                              <a:lumOff val="40000"/>
                            </a:schemeClr>
                          </a:solidFill>
                          <a:prstDash val="solid"/>
                          <a:round/>
                          <a:headEnd type="none" w="med" len="med"/>
                          <a:tailEnd type="none" w="med" len="med"/>
                        </a:lnB>
                        <a:solidFill>
                          <a:schemeClr val="accent4">
                            <a:lumMod val="20000"/>
                            <a:lumOff val="80000"/>
                            <a:alpha val="50000"/>
                          </a:schemeClr>
                        </a:solidFill>
                      </a:tcPr>
                    </a:tc>
                    <a:extLst>
                      <a:ext uri="{0D108BD9-81ED-4DB2-BD59-A6C34878D82A}">
                        <a16:rowId xmlns:a16="http://schemas.microsoft.com/office/drawing/2014/main" val="4200598949"/>
                      </a:ext>
                    </a:extLst>
                  </a:tr>
                  <a:tr h="335280">
                    <a:tc>
                      <a:txBody>
                        <a:bodyPr/>
                        <a:lstStyle/>
                        <a:p>
                          <a:pPr algn="ctr"/>
                          <a:r>
                            <a:rPr lang="en-US" altLang="zh-CN" sz="1600" b="1">
                              <a:solidFill>
                                <a:schemeClr val="accent6">
                                  <a:lumMod val="50000"/>
                                </a:schemeClr>
                              </a:solidFill>
                              <a:latin typeface="Cambria" panose="02040503050406030204" pitchFamily="18" charset="0"/>
                              <a:ea typeface="Cambria" panose="02040503050406030204" pitchFamily="18" charset="0"/>
                            </a:rPr>
                            <a:t>0</a:t>
                          </a:r>
                          <a:endParaRPr lang="zh-CN" altLang="en-US" sz="1600" b="1">
                            <a:solidFill>
                              <a:schemeClr val="accent6">
                                <a:lumMod val="50000"/>
                              </a:schemeClr>
                            </a:solidFill>
                            <a:latin typeface="Cambria" panose="02040503050406030204" pitchFamily="18" charset="0"/>
                          </a:endParaRPr>
                        </a:p>
                      </a:txBody>
                      <a:tcPr>
                        <a:lnR w="6350" cap="flat" cmpd="sng" algn="ctr">
                          <a:solidFill>
                            <a:schemeClr val="accent2">
                              <a:lumMod val="60000"/>
                              <a:lumOff val="40000"/>
                            </a:schemeClr>
                          </a:solidFill>
                          <a:prstDash val="solid"/>
                          <a:round/>
                          <a:headEnd type="none" w="med" len="med"/>
                          <a:tailEnd type="none" w="med" len="med"/>
                        </a:lnR>
                        <a:lnT w="6350" cap="flat" cmpd="sng" algn="ctr">
                          <a:solidFill>
                            <a:schemeClr val="accent2">
                              <a:lumMod val="60000"/>
                              <a:lumOff val="40000"/>
                            </a:schemeClr>
                          </a:solidFill>
                          <a:prstDash val="solid"/>
                          <a:round/>
                          <a:headEnd type="none" w="med" len="med"/>
                          <a:tailEnd type="none" w="med" len="med"/>
                        </a:lnT>
                        <a:lnB w="6350" cap="flat" cmpd="sng" algn="ctr">
                          <a:solidFill>
                            <a:schemeClr val="accent2">
                              <a:lumMod val="60000"/>
                              <a:lumOff val="40000"/>
                            </a:schemeClr>
                          </a:solidFill>
                          <a:prstDash val="solid"/>
                          <a:round/>
                          <a:headEnd type="none" w="med" len="med"/>
                          <a:tailEnd type="none" w="med" len="med"/>
                        </a:lnB>
                        <a:solidFill>
                          <a:schemeClr val="accent4">
                            <a:lumMod val="20000"/>
                            <a:lumOff val="80000"/>
                            <a:alpha val="50000"/>
                          </a:schemeClr>
                        </a:solidFill>
                      </a:tcPr>
                    </a:tc>
                    <a:tc>
                      <a:txBody>
                        <a:bodyPr/>
                        <a:lstStyle/>
                        <a:p>
                          <a:pPr algn="ctr"/>
                          <a:r>
                            <a:rPr lang="en-US" altLang="zh-CN" sz="1600" b="1">
                              <a:solidFill>
                                <a:schemeClr val="accent6">
                                  <a:lumMod val="50000"/>
                                </a:schemeClr>
                              </a:solidFill>
                              <a:latin typeface="Cambria" panose="02040503050406030204" pitchFamily="18" charset="0"/>
                              <a:ea typeface="Cambria" panose="02040503050406030204" pitchFamily="18" charset="0"/>
                            </a:rPr>
                            <a:t>1</a:t>
                          </a:r>
                          <a:endParaRPr lang="zh-CN" altLang="en-US" sz="1600" b="1">
                            <a:solidFill>
                              <a:schemeClr val="accent6">
                                <a:lumMod val="50000"/>
                              </a:schemeClr>
                            </a:solidFill>
                            <a:latin typeface="Cambria" panose="02040503050406030204" pitchFamily="18" charset="0"/>
                          </a:endParaRPr>
                        </a:p>
                      </a:txBody>
                      <a:tcPr>
                        <a:lnL w="6350" cap="flat" cmpd="sng" algn="ctr">
                          <a:solidFill>
                            <a:schemeClr val="accent2">
                              <a:lumMod val="60000"/>
                              <a:lumOff val="40000"/>
                            </a:schemeClr>
                          </a:solidFill>
                          <a:prstDash val="solid"/>
                          <a:round/>
                          <a:headEnd type="none" w="med" len="med"/>
                          <a:tailEnd type="none" w="med" len="med"/>
                        </a:lnL>
                        <a:lnR w="6350" cap="flat" cmpd="sng" algn="ctr">
                          <a:solidFill>
                            <a:schemeClr val="accent2">
                              <a:lumMod val="60000"/>
                              <a:lumOff val="40000"/>
                            </a:schemeClr>
                          </a:solidFill>
                          <a:prstDash val="solid"/>
                          <a:round/>
                          <a:headEnd type="none" w="med" len="med"/>
                          <a:tailEnd type="none" w="med" len="med"/>
                        </a:lnR>
                        <a:lnT w="6350" cap="flat" cmpd="sng" algn="ctr">
                          <a:solidFill>
                            <a:schemeClr val="accent2">
                              <a:lumMod val="60000"/>
                              <a:lumOff val="40000"/>
                            </a:schemeClr>
                          </a:solidFill>
                          <a:prstDash val="solid"/>
                          <a:round/>
                          <a:headEnd type="none" w="med" len="med"/>
                          <a:tailEnd type="none" w="med" len="med"/>
                        </a:lnT>
                        <a:lnB w="6350" cap="flat" cmpd="sng" algn="ctr">
                          <a:solidFill>
                            <a:schemeClr val="accent2">
                              <a:lumMod val="60000"/>
                              <a:lumOff val="40000"/>
                            </a:schemeClr>
                          </a:solidFill>
                          <a:prstDash val="solid"/>
                          <a:round/>
                          <a:headEnd type="none" w="med" len="med"/>
                          <a:tailEnd type="none" w="med" len="med"/>
                        </a:lnB>
                        <a:solidFill>
                          <a:schemeClr val="accent4">
                            <a:lumMod val="20000"/>
                            <a:lumOff val="80000"/>
                            <a:alpha val="50000"/>
                          </a:schemeClr>
                        </a:solidFill>
                      </a:tcPr>
                    </a:tc>
                    <a:tc>
                      <a:txBody>
                        <a:bodyPr/>
                        <a:lstStyle/>
                        <a:p>
                          <a:pPr algn="ctr"/>
                          <a:r>
                            <a:rPr lang="en-US" altLang="zh-CN" sz="1600" b="1">
                              <a:solidFill>
                                <a:schemeClr val="accent2">
                                  <a:lumMod val="50000"/>
                                </a:schemeClr>
                              </a:solidFill>
                              <a:latin typeface="Cambria" panose="02040503050406030204" pitchFamily="18" charset="0"/>
                            </a:rPr>
                            <a:t>1</a:t>
                          </a:r>
                          <a:endParaRPr lang="zh-CN" altLang="en-US" sz="1600" b="1">
                            <a:solidFill>
                              <a:schemeClr val="accent2">
                                <a:lumMod val="50000"/>
                              </a:schemeClr>
                            </a:solidFill>
                            <a:latin typeface="Cambria" panose="02040503050406030204" pitchFamily="18" charset="0"/>
                          </a:endParaRPr>
                        </a:p>
                      </a:txBody>
                      <a:tcPr>
                        <a:lnL w="6350" cap="flat" cmpd="sng" algn="ctr">
                          <a:solidFill>
                            <a:schemeClr val="accent2">
                              <a:lumMod val="60000"/>
                              <a:lumOff val="40000"/>
                            </a:schemeClr>
                          </a:solidFill>
                          <a:prstDash val="solid"/>
                          <a:round/>
                          <a:headEnd type="none" w="med" len="med"/>
                          <a:tailEnd type="none" w="med" len="med"/>
                        </a:lnL>
                        <a:lnR w="6350" cap="flat" cmpd="sng" algn="ctr">
                          <a:solidFill>
                            <a:schemeClr val="accent2">
                              <a:lumMod val="60000"/>
                              <a:lumOff val="40000"/>
                            </a:schemeClr>
                          </a:solidFill>
                          <a:prstDash val="solid"/>
                          <a:round/>
                          <a:headEnd type="none" w="med" len="med"/>
                          <a:tailEnd type="none" w="med" len="med"/>
                        </a:lnR>
                        <a:lnT w="6350" cap="flat" cmpd="sng" algn="ctr">
                          <a:solidFill>
                            <a:schemeClr val="accent2">
                              <a:lumMod val="60000"/>
                              <a:lumOff val="40000"/>
                            </a:schemeClr>
                          </a:solidFill>
                          <a:prstDash val="solid"/>
                          <a:round/>
                          <a:headEnd type="none" w="med" len="med"/>
                          <a:tailEnd type="none" w="med" len="med"/>
                        </a:lnT>
                        <a:lnB w="6350" cap="flat" cmpd="sng" algn="ctr">
                          <a:solidFill>
                            <a:schemeClr val="accent2">
                              <a:lumMod val="60000"/>
                              <a:lumOff val="40000"/>
                            </a:schemeClr>
                          </a:solidFill>
                          <a:prstDash val="solid"/>
                          <a:round/>
                          <a:headEnd type="none" w="med" len="med"/>
                          <a:tailEnd type="none" w="med" len="med"/>
                        </a:lnB>
                        <a:solidFill>
                          <a:schemeClr val="accent4">
                            <a:lumMod val="20000"/>
                            <a:lumOff val="80000"/>
                            <a:alpha val="50000"/>
                          </a:schemeClr>
                        </a:solidFill>
                      </a:tcPr>
                    </a:tc>
                    <a:tc>
                      <a:txBody>
                        <a:bodyPr/>
                        <a:lstStyle/>
                        <a:p>
                          <a:pPr algn="ctr"/>
                          <a:r>
                            <a:rPr lang="en-US" altLang="zh-CN" sz="1600" b="1">
                              <a:solidFill>
                                <a:schemeClr val="accent2">
                                  <a:lumMod val="50000"/>
                                </a:schemeClr>
                              </a:solidFill>
                              <a:latin typeface="Cambria" panose="02040503050406030204" pitchFamily="18" charset="0"/>
                            </a:rPr>
                            <a:t>0</a:t>
                          </a:r>
                          <a:endParaRPr lang="zh-CN" altLang="en-US" sz="1600" b="1">
                            <a:solidFill>
                              <a:schemeClr val="accent2">
                                <a:lumMod val="50000"/>
                              </a:schemeClr>
                            </a:solidFill>
                            <a:latin typeface="Cambria" panose="02040503050406030204" pitchFamily="18" charset="0"/>
                          </a:endParaRPr>
                        </a:p>
                      </a:txBody>
                      <a:tcPr>
                        <a:lnL w="6350" cap="flat" cmpd="sng" algn="ctr">
                          <a:solidFill>
                            <a:schemeClr val="accent2">
                              <a:lumMod val="60000"/>
                              <a:lumOff val="40000"/>
                            </a:schemeClr>
                          </a:solidFill>
                          <a:prstDash val="solid"/>
                          <a:round/>
                          <a:headEnd type="none" w="med" len="med"/>
                          <a:tailEnd type="none" w="med" len="med"/>
                        </a:lnL>
                        <a:lnR w="6350" cap="flat" cmpd="sng" algn="ctr">
                          <a:solidFill>
                            <a:schemeClr val="accent2">
                              <a:lumMod val="60000"/>
                              <a:lumOff val="40000"/>
                            </a:schemeClr>
                          </a:solidFill>
                          <a:prstDash val="solid"/>
                          <a:round/>
                          <a:headEnd type="none" w="med" len="med"/>
                          <a:tailEnd type="none" w="med" len="med"/>
                        </a:lnR>
                        <a:lnT w="6350" cap="flat" cmpd="sng" algn="ctr">
                          <a:solidFill>
                            <a:schemeClr val="accent2">
                              <a:lumMod val="60000"/>
                              <a:lumOff val="40000"/>
                            </a:schemeClr>
                          </a:solidFill>
                          <a:prstDash val="solid"/>
                          <a:round/>
                          <a:headEnd type="none" w="med" len="med"/>
                          <a:tailEnd type="none" w="med" len="med"/>
                        </a:lnT>
                        <a:lnB w="6350" cap="flat" cmpd="sng" algn="ctr">
                          <a:solidFill>
                            <a:schemeClr val="accent2">
                              <a:lumMod val="60000"/>
                              <a:lumOff val="40000"/>
                            </a:schemeClr>
                          </a:solidFill>
                          <a:prstDash val="solid"/>
                          <a:round/>
                          <a:headEnd type="none" w="med" len="med"/>
                          <a:tailEnd type="none" w="med" len="med"/>
                        </a:lnB>
                        <a:solidFill>
                          <a:schemeClr val="accent4">
                            <a:lumMod val="20000"/>
                            <a:lumOff val="80000"/>
                            <a:alpha val="50000"/>
                          </a:schemeClr>
                        </a:solidFill>
                      </a:tcPr>
                    </a:tc>
                    <a:tc>
                      <a:txBody>
                        <a:bodyPr/>
                        <a:lstStyle/>
                        <a:p>
                          <a:pPr algn="ctr"/>
                          <a:r>
                            <a:rPr lang="en-US" altLang="zh-CN" sz="1600" b="1">
                              <a:solidFill>
                                <a:schemeClr val="accent2">
                                  <a:lumMod val="50000"/>
                                </a:schemeClr>
                              </a:solidFill>
                              <a:latin typeface="Cambria" panose="02040503050406030204" pitchFamily="18" charset="0"/>
                            </a:rPr>
                            <a:t>1</a:t>
                          </a:r>
                          <a:endParaRPr lang="zh-CN" altLang="en-US" sz="1600" b="1">
                            <a:solidFill>
                              <a:schemeClr val="accent2">
                                <a:lumMod val="50000"/>
                              </a:schemeClr>
                            </a:solidFill>
                            <a:latin typeface="Cambria" panose="02040503050406030204" pitchFamily="18" charset="0"/>
                          </a:endParaRPr>
                        </a:p>
                      </a:txBody>
                      <a:tcPr>
                        <a:lnL w="6350" cap="flat" cmpd="sng" algn="ctr">
                          <a:solidFill>
                            <a:schemeClr val="accent2">
                              <a:lumMod val="60000"/>
                              <a:lumOff val="40000"/>
                            </a:schemeClr>
                          </a:solidFill>
                          <a:prstDash val="solid"/>
                          <a:round/>
                          <a:headEnd type="none" w="med" len="med"/>
                          <a:tailEnd type="none" w="med" len="med"/>
                        </a:lnL>
                        <a:lnR w="6350" cap="flat" cmpd="sng" algn="ctr">
                          <a:solidFill>
                            <a:schemeClr val="accent2">
                              <a:lumMod val="60000"/>
                              <a:lumOff val="40000"/>
                            </a:schemeClr>
                          </a:solidFill>
                          <a:prstDash val="solid"/>
                          <a:round/>
                          <a:headEnd type="none" w="med" len="med"/>
                          <a:tailEnd type="none" w="med" len="med"/>
                        </a:lnR>
                        <a:lnT w="6350" cap="flat" cmpd="sng" algn="ctr">
                          <a:solidFill>
                            <a:schemeClr val="accent2">
                              <a:lumMod val="60000"/>
                              <a:lumOff val="40000"/>
                            </a:schemeClr>
                          </a:solidFill>
                          <a:prstDash val="solid"/>
                          <a:round/>
                          <a:headEnd type="none" w="med" len="med"/>
                          <a:tailEnd type="none" w="med" len="med"/>
                        </a:lnT>
                        <a:lnB w="6350" cap="flat" cmpd="sng" algn="ctr">
                          <a:solidFill>
                            <a:schemeClr val="accent2">
                              <a:lumMod val="60000"/>
                              <a:lumOff val="40000"/>
                            </a:schemeClr>
                          </a:solidFill>
                          <a:prstDash val="solid"/>
                          <a:round/>
                          <a:headEnd type="none" w="med" len="med"/>
                          <a:tailEnd type="none" w="med" len="med"/>
                        </a:lnB>
                        <a:solidFill>
                          <a:schemeClr val="accent4">
                            <a:lumMod val="20000"/>
                            <a:lumOff val="80000"/>
                            <a:alpha val="50000"/>
                          </a:schemeClr>
                        </a:solidFill>
                      </a:tcPr>
                    </a:tc>
                    <a:tc>
                      <a:txBody>
                        <a:bodyPr/>
                        <a:lstStyle/>
                        <a:p>
                          <a:pPr algn="ctr"/>
                          <a:r>
                            <a:rPr lang="en-US" altLang="zh-CN" sz="1600" b="1">
                              <a:solidFill>
                                <a:schemeClr val="accent2">
                                  <a:lumMod val="50000"/>
                                </a:schemeClr>
                              </a:solidFill>
                              <a:latin typeface="Cambria" panose="02040503050406030204" pitchFamily="18" charset="0"/>
                            </a:rPr>
                            <a:t>0</a:t>
                          </a:r>
                          <a:endParaRPr lang="zh-CN" altLang="en-US" sz="1600" b="1">
                            <a:solidFill>
                              <a:schemeClr val="accent2">
                                <a:lumMod val="50000"/>
                              </a:schemeClr>
                            </a:solidFill>
                            <a:latin typeface="Cambria" panose="02040503050406030204" pitchFamily="18" charset="0"/>
                          </a:endParaRPr>
                        </a:p>
                      </a:txBody>
                      <a:tcPr>
                        <a:lnL w="6350" cap="flat" cmpd="sng" algn="ctr">
                          <a:solidFill>
                            <a:schemeClr val="accent2">
                              <a:lumMod val="60000"/>
                              <a:lumOff val="40000"/>
                            </a:schemeClr>
                          </a:solidFill>
                          <a:prstDash val="solid"/>
                          <a:round/>
                          <a:headEnd type="none" w="med" len="med"/>
                          <a:tailEnd type="none" w="med" len="med"/>
                        </a:lnL>
                        <a:lnR w="6350" cap="flat" cmpd="sng" algn="ctr">
                          <a:solidFill>
                            <a:schemeClr val="accent2">
                              <a:lumMod val="60000"/>
                              <a:lumOff val="40000"/>
                            </a:schemeClr>
                          </a:solidFill>
                          <a:prstDash val="solid"/>
                          <a:round/>
                          <a:headEnd type="none" w="med" len="med"/>
                          <a:tailEnd type="none" w="med" len="med"/>
                        </a:lnR>
                        <a:lnT w="6350" cap="flat" cmpd="sng" algn="ctr">
                          <a:solidFill>
                            <a:schemeClr val="accent2">
                              <a:lumMod val="60000"/>
                              <a:lumOff val="40000"/>
                            </a:schemeClr>
                          </a:solidFill>
                          <a:prstDash val="solid"/>
                          <a:round/>
                          <a:headEnd type="none" w="med" len="med"/>
                          <a:tailEnd type="none" w="med" len="med"/>
                        </a:lnT>
                        <a:lnB w="6350" cap="flat" cmpd="sng" algn="ctr">
                          <a:solidFill>
                            <a:schemeClr val="accent2">
                              <a:lumMod val="60000"/>
                              <a:lumOff val="40000"/>
                            </a:schemeClr>
                          </a:solidFill>
                          <a:prstDash val="solid"/>
                          <a:round/>
                          <a:headEnd type="none" w="med" len="med"/>
                          <a:tailEnd type="none" w="med" len="med"/>
                        </a:lnB>
                        <a:solidFill>
                          <a:schemeClr val="accent4">
                            <a:lumMod val="20000"/>
                            <a:lumOff val="80000"/>
                            <a:alpha val="50000"/>
                          </a:schemeClr>
                        </a:solidFill>
                      </a:tcPr>
                    </a:tc>
                    <a:tc>
                      <a:txBody>
                        <a:bodyPr/>
                        <a:lstStyle/>
                        <a:p>
                          <a:pPr algn="ctr"/>
                          <a:r>
                            <a:rPr lang="en-US" altLang="zh-CN" sz="1600" b="1">
                              <a:solidFill>
                                <a:schemeClr val="accent2">
                                  <a:lumMod val="50000"/>
                                </a:schemeClr>
                              </a:solidFill>
                              <a:latin typeface="Cambria" panose="02040503050406030204" pitchFamily="18" charset="0"/>
                            </a:rPr>
                            <a:t>0</a:t>
                          </a:r>
                          <a:endParaRPr lang="zh-CN" altLang="en-US" sz="1600" b="1">
                            <a:solidFill>
                              <a:schemeClr val="accent2">
                                <a:lumMod val="50000"/>
                              </a:schemeClr>
                            </a:solidFill>
                            <a:latin typeface="Cambria" panose="02040503050406030204" pitchFamily="18" charset="0"/>
                          </a:endParaRPr>
                        </a:p>
                      </a:txBody>
                      <a:tcPr>
                        <a:lnL w="6350" cap="flat" cmpd="sng" algn="ctr">
                          <a:solidFill>
                            <a:schemeClr val="accent2">
                              <a:lumMod val="60000"/>
                              <a:lumOff val="40000"/>
                            </a:schemeClr>
                          </a:solidFill>
                          <a:prstDash val="solid"/>
                          <a:round/>
                          <a:headEnd type="none" w="med" len="med"/>
                          <a:tailEnd type="none" w="med" len="med"/>
                        </a:lnL>
                        <a:lnR w="6350" cap="flat" cmpd="sng" algn="ctr">
                          <a:solidFill>
                            <a:schemeClr val="accent2">
                              <a:lumMod val="60000"/>
                              <a:lumOff val="40000"/>
                            </a:schemeClr>
                          </a:solidFill>
                          <a:prstDash val="solid"/>
                          <a:round/>
                          <a:headEnd type="none" w="med" len="med"/>
                          <a:tailEnd type="none" w="med" len="med"/>
                        </a:lnR>
                        <a:lnT w="6350" cap="flat" cmpd="sng" algn="ctr">
                          <a:solidFill>
                            <a:schemeClr val="accent2">
                              <a:lumMod val="60000"/>
                              <a:lumOff val="40000"/>
                            </a:schemeClr>
                          </a:solidFill>
                          <a:prstDash val="solid"/>
                          <a:round/>
                          <a:headEnd type="none" w="med" len="med"/>
                          <a:tailEnd type="none" w="med" len="med"/>
                        </a:lnT>
                        <a:lnB w="6350" cap="flat" cmpd="sng" algn="ctr">
                          <a:solidFill>
                            <a:schemeClr val="accent2">
                              <a:lumMod val="60000"/>
                              <a:lumOff val="40000"/>
                            </a:schemeClr>
                          </a:solidFill>
                          <a:prstDash val="solid"/>
                          <a:round/>
                          <a:headEnd type="none" w="med" len="med"/>
                          <a:tailEnd type="none" w="med" len="med"/>
                        </a:lnB>
                        <a:solidFill>
                          <a:schemeClr val="accent4">
                            <a:lumMod val="20000"/>
                            <a:lumOff val="80000"/>
                            <a:alpha val="50000"/>
                          </a:schemeClr>
                        </a:solidFill>
                      </a:tcPr>
                    </a:tc>
                    <a:tc>
                      <a:txBody>
                        <a:bodyPr/>
                        <a:lstStyle/>
                        <a:p>
                          <a:pPr algn="ctr"/>
                          <a:r>
                            <a:rPr lang="en-US" altLang="zh-CN" sz="1600" b="1">
                              <a:solidFill>
                                <a:schemeClr val="accent2">
                                  <a:lumMod val="50000"/>
                                </a:schemeClr>
                              </a:solidFill>
                              <a:latin typeface="Cambria" panose="02040503050406030204" pitchFamily="18" charset="0"/>
                            </a:rPr>
                            <a:t>1</a:t>
                          </a:r>
                          <a:endParaRPr lang="zh-CN" altLang="en-US" sz="1600" b="1">
                            <a:solidFill>
                              <a:schemeClr val="accent2">
                                <a:lumMod val="50000"/>
                              </a:schemeClr>
                            </a:solidFill>
                            <a:latin typeface="Cambria" panose="02040503050406030204" pitchFamily="18" charset="0"/>
                          </a:endParaRPr>
                        </a:p>
                      </a:txBody>
                      <a:tcPr>
                        <a:lnL w="6350" cap="flat" cmpd="sng" algn="ctr">
                          <a:solidFill>
                            <a:schemeClr val="accent2">
                              <a:lumMod val="60000"/>
                              <a:lumOff val="40000"/>
                            </a:schemeClr>
                          </a:solidFill>
                          <a:prstDash val="solid"/>
                          <a:round/>
                          <a:headEnd type="none" w="med" len="med"/>
                          <a:tailEnd type="none" w="med" len="med"/>
                        </a:lnL>
                        <a:lnT w="6350" cap="flat" cmpd="sng" algn="ctr">
                          <a:solidFill>
                            <a:schemeClr val="accent2">
                              <a:lumMod val="60000"/>
                              <a:lumOff val="40000"/>
                            </a:schemeClr>
                          </a:solidFill>
                          <a:prstDash val="solid"/>
                          <a:round/>
                          <a:headEnd type="none" w="med" len="med"/>
                          <a:tailEnd type="none" w="med" len="med"/>
                        </a:lnT>
                        <a:lnB w="6350" cap="flat" cmpd="sng" algn="ctr">
                          <a:solidFill>
                            <a:schemeClr val="accent2">
                              <a:lumMod val="60000"/>
                              <a:lumOff val="40000"/>
                            </a:schemeClr>
                          </a:solidFill>
                          <a:prstDash val="solid"/>
                          <a:round/>
                          <a:headEnd type="none" w="med" len="med"/>
                          <a:tailEnd type="none" w="med" len="med"/>
                        </a:lnB>
                        <a:solidFill>
                          <a:schemeClr val="accent4">
                            <a:lumMod val="20000"/>
                            <a:lumOff val="80000"/>
                            <a:alpha val="50000"/>
                          </a:schemeClr>
                        </a:solidFill>
                      </a:tcPr>
                    </a:tc>
                    <a:extLst>
                      <a:ext uri="{0D108BD9-81ED-4DB2-BD59-A6C34878D82A}">
                        <a16:rowId xmlns:a16="http://schemas.microsoft.com/office/drawing/2014/main" val="1542408812"/>
                      </a:ext>
                    </a:extLst>
                  </a:tr>
                  <a:tr h="335280">
                    <a:tc>
                      <a:txBody>
                        <a:bodyPr/>
                        <a:lstStyle/>
                        <a:p>
                          <a:pPr algn="ctr"/>
                          <a:r>
                            <a:rPr lang="en-US" altLang="zh-CN" sz="1600" b="1">
                              <a:solidFill>
                                <a:schemeClr val="accent6">
                                  <a:lumMod val="50000"/>
                                </a:schemeClr>
                              </a:solidFill>
                              <a:latin typeface="Cambria" panose="02040503050406030204" pitchFamily="18" charset="0"/>
                              <a:ea typeface="Cambria" panose="02040503050406030204" pitchFamily="18" charset="0"/>
                            </a:rPr>
                            <a:t>1</a:t>
                          </a:r>
                          <a:endParaRPr lang="zh-CN" altLang="en-US" sz="1600" b="1">
                            <a:solidFill>
                              <a:schemeClr val="accent6">
                                <a:lumMod val="50000"/>
                              </a:schemeClr>
                            </a:solidFill>
                            <a:latin typeface="Cambria" panose="02040503050406030204" pitchFamily="18" charset="0"/>
                          </a:endParaRPr>
                        </a:p>
                      </a:txBody>
                      <a:tcPr>
                        <a:lnR w="6350" cap="flat" cmpd="sng" algn="ctr">
                          <a:solidFill>
                            <a:schemeClr val="accent2">
                              <a:lumMod val="60000"/>
                              <a:lumOff val="40000"/>
                            </a:schemeClr>
                          </a:solidFill>
                          <a:prstDash val="solid"/>
                          <a:round/>
                          <a:headEnd type="none" w="med" len="med"/>
                          <a:tailEnd type="none" w="med" len="med"/>
                        </a:lnR>
                        <a:lnT w="6350" cap="flat" cmpd="sng" algn="ctr">
                          <a:solidFill>
                            <a:schemeClr val="accent2">
                              <a:lumMod val="60000"/>
                              <a:lumOff val="40000"/>
                            </a:schemeClr>
                          </a:solidFill>
                          <a:prstDash val="solid"/>
                          <a:round/>
                          <a:headEnd type="none" w="med" len="med"/>
                          <a:tailEnd type="none" w="med" len="med"/>
                        </a:lnT>
                        <a:lnB w="6350" cap="flat" cmpd="sng" algn="ctr">
                          <a:solidFill>
                            <a:schemeClr val="accent2">
                              <a:lumMod val="60000"/>
                              <a:lumOff val="40000"/>
                            </a:schemeClr>
                          </a:solidFill>
                          <a:prstDash val="solid"/>
                          <a:round/>
                          <a:headEnd type="none" w="med" len="med"/>
                          <a:tailEnd type="none" w="med" len="med"/>
                        </a:lnB>
                        <a:solidFill>
                          <a:schemeClr val="accent4">
                            <a:lumMod val="20000"/>
                            <a:lumOff val="80000"/>
                            <a:alpha val="50000"/>
                          </a:schemeClr>
                        </a:solidFill>
                      </a:tcPr>
                    </a:tc>
                    <a:tc>
                      <a:txBody>
                        <a:bodyPr/>
                        <a:lstStyle/>
                        <a:p>
                          <a:pPr algn="ctr"/>
                          <a:r>
                            <a:rPr lang="en-US" altLang="zh-CN" sz="1600" b="1">
                              <a:solidFill>
                                <a:schemeClr val="accent6">
                                  <a:lumMod val="50000"/>
                                </a:schemeClr>
                              </a:solidFill>
                              <a:latin typeface="Cambria" panose="02040503050406030204" pitchFamily="18" charset="0"/>
                              <a:ea typeface="Cambria" panose="02040503050406030204" pitchFamily="18" charset="0"/>
                            </a:rPr>
                            <a:t>0</a:t>
                          </a:r>
                          <a:endParaRPr lang="zh-CN" altLang="en-US" sz="1600" b="1">
                            <a:solidFill>
                              <a:schemeClr val="accent6">
                                <a:lumMod val="50000"/>
                              </a:schemeClr>
                            </a:solidFill>
                            <a:latin typeface="Cambria" panose="02040503050406030204" pitchFamily="18" charset="0"/>
                          </a:endParaRPr>
                        </a:p>
                      </a:txBody>
                      <a:tcPr>
                        <a:lnL w="6350" cap="flat" cmpd="sng" algn="ctr">
                          <a:solidFill>
                            <a:schemeClr val="accent2">
                              <a:lumMod val="60000"/>
                              <a:lumOff val="40000"/>
                            </a:schemeClr>
                          </a:solidFill>
                          <a:prstDash val="solid"/>
                          <a:round/>
                          <a:headEnd type="none" w="med" len="med"/>
                          <a:tailEnd type="none" w="med" len="med"/>
                        </a:lnL>
                        <a:lnR w="6350" cap="flat" cmpd="sng" algn="ctr">
                          <a:solidFill>
                            <a:schemeClr val="accent2">
                              <a:lumMod val="60000"/>
                              <a:lumOff val="40000"/>
                            </a:schemeClr>
                          </a:solidFill>
                          <a:prstDash val="solid"/>
                          <a:round/>
                          <a:headEnd type="none" w="med" len="med"/>
                          <a:tailEnd type="none" w="med" len="med"/>
                        </a:lnR>
                        <a:lnT w="6350" cap="flat" cmpd="sng" algn="ctr">
                          <a:solidFill>
                            <a:schemeClr val="accent2">
                              <a:lumMod val="60000"/>
                              <a:lumOff val="40000"/>
                            </a:schemeClr>
                          </a:solidFill>
                          <a:prstDash val="solid"/>
                          <a:round/>
                          <a:headEnd type="none" w="med" len="med"/>
                          <a:tailEnd type="none" w="med" len="med"/>
                        </a:lnT>
                        <a:lnB w="6350" cap="flat" cmpd="sng" algn="ctr">
                          <a:solidFill>
                            <a:schemeClr val="accent2">
                              <a:lumMod val="60000"/>
                              <a:lumOff val="40000"/>
                            </a:schemeClr>
                          </a:solidFill>
                          <a:prstDash val="solid"/>
                          <a:round/>
                          <a:headEnd type="none" w="med" len="med"/>
                          <a:tailEnd type="none" w="med" len="med"/>
                        </a:lnB>
                        <a:solidFill>
                          <a:schemeClr val="accent4">
                            <a:lumMod val="20000"/>
                            <a:lumOff val="80000"/>
                            <a:alpha val="50000"/>
                          </a:schemeClr>
                        </a:solidFill>
                      </a:tcPr>
                    </a:tc>
                    <a:tc>
                      <a:txBody>
                        <a:bodyPr/>
                        <a:lstStyle/>
                        <a:p>
                          <a:pPr algn="ctr"/>
                          <a:r>
                            <a:rPr lang="en-US" altLang="zh-CN" sz="1600" b="1">
                              <a:solidFill>
                                <a:schemeClr val="accent2">
                                  <a:lumMod val="50000"/>
                                </a:schemeClr>
                              </a:solidFill>
                              <a:latin typeface="Cambria" panose="02040503050406030204" pitchFamily="18" charset="0"/>
                            </a:rPr>
                            <a:t>1</a:t>
                          </a:r>
                          <a:endParaRPr lang="zh-CN" altLang="en-US" sz="1600" b="1">
                            <a:solidFill>
                              <a:schemeClr val="accent2">
                                <a:lumMod val="50000"/>
                              </a:schemeClr>
                            </a:solidFill>
                            <a:latin typeface="Cambria" panose="02040503050406030204" pitchFamily="18" charset="0"/>
                          </a:endParaRPr>
                        </a:p>
                      </a:txBody>
                      <a:tcPr>
                        <a:lnL w="6350" cap="flat" cmpd="sng" algn="ctr">
                          <a:solidFill>
                            <a:schemeClr val="accent2">
                              <a:lumMod val="60000"/>
                              <a:lumOff val="40000"/>
                            </a:schemeClr>
                          </a:solidFill>
                          <a:prstDash val="solid"/>
                          <a:round/>
                          <a:headEnd type="none" w="med" len="med"/>
                          <a:tailEnd type="none" w="med" len="med"/>
                        </a:lnL>
                        <a:lnR w="6350" cap="flat" cmpd="sng" algn="ctr">
                          <a:solidFill>
                            <a:schemeClr val="accent2">
                              <a:lumMod val="60000"/>
                              <a:lumOff val="40000"/>
                            </a:schemeClr>
                          </a:solidFill>
                          <a:prstDash val="solid"/>
                          <a:round/>
                          <a:headEnd type="none" w="med" len="med"/>
                          <a:tailEnd type="none" w="med" len="med"/>
                        </a:lnR>
                        <a:lnT w="6350" cap="flat" cmpd="sng" algn="ctr">
                          <a:solidFill>
                            <a:schemeClr val="accent2">
                              <a:lumMod val="60000"/>
                              <a:lumOff val="40000"/>
                            </a:schemeClr>
                          </a:solidFill>
                          <a:prstDash val="solid"/>
                          <a:round/>
                          <a:headEnd type="none" w="med" len="med"/>
                          <a:tailEnd type="none" w="med" len="med"/>
                        </a:lnT>
                        <a:lnB w="6350" cap="flat" cmpd="sng" algn="ctr">
                          <a:solidFill>
                            <a:schemeClr val="accent2">
                              <a:lumMod val="60000"/>
                              <a:lumOff val="40000"/>
                            </a:schemeClr>
                          </a:solidFill>
                          <a:prstDash val="solid"/>
                          <a:round/>
                          <a:headEnd type="none" w="med" len="med"/>
                          <a:tailEnd type="none" w="med" len="med"/>
                        </a:lnB>
                        <a:solidFill>
                          <a:schemeClr val="accent4">
                            <a:lumMod val="20000"/>
                            <a:lumOff val="80000"/>
                            <a:alpha val="50000"/>
                          </a:schemeClr>
                        </a:solidFill>
                      </a:tcPr>
                    </a:tc>
                    <a:tc>
                      <a:txBody>
                        <a:bodyPr/>
                        <a:lstStyle/>
                        <a:p>
                          <a:pPr algn="ctr"/>
                          <a:r>
                            <a:rPr lang="en-US" altLang="zh-CN" sz="1600" b="1">
                              <a:solidFill>
                                <a:schemeClr val="accent2">
                                  <a:lumMod val="50000"/>
                                </a:schemeClr>
                              </a:solidFill>
                              <a:latin typeface="Cambria" panose="02040503050406030204" pitchFamily="18" charset="0"/>
                            </a:rPr>
                            <a:t>0</a:t>
                          </a:r>
                          <a:endParaRPr lang="zh-CN" altLang="en-US" sz="1600" b="1">
                            <a:solidFill>
                              <a:schemeClr val="accent2">
                                <a:lumMod val="50000"/>
                              </a:schemeClr>
                            </a:solidFill>
                            <a:latin typeface="Cambria" panose="02040503050406030204" pitchFamily="18" charset="0"/>
                          </a:endParaRPr>
                        </a:p>
                      </a:txBody>
                      <a:tcPr>
                        <a:lnL w="6350" cap="flat" cmpd="sng" algn="ctr">
                          <a:solidFill>
                            <a:schemeClr val="accent2">
                              <a:lumMod val="60000"/>
                              <a:lumOff val="40000"/>
                            </a:schemeClr>
                          </a:solidFill>
                          <a:prstDash val="solid"/>
                          <a:round/>
                          <a:headEnd type="none" w="med" len="med"/>
                          <a:tailEnd type="none" w="med" len="med"/>
                        </a:lnL>
                        <a:lnR w="6350" cap="flat" cmpd="sng" algn="ctr">
                          <a:solidFill>
                            <a:schemeClr val="accent2">
                              <a:lumMod val="60000"/>
                              <a:lumOff val="40000"/>
                            </a:schemeClr>
                          </a:solidFill>
                          <a:prstDash val="solid"/>
                          <a:round/>
                          <a:headEnd type="none" w="med" len="med"/>
                          <a:tailEnd type="none" w="med" len="med"/>
                        </a:lnR>
                        <a:lnT w="6350" cap="flat" cmpd="sng" algn="ctr">
                          <a:solidFill>
                            <a:schemeClr val="accent2">
                              <a:lumMod val="60000"/>
                              <a:lumOff val="40000"/>
                            </a:schemeClr>
                          </a:solidFill>
                          <a:prstDash val="solid"/>
                          <a:round/>
                          <a:headEnd type="none" w="med" len="med"/>
                          <a:tailEnd type="none" w="med" len="med"/>
                        </a:lnT>
                        <a:lnB w="6350" cap="flat" cmpd="sng" algn="ctr">
                          <a:solidFill>
                            <a:schemeClr val="accent2">
                              <a:lumMod val="60000"/>
                              <a:lumOff val="40000"/>
                            </a:schemeClr>
                          </a:solidFill>
                          <a:prstDash val="solid"/>
                          <a:round/>
                          <a:headEnd type="none" w="med" len="med"/>
                          <a:tailEnd type="none" w="med" len="med"/>
                        </a:lnB>
                        <a:solidFill>
                          <a:schemeClr val="accent4">
                            <a:lumMod val="20000"/>
                            <a:lumOff val="80000"/>
                            <a:alpha val="50000"/>
                          </a:schemeClr>
                        </a:solidFill>
                      </a:tcPr>
                    </a:tc>
                    <a:tc>
                      <a:txBody>
                        <a:bodyPr/>
                        <a:lstStyle/>
                        <a:p>
                          <a:pPr algn="ctr"/>
                          <a:r>
                            <a:rPr lang="en-US" altLang="zh-CN" sz="1600" b="1">
                              <a:solidFill>
                                <a:schemeClr val="accent2">
                                  <a:lumMod val="50000"/>
                                </a:schemeClr>
                              </a:solidFill>
                              <a:latin typeface="Cambria" panose="02040503050406030204" pitchFamily="18" charset="0"/>
                            </a:rPr>
                            <a:t>0</a:t>
                          </a:r>
                          <a:endParaRPr lang="zh-CN" altLang="en-US" sz="1600" b="1">
                            <a:solidFill>
                              <a:schemeClr val="accent2">
                                <a:lumMod val="50000"/>
                              </a:schemeClr>
                            </a:solidFill>
                            <a:latin typeface="Cambria" panose="02040503050406030204" pitchFamily="18" charset="0"/>
                          </a:endParaRPr>
                        </a:p>
                      </a:txBody>
                      <a:tcPr>
                        <a:lnL w="6350" cap="flat" cmpd="sng" algn="ctr">
                          <a:solidFill>
                            <a:schemeClr val="accent2">
                              <a:lumMod val="60000"/>
                              <a:lumOff val="40000"/>
                            </a:schemeClr>
                          </a:solidFill>
                          <a:prstDash val="solid"/>
                          <a:round/>
                          <a:headEnd type="none" w="med" len="med"/>
                          <a:tailEnd type="none" w="med" len="med"/>
                        </a:lnL>
                        <a:lnR w="6350" cap="flat" cmpd="sng" algn="ctr">
                          <a:solidFill>
                            <a:schemeClr val="accent2">
                              <a:lumMod val="60000"/>
                              <a:lumOff val="40000"/>
                            </a:schemeClr>
                          </a:solidFill>
                          <a:prstDash val="solid"/>
                          <a:round/>
                          <a:headEnd type="none" w="med" len="med"/>
                          <a:tailEnd type="none" w="med" len="med"/>
                        </a:lnR>
                        <a:lnT w="6350" cap="flat" cmpd="sng" algn="ctr">
                          <a:solidFill>
                            <a:schemeClr val="accent2">
                              <a:lumMod val="60000"/>
                              <a:lumOff val="40000"/>
                            </a:schemeClr>
                          </a:solidFill>
                          <a:prstDash val="solid"/>
                          <a:round/>
                          <a:headEnd type="none" w="med" len="med"/>
                          <a:tailEnd type="none" w="med" len="med"/>
                        </a:lnT>
                        <a:lnB w="6350" cap="flat" cmpd="sng" algn="ctr">
                          <a:solidFill>
                            <a:schemeClr val="accent2">
                              <a:lumMod val="60000"/>
                              <a:lumOff val="40000"/>
                            </a:schemeClr>
                          </a:solidFill>
                          <a:prstDash val="solid"/>
                          <a:round/>
                          <a:headEnd type="none" w="med" len="med"/>
                          <a:tailEnd type="none" w="med" len="med"/>
                        </a:lnB>
                        <a:solidFill>
                          <a:schemeClr val="accent4">
                            <a:lumMod val="20000"/>
                            <a:lumOff val="80000"/>
                            <a:alpha val="50000"/>
                          </a:schemeClr>
                        </a:solidFill>
                      </a:tcPr>
                    </a:tc>
                    <a:tc>
                      <a:txBody>
                        <a:bodyPr/>
                        <a:lstStyle/>
                        <a:p>
                          <a:pPr algn="ctr"/>
                          <a:r>
                            <a:rPr lang="en-US" altLang="zh-CN" sz="1600" b="1">
                              <a:solidFill>
                                <a:schemeClr val="accent2">
                                  <a:lumMod val="50000"/>
                                </a:schemeClr>
                              </a:solidFill>
                              <a:latin typeface="Cambria" panose="02040503050406030204" pitchFamily="18" charset="0"/>
                            </a:rPr>
                            <a:t>1</a:t>
                          </a:r>
                          <a:endParaRPr lang="zh-CN" altLang="en-US" sz="1600" b="1">
                            <a:solidFill>
                              <a:schemeClr val="accent2">
                                <a:lumMod val="50000"/>
                              </a:schemeClr>
                            </a:solidFill>
                            <a:latin typeface="Cambria" panose="02040503050406030204" pitchFamily="18" charset="0"/>
                          </a:endParaRPr>
                        </a:p>
                      </a:txBody>
                      <a:tcPr>
                        <a:lnL w="6350" cap="flat" cmpd="sng" algn="ctr">
                          <a:solidFill>
                            <a:schemeClr val="accent2">
                              <a:lumMod val="60000"/>
                              <a:lumOff val="40000"/>
                            </a:schemeClr>
                          </a:solidFill>
                          <a:prstDash val="solid"/>
                          <a:round/>
                          <a:headEnd type="none" w="med" len="med"/>
                          <a:tailEnd type="none" w="med" len="med"/>
                        </a:lnL>
                        <a:lnR w="6350" cap="flat" cmpd="sng" algn="ctr">
                          <a:solidFill>
                            <a:schemeClr val="accent2">
                              <a:lumMod val="60000"/>
                              <a:lumOff val="40000"/>
                            </a:schemeClr>
                          </a:solidFill>
                          <a:prstDash val="solid"/>
                          <a:round/>
                          <a:headEnd type="none" w="med" len="med"/>
                          <a:tailEnd type="none" w="med" len="med"/>
                        </a:lnR>
                        <a:lnT w="6350" cap="flat" cmpd="sng" algn="ctr">
                          <a:solidFill>
                            <a:schemeClr val="accent2">
                              <a:lumMod val="60000"/>
                              <a:lumOff val="40000"/>
                            </a:schemeClr>
                          </a:solidFill>
                          <a:prstDash val="solid"/>
                          <a:round/>
                          <a:headEnd type="none" w="med" len="med"/>
                          <a:tailEnd type="none" w="med" len="med"/>
                        </a:lnT>
                        <a:lnB w="6350" cap="flat" cmpd="sng" algn="ctr">
                          <a:solidFill>
                            <a:schemeClr val="accent2">
                              <a:lumMod val="60000"/>
                              <a:lumOff val="40000"/>
                            </a:schemeClr>
                          </a:solidFill>
                          <a:prstDash val="solid"/>
                          <a:round/>
                          <a:headEnd type="none" w="med" len="med"/>
                          <a:tailEnd type="none" w="med" len="med"/>
                        </a:lnB>
                        <a:solidFill>
                          <a:schemeClr val="accent4">
                            <a:lumMod val="20000"/>
                            <a:lumOff val="80000"/>
                            <a:alpha val="50000"/>
                          </a:schemeClr>
                        </a:solidFill>
                      </a:tcPr>
                    </a:tc>
                    <a:tc>
                      <a:txBody>
                        <a:bodyPr/>
                        <a:lstStyle/>
                        <a:p>
                          <a:pPr algn="ctr"/>
                          <a:r>
                            <a:rPr lang="en-US" altLang="zh-CN" sz="1600" b="1">
                              <a:solidFill>
                                <a:schemeClr val="accent2">
                                  <a:lumMod val="50000"/>
                                </a:schemeClr>
                              </a:solidFill>
                              <a:latin typeface="Cambria" panose="02040503050406030204" pitchFamily="18" charset="0"/>
                            </a:rPr>
                            <a:t>0</a:t>
                          </a:r>
                          <a:endParaRPr lang="zh-CN" altLang="en-US" sz="1600" b="1">
                            <a:solidFill>
                              <a:schemeClr val="accent2">
                                <a:lumMod val="50000"/>
                              </a:schemeClr>
                            </a:solidFill>
                            <a:latin typeface="Cambria" panose="02040503050406030204" pitchFamily="18" charset="0"/>
                          </a:endParaRPr>
                        </a:p>
                      </a:txBody>
                      <a:tcPr>
                        <a:lnL w="6350" cap="flat" cmpd="sng" algn="ctr">
                          <a:solidFill>
                            <a:schemeClr val="accent2">
                              <a:lumMod val="60000"/>
                              <a:lumOff val="40000"/>
                            </a:schemeClr>
                          </a:solidFill>
                          <a:prstDash val="solid"/>
                          <a:round/>
                          <a:headEnd type="none" w="med" len="med"/>
                          <a:tailEnd type="none" w="med" len="med"/>
                        </a:lnL>
                        <a:lnR w="6350" cap="flat" cmpd="sng" algn="ctr">
                          <a:solidFill>
                            <a:schemeClr val="accent2">
                              <a:lumMod val="60000"/>
                              <a:lumOff val="40000"/>
                            </a:schemeClr>
                          </a:solidFill>
                          <a:prstDash val="solid"/>
                          <a:round/>
                          <a:headEnd type="none" w="med" len="med"/>
                          <a:tailEnd type="none" w="med" len="med"/>
                        </a:lnR>
                        <a:lnT w="6350" cap="flat" cmpd="sng" algn="ctr">
                          <a:solidFill>
                            <a:schemeClr val="accent2">
                              <a:lumMod val="60000"/>
                              <a:lumOff val="40000"/>
                            </a:schemeClr>
                          </a:solidFill>
                          <a:prstDash val="solid"/>
                          <a:round/>
                          <a:headEnd type="none" w="med" len="med"/>
                          <a:tailEnd type="none" w="med" len="med"/>
                        </a:lnT>
                        <a:lnB w="6350" cap="flat" cmpd="sng" algn="ctr">
                          <a:solidFill>
                            <a:schemeClr val="accent2">
                              <a:lumMod val="60000"/>
                              <a:lumOff val="40000"/>
                            </a:schemeClr>
                          </a:solidFill>
                          <a:prstDash val="solid"/>
                          <a:round/>
                          <a:headEnd type="none" w="med" len="med"/>
                          <a:tailEnd type="none" w="med" len="med"/>
                        </a:lnB>
                        <a:solidFill>
                          <a:schemeClr val="accent4">
                            <a:lumMod val="20000"/>
                            <a:lumOff val="80000"/>
                            <a:alpha val="50000"/>
                          </a:schemeClr>
                        </a:solidFill>
                      </a:tcPr>
                    </a:tc>
                    <a:tc>
                      <a:txBody>
                        <a:bodyPr/>
                        <a:lstStyle/>
                        <a:p>
                          <a:pPr algn="ctr"/>
                          <a:r>
                            <a:rPr lang="en-US" altLang="zh-CN" sz="1600" b="1">
                              <a:solidFill>
                                <a:schemeClr val="accent2">
                                  <a:lumMod val="50000"/>
                                </a:schemeClr>
                              </a:solidFill>
                              <a:latin typeface="Cambria" panose="02040503050406030204" pitchFamily="18" charset="0"/>
                            </a:rPr>
                            <a:t>1</a:t>
                          </a:r>
                          <a:endParaRPr lang="zh-CN" altLang="en-US" sz="1600" b="1">
                            <a:solidFill>
                              <a:schemeClr val="accent2">
                                <a:lumMod val="50000"/>
                              </a:schemeClr>
                            </a:solidFill>
                            <a:latin typeface="Cambria" panose="02040503050406030204" pitchFamily="18" charset="0"/>
                          </a:endParaRPr>
                        </a:p>
                      </a:txBody>
                      <a:tcPr>
                        <a:lnL w="6350" cap="flat" cmpd="sng" algn="ctr">
                          <a:solidFill>
                            <a:schemeClr val="accent2">
                              <a:lumMod val="60000"/>
                              <a:lumOff val="40000"/>
                            </a:schemeClr>
                          </a:solidFill>
                          <a:prstDash val="solid"/>
                          <a:round/>
                          <a:headEnd type="none" w="med" len="med"/>
                          <a:tailEnd type="none" w="med" len="med"/>
                        </a:lnL>
                        <a:lnT w="6350" cap="flat" cmpd="sng" algn="ctr">
                          <a:solidFill>
                            <a:schemeClr val="accent2">
                              <a:lumMod val="60000"/>
                              <a:lumOff val="40000"/>
                            </a:schemeClr>
                          </a:solidFill>
                          <a:prstDash val="solid"/>
                          <a:round/>
                          <a:headEnd type="none" w="med" len="med"/>
                          <a:tailEnd type="none" w="med" len="med"/>
                        </a:lnT>
                        <a:lnB w="6350" cap="flat" cmpd="sng" algn="ctr">
                          <a:solidFill>
                            <a:schemeClr val="accent2">
                              <a:lumMod val="60000"/>
                              <a:lumOff val="40000"/>
                            </a:schemeClr>
                          </a:solidFill>
                          <a:prstDash val="solid"/>
                          <a:round/>
                          <a:headEnd type="none" w="med" len="med"/>
                          <a:tailEnd type="none" w="med" len="med"/>
                        </a:lnB>
                        <a:solidFill>
                          <a:schemeClr val="accent4">
                            <a:lumMod val="20000"/>
                            <a:lumOff val="80000"/>
                            <a:alpha val="50000"/>
                          </a:schemeClr>
                        </a:solidFill>
                      </a:tcPr>
                    </a:tc>
                    <a:extLst>
                      <a:ext uri="{0D108BD9-81ED-4DB2-BD59-A6C34878D82A}">
                        <a16:rowId xmlns:a16="http://schemas.microsoft.com/office/drawing/2014/main" val="3444852606"/>
                      </a:ext>
                    </a:extLst>
                  </a:tr>
                  <a:tr h="341844">
                    <a:tc>
                      <a:txBody>
                        <a:bodyPr/>
                        <a:lstStyle/>
                        <a:p>
                          <a:pPr algn="ctr"/>
                          <a:r>
                            <a:rPr lang="en-US" altLang="zh-CN" sz="1600" b="1">
                              <a:solidFill>
                                <a:schemeClr val="accent6">
                                  <a:lumMod val="50000"/>
                                </a:schemeClr>
                              </a:solidFill>
                              <a:latin typeface="Cambria" panose="02040503050406030204" pitchFamily="18" charset="0"/>
                              <a:ea typeface="Cambria" panose="02040503050406030204" pitchFamily="18" charset="0"/>
                            </a:rPr>
                            <a:t>1</a:t>
                          </a:r>
                          <a:endParaRPr lang="zh-CN" altLang="en-US" sz="1600" b="1">
                            <a:solidFill>
                              <a:schemeClr val="accent6">
                                <a:lumMod val="50000"/>
                              </a:schemeClr>
                            </a:solidFill>
                            <a:latin typeface="Cambria" panose="02040503050406030204" pitchFamily="18" charset="0"/>
                          </a:endParaRPr>
                        </a:p>
                      </a:txBody>
                      <a:tcPr>
                        <a:lnR w="6350" cap="flat" cmpd="sng" algn="ctr">
                          <a:solidFill>
                            <a:schemeClr val="accent2">
                              <a:lumMod val="60000"/>
                              <a:lumOff val="40000"/>
                            </a:schemeClr>
                          </a:solidFill>
                          <a:prstDash val="solid"/>
                          <a:round/>
                          <a:headEnd type="none" w="med" len="med"/>
                          <a:tailEnd type="none" w="med" len="med"/>
                        </a:lnR>
                        <a:lnT w="6350" cap="flat" cmpd="sng" algn="ctr">
                          <a:solidFill>
                            <a:schemeClr val="accent2">
                              <a:lumMod val="60000"/>
                              <a:lumOff val="40000"/>
                            </a:schemeClr>
                          </a:solidFill>
                          <a:prstDash val="solid"/>
                          <a:round/>
                          <a:headEnd type="none" w="med" len="med"/>
                          <a:tailEnd type="none" w="med" len="med"/>
                        </a:lnT>
                        <a:solidFill>
                          <a:schemeClr val="accent4">
                            <a:lumMod val="20000"/>
                            <a:lumOff val="80000"/>
                            <a:alpha val="50000"/>
                          </a:schemeClr>
                        </a:solidFill>
                      </a:tcPr>
                    </a:tc>
                    <a:tc>
                      <a:txBody>
                        <a:bodyPr/>
                        <a:lstStyle/>
                        <a:p>
                          <a:pPr algn="ctr"/>
                          <a:r>
                            <a:rPr lang="en-US" altLang="zh-CN" sz="1600" b="1">
                              <a:solidFill>
                                <a:schemeClr val="accent6">
                                  <a:lumMod val="50000"/>
                                </a:schemeClr>
                              </a:solidFill>
                              <a:latin typeface="Cambria" panose="02040503050406030204" pitchFamily="18" charset="0"/>
                              <a:ea typeface="Cambria" panose="02040503050406030204" pitchFamily="18" charset="0"/>
                            </a:rPr>
                            <a:t>1</a:t>
                          </a:r>
                          <a:endParaRPr lang="zh-CN" altLang="en-US" sz="1600" b="1">
                            <a:solidFill>
                              <a:schemeClr val="accent6">
                                <a:lumMod val="50000"/>
                              </a:schemeClr>
                            </a:solidFill>
                            <a:latin typeface="Cambria" panose="02040503050406030204" pitchFamily="18" charset="0"/>
                          </a:endParaRPr>
                        </a:p>
                      </a:txBody>
                      <a:tcPr>
                        <a:lnL w="6350" cap="flat" cmpd="sng" algn="ctr">
                          <a:solidFill>
                            <a:schemeClr val="accent2">
                              <a:lumMod val="60000"/>
                              <a:lumOff val="40000"/>
                            </a:schemeClr>
                          </a:solidFill>
                          <a:prstDash val="solid"/>
                          <a:round/>
                          <a:headEnd type="none" w="med" len="med"/>
                          <a:tailEnd type="none" w="med" len="med"/>
                        </a:lnL>
                        <a:lnR w="6350" cap="flat" cmpd="sng" algn="ctr">
                          <a:solidFill>
                            <a:schemeClr val="accent2">
                              <a:lumMod val="60000"/>
                              <a:lumOff val="40000"/>
                            </a:schemeClr>
                          </a:solidFill>
                          <a:prstDash val="solid"/>
                          <a:round/>
                          <a:headEnd type="none" w="med" len="med"/>
                          <a:tailEnd type="none" w="med" len="med"/>
                        </a:lnR>
                        <a:lnT w="6350" cap="flat" cmpd="sng" algn="ctr">
                          <a:solidFill>
                            <a:schemeClr val="accent2">
                              <a:lumMod val="60000"/>
                              <a:lumOff val="40000"/>
                            </a:schemeClr>
                          </a:solidFill>
                          <a:prstDash val="solid"/>
                          <a:round/>
                          <a:headEnd type="none" w="med" len="med"/>
                          <a:tailEnd type="none" w="med" len="med"/>
                        </a:lnT>
                        <a:solidFill>
                          <a:schemeClr val="accent4">
                            <a:lumMod val="20000"/>
                            <a:lumOff val="80000"/>
                            <a:alpha val="50000"/>
                          </a:schemeClr>
                        </a:solidFill>
                      </a:tcPr>
                    </a:tc>
                    <a:tc>
                      <a:txBody>
                        <a:bodyPr/>
                        <a:lstStyle/>
                        <a:p>
                          <a:pPr algn="ctr"/>
                          <a:r>
                            <a:rPr lang="en-US" altLang="zh-CN" sz="1600" b="1">
                              <a:solidFill>
                                <a:schemeClr val="accent2">
                                  <a:lumMod val="50000"/>
                                </a:schemeClr>
                              </a:solidFill>
                              <a:latin typeface="Cambria" panose="02040503050406030204" pitchFamily="18" charset="0"/>
                            </a:rPr>
                            <a:t>1</a:t>
                          </a:r>
                          <a:endParaRPr lang="zh-CN" altLang="en-US" sz="1600" b="1">
                            <a:solidFill>
                              <a:schemeClr val="accent2">
                                <a:lumMod val="50000"/>
                              </a:schemeClr>
                            </a:solidFill>
                            <a:latin typeface="Cambria" panose="02040503050406030204" pitchFamily="18" charset="0"/>
                          </a:endParaRPr>
                        </a:p>
                      </a:txBody>
                      <a:tcPr>
                        <a:lnL w="6350" cap="flat" cmpd="sng" algn="ctr">
                          <a:solidFill>
                            <a:schemeClr val="accent2">
                              <a:lumMod val="60000"/>
                              <a:lumOff val="40000"/>
                            </a:schemeClr>
                          </a:solidFill>
                          <a:prstDash val="solid"/>
                          <a:round/>
                          <a:headEnd type="none" w="med" len="med"/>
                          <a:tailEnd type="none" w="med" len="med"/>
                        </a:lnL>
                        <a:lnR w="6350" cap="flat" cmpd="sng" algn="ctr">
                          <a:solidFill>
                            <a:schemeClr val="accent2">
                              <a:lumMod val="60000"/>
                              <a:lumOff val="40000"/>
                            </a:schemeClr>
                          </a:solidFill>
                          <a:prstDash val="solid"/>
                          <a:round/>
                          <a:headEnd type="none" w="med" len="med"/>
                          <a:tailEnd type="none" w="med" len="med"/>
                        </a:lnR>
                        <a:lnT w="6350" cap="flat" cmpd="sng" algn="ctr">
                          <a:solidFill>
                            <a:schemeClr val="accent2">
                              <a:lumMod val="60000"/>
                              <a:lumOff val="40000"/>
                            </a:schemeClr>
                          </a:solidFill>
                          <a:prstDash val="solid"/>
                          <a:round/>
                          <a:headEnd type="none" w="med" len="med"/>
                          <a:tailEnd type="none" w="med" len="med"/>
                        </a:lnT>
                        <a:solidFill>
                          <a:schemeClr val="accent4">
                            <a:lumMod val="20000"/>
                            <a:lumOff val="80000"/>
                            <a:alpha val="50000"/>
                          </a:schemeClr>
                        </a:solidFill>
                      </a:tcPr>
                    </a:tc>
                    <a:tc>
                      <a:txBody>
                        <a:bodyPr/>
                        <a:lstStyle/>
                        <a:p>
                          <a:pPr algn="ctr"/>
                          <a:r>
                            <a:rPr lang="en-US" altLang="zh-CN" sz="1600" b="1">
                              <a:solidFill>
                                <a:schemeClr val="accent2">
                                  <a:lumMod val="50000"/>
                                </a:schemeClr>
                              </a:solidFill>
                              <a:latin typeface="Cambria" panose="02040503050406030204" pitchFamily="18" charset="0"/>
                            </a:rPr>
                            <a:t>0</a:t>
                          </a:r>
                          <a:endParaRPr lang="zh-CN" altLang="en-US" sz="1600" b="1">
                            <a:solidFill>
                              <a:schemeClr val="accent2">
                                <a:lumMod val="50000"/>
                              </a:schemeClr>
                            </a:solidFill>
                            <a:latin typeface="Cambria" panose="02040503050406030204" pitchFamily="18" charset="0"/>
                          </a:endParaRPr>
                        </a:p>
                      </a:txBody>
                      <a:tcPr>
                        <a:lnL w="6350" cap="flat" cmpd="sng" algn="ctr">
                          <a:solidFill>
                            <a:schemeClr val="accent2">
                              <a:lumMod val="60000"/>
                              <a:lumOff val="40000"/>
                            </a:schemeClr>
                          </a:solidFill>
                          <a:prstDash val="solid"/>
                          <a:round/>
                          <a:headEnd type="none" w="med" len="med"/>
                          <a:tailEnd type="none" w="med" len="med"/>
                        </a:lnL>
                        <a:lnR w="6350" cap="flat" cmpd="sng" algn="ctr">
                          <a:solidFill>
                            <a:schemeClr val="accent2">
                              <a:lumMod val="60000"/>
                              <a:lumOff val="40000"/>
                            </a:schemeClr>
                          </a:solidFill>
                          <a:prstDash val="solid"/>
                          <a:round/>
                          <a:headEnd type="none" w="med" len="med"/>
                          <a:tailEnd type="none" w="med" len="med"/>
                        </a:lnR>
                        <a:lnT w="6350" cap="flat" cmpd="sng" algn="ctr">
                          <a:solidFill>
                            <a:schemeClr val="accent2">
                              <a:lumMod val="60000"/>
                              <a:lumOff val="40000"/>
                            </a:schemeClr>
                          </a:solidFill>
                          <a:prstDash val="solid"/>
                          <a:round/>
                          <a:headEnd type="none" w="med" len="med"/>
                          <a:tailEnd type="none" w="med" len="med"/>
                        </a:lnT>
                        <a:solidFill>
                          <a:schemeClr val="accent4">
                            <a:lumMod val="20000"/>
                            <a:lumOff val="80000"/>
                            <a:alpha val="50000"/>
                          </a:schemeClr>
                        </a:solidFill>
                      </a:tcPr>
                    </a:tc>
                    <a:tc>
                      <a:txBody>
                        <a:bodyPr/>
                        <a:lstStyle/>
                        <a:p>
                          <a:pPr algn="ctr"/>
                          <a:r>
                            <a:rPr lang="en-US" altLang="zh-CN" sz="1600" b="1">
                              <a:solidFill>
                                <a:schemeClr val="accent2">
                                  <a:lumMod val="50000"/>
                                </a:schemeClr>
                              </a:solidFill>
                              <a:latin typeface="Cambria" panose="02040503050406030204" pitchFamily="18" charset="0"/>
                            </a:rPr>
                            <a:t>0</a:t>
                          </a:r>
                          <a:endParaRPr lang="zh-CN" altLang="en-US" sz="1600" b="1">
                            <a:solidFill>
                              <a:schemeClr val="accent2">
                                <a:lumMod val="50000"/>
                              </a:schemeClr>
                            </a:solidFill>
                            <a:latin typeface="Cambria" panose="02040503050406030204" pitchFamily="18" charset="0"/>
                          </a:endParaRPr>
                        </a:p>
                      </a:txBody>
                      <a:tcPr>
                        <a:lnL w="6350" cap="flat" cmpd="sng" algn="ctr">
                          <a:solidFill>
                            <a:schemeClr val="accent2">
                              <a:lumMod val="60000"/>
                              <a:lumOff val="40000"/>
                            </a:schemeClr>
                          </a:solidFill>
                          <a:prstDash val="solid"/>
                          <a:round/>
                          <a:headEnd type="none" w="med" len="med"/>
                          <a:tailEnd type="none" w="med" len="med"/>
                        </a:lnL>
                        <a:lnR w="6350" cap="flat" cmpd="sng" algn="ctr">
                          <a:solidFill>
                            <a:schemeClr val="accent2">
                              <a:lumMod val="60000"/>
                              <a:lumOff val="40000"/>
                            </a:schemeClr>
                          </a:solidFill>
                          <a:prstDash val="solid"/>
                          <a:round/>
                          <a:headEnd type="none" w="med" len="med"/>
                          <a:tailEnd type="none" w="med" len="med"/>
                        </a:lnR>
                        <a:lnT w="6350" cap="flat" cmpd="sng" algn="ctr">
                          <a:solidFill>
                            <a:schemeClr val="accent2">
                              <a:lumMod val="60000"/>
                              <a:lumOff val="40000"/>
                            </a:schemeClr>
                          </a:solidFill>
                          <a:prstDash val="solid"/>
                          <a:round/>
                          <a:headEnd type="none" w="med" len="med"/>
                          <a:tailEnd type="none" w="med" len="med"/>
                        </a:lnT>
                        <a:solidFill>
                          <a:schemeClr val="accent4">
                            <a:lumMod val="20000"/>
                            <a:lumOff val="80000"/>
                            <a:alpha val="50000"/>
                          </a:schemeClr>
                        </a:solidFill>
                      </a:tcPr>
                    </a:tc>
                    <a:tc>
                      <a:txBody>
                        <a:bodyPr/>
                        <a:lstStyle/>
                        <a:p>
                          <a:pPr algn="ctr"/>
                          <a:r>
                            <a:rPr lang="en-US" altLang="zh-CN" sz="1600" b="1">
                              <a:solidFill>
                                <a:schemeClr val="accent2">
                                  <a:lumMod val="50000"/>
                                </a:schemeClr>
                              </a:solidFill>
                              <a:latin typeface="Cambria" panose="02040503050406030204" pitchFamily="18" charset="0"/>
                            </a:rPr>
                            <a:t>0</a:t>
                          </a:r>
                          <a:endParaRPr lang="zh-CN" altLang="en-US" sz="1600" b="1">
                            <a:solidFill>
                              <a:schemeClr val="accent2">
                                <a:lumMod val="50000"/>
                              </a:schemeClr>
                            </a:solidFill>
                            <a:latin typeface="Cambria" panose="02040503050406030204" pitchFamily="18" charset="0"/>
                          </a:endParaRPr>
                        </a:p>
                      </a:txBody>
                      <a:tcPr>
                        <a:lnL w="6350" cap="flat" cmpd="sng" algn="ctr">
                          <a:solidFill>
                            <a:schemeClr val="accent2">
                              <a:lumMod val="60000"/>
                              <a:lumOff val="40000"/>
                            </a:schemeClr>
                          </a:solidFill>
                          <a:prstDash val="solid"/>
                          <a:round/>
                          <a:headEnd type="none" w="med" len="med"/>
                          <a:tailEnd type="none" w="med" len="med"/>
                        </a:lnL>
                        <a:lnR w="6350" cap="flat" cmpd="sng" algn="ctr">
                          <a:solidFill>
                            <a:schemeClr val="accent2">
                              <a:lumMod val="60000"/>
                              <a:lumOff val="40000"/>
                            </a:schemeClr>
                          </a:solidFill>
                          <a:prstDash val="solid"/>
                          <a:round/>
                          <a:headEnd type="none" w="med" len="med"/>
                          <a:tailEnd type="none" w="med" len="med"/>
                        </a:lnR>
                        <a:lnT w="6350" cap="flat" cmpd="sng" algn="ctr">
                          <a:solidFill>
                            <a:schemeClr val="accent2">
                              <a:lumMod val="60000"/>
                              <a:lumOff val="40000"/>
                            </a:schemeClr>
                          </a:solidFill>
                          <a:prstDash val="solid"/>
                          <a:round/>
                          <a:headEnd type="none" w="med" len="med"/>
                          <a:tailEnd type="none" w="med" len="med"/>
                        </a:lnT>
                        <a:solidFill>
                          <a:schemeClr val="accent4">
                            <a:lumMod val="20000"/>
                            <a:lumOff val="80000"/>
                            <a:alpha val="50000"/>
                          </a:schemeClr>
                        </a:solidFill>
                      </a:tcPr>
                    </a:tc>
                    <a:tc>
                      <a:txBody>
                        <a:bodyPr/>
                        <a:lstStyle/>
                        <a:p>
                          <a:pPr algn="ctr"/>
                          <a:r>
                            <a:rPr lang="en-US" altLang="zh-CN" sz="1600" b="1">
                              <a:solidFill>
                                <a:schemeClr val="accent2">
                                  <a:lumMod val="50000"/>
                                </a:schemeClr>
                              </a:solidFill>
                              <a:latin typeface="Cambria" panose="02040503050406030204" pitchFamily="18" charset="0"/>
                            </a:rPr>
                            <a:t>0</a:t>
                          </a:r>
                          <a:endParaRPr lang="zh-CN" altLang="en-US" sz="1600" b="1">
                            <a:solidFill>
                              <a:schemeClr val="accent2">
                                <a:lumMod val="50000"/>
                              </a:schemeClr>
                            </a:solidFill>
                            <a:latin typeface="Cambria" panose="02040503050406030204" pitchFamily="18" charset="0"/>
                          </a:endParaRPr>
                        </a:p>
                      </a:txBody>
                      <a:tcPr>
                        <a:lnL w="6350" cap="flat" cmpd="sng" algn="ctr">
                          <a:solidFill>
                            <a:schemeClr val="accent2">
                              <a:lumMod val="60000"/>
                              <a:lumOff val="40000"/>
                            </a:schemeClr>
                          </a:solidFill>
                          <a:prstDash val="solid"/>
                          <a:round/>
                          <a:headEnd type="none" w="med" len="med"/>
                          <a:tailEnd type="none" w="med" len="med"/>
                        </a:lnL>
                        <a:lnR w="6350" cap="flat" cmpd="sng" algn="ctr">
                          <a:solidFill>
                            <a:schemeClr val="accent2">
                              <a:lumMod val="60000"/>
                              <a:lumOff val="40000"/>
                            </a:schemeClr>
                          </a:solidFill>
                          <a:prstDash val="solid"/>
                          <a:round/>
                          <a:headEnd type="none" w="med" len="med"/>
                          <a:tailEnd type="none" w="med" len="med"/>
                        </a:lnR>
                        <a:lnT w="6350" cap="flat" cmpd="sng" algn="ctr">
                          <a:solidFill>
                            <a:schemeClr val="accent2">
                              <a:lumMod val="60000"/>
                              <a:lumOff val="40000"/>
                            </a:schemeClr>
                          </a:solidFill>
                          <a:prstDash val="solid"/>
                          <a:round/>
                          <a:headEnd type="none" w="med" len="med"/>
                          <a:tailEnd type="none" w="med" len="med"/>
                        </a:lnT>
                        <a:solidFill>
                          <a:schemeClr val="accent4">
                            <a:lumMod val="20000"/>
                            <a:lumOff val="80000"/>
                            <a:alpha val="50000"/>
                          </a:schemeClr>
                        </a:solidFill>
                      </a:tcPr>
                    </a:tc>
                    <a:tc>
                      <a:txBody>
                        <a:bodyPr/>
                        <a:lstStyle/>
                        <a:p>
                          <a:pPr algn="ctr"/>
                          <a:r>
                            <a:rPr lang="en-US" altLang="zh-CN" sz="1600" b="1">
                              <a:solidFill>
                                <a:schemeClr val="accent2">
                                  <a:lumMod val="50000"/>
                                </a:schemeClr>
                              </a:solidFill>
                              <a:latin typeface="Cambria" panose="02040503050406030204" pitchFamily="18" charset="0"/>
                            </a:rPr>
                            <a:t>1</a:t>
                          </a:r>
                          <a:endParaRPr lang="zh-CN" altLang="en-US" sz="1600" b="1">
                            <a:solidFill>
                              <a:schemeClr val="accent2">
                                <a:lumMod val="50000"/>
                              </a:schemeClr>
                            </a:solidFill>
                            <a:latin typeface="Cambria" panose="02040503050406030204" pitchFamily="18" charset="0"/>
                          </a:endParaRPr>
                        </a:p>
                      </a:txBody>
                      <a:tcPr>
                        <a:lnL w="6350" cap="flat" cmpd="sng" algn="ctr">
                          <a:solidFill>
                            <a:schemeClr val="accent2">
                              <a:lumMod val="60000"/>
                              <a:lumOff val="40000"/>
                            </a:schemeClr>
                          </a:solidFill>
                          <a:prstDash val="solid"/>
                          <a:round/>
                          <a:headEnd type="none" w="med" len="med"/>
                          <a:tailEnd type="none" w="med" len="med"/>
                        </a:lnL>
                        <a:lnT w="6350" cap="flat" cmpd="sng" algn="ctr">
                          <a:solidFill>
                            <a:schemeClr val="accent2">
                              <a:lumMod val="60000"/>
                              <a:lumOff val="40000"/>
                            </a:schemeClr>
                          </a:solidFill>
                          <a:prstDash val="solid"/>
                          <a:round/>
                          <a:headEnd type="none" w="med" len="med"/>
                          <a:tailEnd type="none" w="med" len="med"/>
                        </a:lnT>
                        <a:solidFill>
                          <a:schemeClr val="accent4">
                            <a:lumMod val="20000"/>
                            <a:lumOff val="80000"/>
                            <a:alpha val="50000"/>
                          </a:schemeClr>
                        </a:solidFill>
                      </a:tcPr>
                    </a:tc>
                    <a:extLst>
                      <a:ext uri="{0D108BD9-81ED-4DB2-BD59-A6C34878D82A}">
                        <a16:rowId xmlns:a16="http://schemas.microsoft.com/office/drawing/2014/main" val="1396290875"/>
                      </a:ext>
                    </a:extLst>
                  </a:tr>
                </a:tbl>
              </a:graphicData>
            </a:graphic>
          </p:graphicFrame>
        </mc:Fallback>
      </mc:AlternateContent>
    </p:spTree>
    <p:extLst>
      <p:ext uri="{BB962C8B-B14F-4D97-AF65-F5344CB8AC3E}">
        <p14:creationId xmlns:p14="http://schemas.microsoft.com/office/powerpoint/2010/main" val="20117746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命题逻辑公式的逻辑等值</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第四讲</a:t>
            </a:r>
            <a:r>
              <a:rPr lang="en-US" altLang="zh-CN">
                <a:latin typeface="楷体" panose="02010609060101010101" pitchFamily="49" charset="-122"/>
                <a:ea typeface="楷体" panose="02010609060101010101" pitchFamily="49" charset="-122"/>
              </a:rPr>
              <a:t>	</a:t>
            </a:r>
            <a:r>
              <a:rPr lang="zh-CN" altLang="en-US">
                <a:latin typeface="楷体" panose="02010609060101010101" pitchFamily="49" charset="-122"/>
                <a:ea typeface="楷体" panose="02010609060101010101" pitchFamily="49" charset="-122"/>
              </a:rPr>
              <a:t>命题逻辑的等值演算</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6</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7</a:t>
            </a:fld>
            <a:r>
              <a:rPr lang="en-US" altLang="zh-CN" dirty="0">
                <a:latin typeface="Arial" panose="020B0604020202020204" pitchFamily="34" charset="0"/>
                <a:ea typeface="楷体" panose="02010609060101010101" pitchFamily="49" charset="-122"/>
                <a:cs typeface="Arial" panose="020B0604020202020204" pitchFamily="34" charset="0"/>
              </a:rPr>
              <a:t>/26</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逻辑等值式举例</a:t>
            </a:r>
          </a:p>
        </p:txBody>
      </p:sp>
      <mc:AlternateContent xmlns:mc="http://schemas.openxmlformats.org/markup-compatibility/2006" xmlns:a14="http://schemas.microsoft.com/office/drawing/2010/main">
        <mc:Choice Requires="a14">
          <p:graphicFrame>
            <p:nvGraphicFramePr>
              <p:cNvPr id="19" name="表格 18">
                <a:extLst>
                  <a:ext uri="{FF2B5EF4-FFF2-40B4-BE49-F238E27FC236}">
                    <a16:creationId xmlns:a16="http://schemas.microsoft.com/office/drawing/2014/main" id="{392695BB-F672-41BC-80D1-869F33C3655E}"/>
                  </a:ext>
                </a:extLst>
              </p:cNvPr>
              <p:cNvGraphicFramePr>
                <a:graphicFrameLocks noGrp="1"/>
              </p:cNvGraphicFramePr>
              <p:nvPr>
                <p:extLst>
                  <p:ext uri="{D42A27DB-BD31-4B8C-83A1-F6EECF244321}">
                    <p14:modId xmlns:p14="http://schemas.microsoft.com/office/powerpoint/2010/main" val="3909927611"/>
                  </p:ext>
                </p:extLst>
              </p:nvPr>
            </p:nvGraphicFramePr>
            <p:xfrm>
              <a:off x="1319925" y="1713091"/>
              <a:ext cx="9231853" cy="4754309"/>
            </p:xfrm>
            <a:graphic>
              <a:graphicData uri="http://schemas.openxmlformats.org/drawingml/2006/table">
                <a:tbl>
                  <a:tblPr firstRow="1" bandRow="1">
                    <a:tableStyleId>{2D5ABB26-0587-4C30-8999-92F81FD0307C}</a:tableStyleId>
                  </a:tblPr>
                  <a:tblGrid>
                    <a:gridCol w="384865">
                      <a:extLst>
                        <a:ext uri="{9D8B030D-6E8A-4147-A177-3AD203B41FA5}">
                          <a16:colId xmlns:a16="http://schemas.microsoft.com/office/drawing/2014/main" val="2864422384"/>
                        </a:ext>
                      </a:extLst>
                    </a:gridCol>
                    <a:gridCol w="362274">
                      <a:extLst>
                        <a:ext uri="{9D8B030D-6E8A-4147-A177-3AD203B41FA5}">
                          <a16:colId xmlns:a16="http://schemas.microsoft.com/office/drawing/2014/main" val="3488826130"/>
                        </a:ext>
                      </a:extLst>
                    </a:gridCol>
                    <a:gridCol w="378556">
                      <a:extLst>
                        <a:ext uri="{9D8B030D-6E8A-4147-A177-3AD203B41FA5}">
                          <a16:colId xmlns:a16="http://schemas.microsoft.com/office/drawing/2014/main" val="2854184512"/>
                        </a:ext>
                      </a:extLst>
                    </a:gridCol>
                    <a:gridCol w="435340">
                      <a:extLst>
                        <a:ext uri="{9D8B030D-6E8A-4147-A177-3AD203B41FA5}">
                          <a16:colId xmlns:a16="http://schemas.microsoft.com/office/drawing/2014/main" val="3964920766"/>
                        </a:ext>
                      </a:extLst>
                    </a:gridCol>
                    <a:gridCol w="454266">
                      <a:extLst>
                        <a:ext uri="{9D8B030D-6E8A-4147-A177-3AD203B41FA5}">
                          <a16:colId xmlns:a16="http://schemas.microsoft.com/office/drawing/2014/main" val="4236634668"/>
                        </a:ext>
                      </a:extLst>
                    </a:gridCol>
                    <a:gridCol w="766117">
                      <a:extLst>
                        <a:ext uri="{9D8B030D-6E8A-4147-A177-3AD203B41FA5}">
                          <a16:colId xmlns:a16="http://schemas.microsoft.com/office/drawing/2014/main" val="2066406258"/>
                        </a:ext>
                      </a:extLst>
                    </a:gridCol>
                    <a:gridCol w="1043732">
                      <a:extLst>
                        <a:ext uri="{9D8B030D-6E8A-4147-A177-3AD203B41FA5}">
                          <a16:colId xmlns:a16="http://schemas.microsoft.com/office/drawing/2014/main" val="900831817"/>
                        </a:ext>
                      </a:extLst>
                    </a:gridCol>
                    <a:gridCol w="1660483">
                      <a:extLst>
                        <a:ext uri="{9D8B030D-6E8A-4147-A177-3AD203B41FA5}">
                          <a16:colId xmlns:a16="http://schemas.microsoft.com/office/drawing/2014/main" val="302161120"/>
                        </a:ext>
                      </a:extLst>
                    </a:gridCol>
                    <a:gridCol w="440535">
                      <a:extLst>
                        <a:ext uri="{9D8B030D-6E8A-4147-A177-3AD203B41FA5}">
                          <a16:colId xmlns:a16="http://schemas.microsoft.com/office/drawing/2014/main" val="4208173144"/>
                        </a:ext>
                      </a:extLst>
                    </a:gridCol>
                    <a:gridCol w="670970">
                      <a:extLst>
                        <a:ext uri="{9D8B030D-6E8A-4147-A177-3AD203B41FA5}">
                          <a16:colId xmlns:a16="http://schemas.microsoft.com/office/drawing/2014/main" val="2473502894"/>
                        </a:ext>
                      </a:extLst>
                    </a:gridCol>
                    <a:gridCol w="526943">
                      <a:extLst>
                        <a:ext uri="{9D8B030D-6E8A-4147-A177-3AD203B41FA5}">
                          <a16:colId xmlns:a16="http://schemas.microsoft.com/office/drawing/2014/main" val="3558357481"/>
                        </a:ext>
                      </a:extLst>
                    </a:gridCol>
                    <a:gridCol w="526943">
                      <a:extLst>
                        <a:ext uri="{9D8B030D-6E8A-4147-A177-3AD203B41FA5}">
                          <a16:colId xmlns:a16="http://schemas.microsoft.com/office/drawing/2014/main" val="1080145731"/>
                        </a:ext>
                      </a:extLst>
                    </a:gridCol>
                    <a:gridCol w="526943">
                      <a:extLst>
                        <a:ext uri="{9D8B030D-6E8A-4147-A177-3AD203B41FA5}">
                          <a16:colId xmlns:a16="http://schemas.microsoft.com/office/drawing/2014/main" val="3392241256"/>
                        </a:ext>
                      </a:extLst>
                    </a:gridCol>
                    <a:gridCol w="526943">
                      <a:extLst>
                        <a:ext uri="{9D8B030D-6E8A-4147-A177-3AD203B41FA5}">
                          <a16:colId xmlns:a16="http://schemas.microsoft.com/office/drawing/2014/main" val="2192000459"/>
                        </a:ext>
                      </a:extLst>
                    </a:gridCol>
                    <a:gridCol w="526943">
                      <a:extLst>
                        <a:ext uri="{9D8B030D-6E8A-4147-A177-3AD203B41FA5}">
                          <a16:colId xmlns:a16="http://schemas.microsoft.com/office/drawing/2014/main" val="2454186747"/>
                        </a:ext>
                      </a:extLst>
                    </a:gridCol>
                  </a:tblGrid>
                  <a:tr h="0">
                    <a:tc>
                      <a:txBody>
                        <a:bodyPr/>
                        <a:lstStyle/>
                        <a:p>
                          <a:pPr/>
                          <a14:m>
                            <m:oMathPara xmlns:m="http://schemas.openxmlformats.org/officeDocument/2006/math">
                              <m:oMathParaPr>
                                <m:jc m:val="centerGroup"/>
                              </m:oMathParaPr>
                              <m:oMath xmlns:m="http://schemas.openxmlformats.org/officeDocument/2006/math">
                                <m:r>
                                  <a:rPr lang="en-US" altLang="zh-CN" sz="1200" i="1" smtClean="0">
                                    <a:solidFill>
                                      <a:schemeClr val="bg1"/>
                                    </a:solidFill>
                                    <a:latin typeface="Cambria Math" panose="02040503050406030204" pitchFamily="18" charset="0"/>
                                  </a:rPr>
                                  <m:t>𝑝</m:t>
                                </m:r>
                              </m:oMath>
                            </m:oMathPara>
                          </a14:m>
                          <a:endParaRPr lang="zh-CN" altLang="en-US" sz="1200">
                            <a:solidFill>
                              <a:schemeClr val="bg1"/>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50000"/>
                          </a:schemeClr>
                        </a:solidFill>
                      </a:tcPr>
                    </a:tc>
                    <a:tc>
                      <a:txBody>
                        <a:bodyPr/>
                        <a:lstStyle/>
                        <a:p>
                          <a:pPr/>
                          <a14:m>
                            <m:oMathPara xmlns:m="http://schemas.openxmlformats.org/officeDocument/2006/math">
                              <m:oMathParaPr>
                                <m:jc m:val="centerGroup"/>
                              </m:oMathParaPr>
                              <m:oMath xmlns:m="http://schemas.openxmlformats.org/officeDocument/2006/math">
                                <m:r>
                                  <a:rPr lang="en-US" altLang="zh-CN" sz="1200" i="1" smtClean="0">
                                    <a:solidFill>
                                      <a:schemeClr val="bg1"/>
                                    </a:solidFill>
                                    <a:latin typeface="Cambria Math" panose="02040503050406030204" pitchFamily="18" charset="0"/>
                                  </a:rPr>
                                  <m:t>𝑞</m:t>
                                </m:r>
                              </m:oMath>
                            </m:oMathPara>
                          </a14:m>
                          <a:endParaRPr lang="zh-CN" altLang="en-US" sz="1200">
                            <a:solidFill>
                              <a:schemeClr val="bg1"/>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50000"/>
                          </a:schemeClr>
                        </a:solidFill>
                      </a:tcPr>
                    </a:tc>
                    <a:tc>
                      <a:txBody>
                        <a:bodyPr/>
                        <a:lstStyle/>
                        <a:p>
                          <a:pPr/>
                          <a14:m>
                            <m:oMathPara xmlns:m="http://schemas.openxmlformats.org/officeDocument/2006/math">
                              <m:oMathParaPr>
                                <m:jc m:val="centerGroup"/>
                              </m:oMathParaPr>
                              <m:oMath xmlns:m="http://schemas.openxmlformats.org/officeDocument/2006/math">
                                <m:r>
                                  <a:rPr lang="en-US" altLang="zh-CN" sz="1200" i="1" smtClean="0">
                                    <a:solidFill>
                                      <a:schemeClr val="bg1"/>
                                    </a:solidFill>
                                    <a:latin typeface="Cambria Math" panose="02040503050406030204" pitchFamily="18" charset="0"/>
                                  </a:rPr>
                                  <m:t>𝑟</m:t>
                                </m:r>
                              </m:oMath>
                            </m:oMathPara>
                          </a14:m>
                          <a:endParaRPr lang="zh-CN" altLang="en-US" sz="1200">
                            <a:solidFill>
                              <a:schemeClr val="bg1"/>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50000"/>
                          </a:schemeClr>
                        </a:solidFill>
                      </a:tcPr>
                    </a:tc>
                    <a:tc>
                      <a:txBody>
                        <a:bodyPr/>
                        <a:lstStyle/>
                        <a:p>
                          <a:pPr/>
                          <a14:m>
                            <m:oMathPara xmlns:m="http://schemas.openxmlformats.org/officeDocument/2006/math">
                              <m:oMathParaPr>
                                <m:jc m:val="centerGroup"/>
                              </m:oMathParaPr>
                              <m:oMath xmlns:m="http://schemas.openxmlformats.org/officeDocument/2006/math">
                                <m:r>
                                  <a:rPr lang="en-US" altLang="zh-CN" sz="1200" i="1" smtClean="0">
                                    <a:solidFill>
                                      <a:schemeClr val="bg1"/>
                                    </a:solidFill>
                                    <a:latin typeface="Cambria Math" panose="02040503050406030204" pitchFamily="18" charset="0"/>
                                  </a:rPr>
                                  <m:t>𝑠</m:t>
                                </m:r>
                              </m:oMath>
                            </m:oMathPara>
                          </a14:m>
                          <a:endParaRPr lang="zh-CN" altLang="en-US" sz="1200">
                            <a:solidFill>
                              <a:schemeClr val="bg1"/>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50000"/>
                          </a:schemeClr>
                        </a:solidFill>
                      </a:tcPr>
                    </a:tc>
                    <a:tc>
                      <a:txBody>
                        <a:bodyPr/>
                        <a:lstStyle/>
                        <a:p>
                          <a:pPr/>
                          <a14:m>
                            <m:oMathPara xmlns:m="http://schemas.openxmlformats.org/officeDocument/2006/math">
                              <m:oMathParaPr>
                                <m:jc m:val="centerGroup"/>
                              </m:oMathParaPr>
                              <m:oMath xmlns:m="http://schemas.openxmlformats.org/officeDocument/2006/math">
                                <m:r>
                                  <a:rPr lang="en-US" altLang="zh-CN" sz="1200" i="1" smtClean="0">
                                    <a:solidFill>
                                      <a:schemeClr val="bg1"/>
                                    </a:solidFill>
                                    <a:latin typeface="Cambria Math" panose="02040503050406030204" pitchFamily="18" charset="0"/>
                                  </a:rPr>
                                  <m:t>¬</m:t>
                                </m:r>
                                <m:r>
                                  <a:rPr lang="en-US" altLang="zh-CN" sz="1200" i="1" smtClean="0">
                                    <a:solidFill>
                                      <a:schemeClr val="bg1"/>
                                    </a:solidFill>
                                    <a:latin typeface="Cambria Math" panose="02040503050406030204" pitchFamily="18" charset="0"/>
                                  </a:rPr>
                                  <m:t>𝑞</m:t>
                                </m:r>
                              </m:oMath>
                            </m:oMathPara>
                          </a14:m>
                          <a:endParaRPr lang="zh-CN" altLang="en-US" sz="1200">
                            <a:solidFill>
                              <a:schemeClr val="bg1"/>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50000"/>
                          </a:schemeClr>
                        </a:solidFill>
                      </a:tcPr>
                    </a:tc>
                    <a:tc>
                      <a:txBody>
                        <a:bodyPr/>
                        <a:lstStyle/>
                        <a:p>
                          <a:pPr/>
                          <a14:m>
                            <m:oMathPara xmlns:m="http://schemas.openxmlformats.org/officeDocument/2006/math">
                              <m:oMathParaPr>
                                <m:jc m:val="centerGroup"/>
                              </m:oMathParaPr>
                              <m:oMath xmlns:m="http://schemas.openxmlformats.org/officeDocument/2006/math">
                                <m:r>
                                  <a:rPr lang="en-US" altLang="zh-CN" sz="1200" i="1" smtClean="0">
                                    <a:solidFill>
                                      <a:schemeClr val="bg1"/>
                                    </a:solidFill>
                                    <a:latin typeface="Cambria Math" panose="02040503050406030204" pitchFamily="18" charset="0"/>
                                  </a:rPr>
                                  <m:t>𝑝</m:t>
                                </m:r>
                                <m:r>
                                  <a:rPr lang="en-US" altLang="zh-CN" sz="1200" i="1" smtClean="0">
                                    <a:solidFill>
                                      <a:schemeClr val="bg1"/>
                                    </a:solidFill>
                                    <a:latin typeface="Cambria Math" panose="02040503050406030204" pitchFamily="18" charset="0"/>
                                  </a:rPr>
                                  <m:t>∧¬</m:t>
                                </m:r>
                                <m:r>
                                  <a:rPr lang="en-US" altLang="zh-CN" sz="1200" i="1" smtClean="0">
                                    <a:solidFill>
                                      <a:schemeClr val="bg1"/>
                                    </a:solidFill>
                                    <a:latin typeface="Cambria Math" panose="02040503050406030204" pitchFamily="18" charset="0"/>
                                  </a:rPr>
                                  <m:t>𝑞</m:t>
                                </m:r>
                              </m:oMath>
                            </m:oMathPara>
                          </a14:m>
                          <a:endParaRPr lang="zh-CN" altLang="en-US" sz="1200">
                            <a:solidFill>
                              <a:schemeClr val="bg1"/>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50000"/>
                          </a:schemeClr>
                        </a:solidFill>
                      </a:tcPr>
                    </a:tc>
                    <a:tc>
                      <a:txBody>
                        <a:bodyPr/>
                        <a:lstStyle/>
                        <a:p>
                          <a:pPr/>
                          <a14:m>
                            <m:oMathPara xmlns:m="http://schemas.openxmlformats.org/officeDocument/2006/math">
                              <m:oMathParaPr>
                                <m:jc m:val="centerGroup"/>
                              </m:oMathParaPr>
                              <m:oMath xmlns:m="http://schemas.openxmlformats.org/officeDocument/2006/math">
                                <m:r>
                                  <a:rPr lang="en-US" altLang="zh-CN" sz="1200" i="1" smtClean="0">
                                    <a:solidFill>
                                      <a:schemeClr val="bg1"/>
                                    </a:solidFill>
                                    <a:latin typeface="Cambria Math" panose="02040503050406030204" pitchFamily="18" charset="0"/>
                                  </a:rPr>
                                  <m:t>𝑟</m:t>
                                </m:r>
                                <m:r>
                                  <a:rPr lang="en-US" altLang="zh-CN" sz="1200" i="1" smtClean="0">
                                    <a:solidFill>
                                      <a:schemeClr val="bg1"/>
                                    </a:solidFill>
                                    <a:latin typeface="Cambria Math" panose="02040503050406030204" pitchFamily="18" charset="0"/>
                                  </a:rPr>
                                  <m:t>∨</m:t>
                                </m:r>
                                <m:d>
                                  <m:dPr>
                                    <m:ctrlPr>
                                      <a:rPr lang="en-US" altLang="zh-CN" sz="1200" i="1" smtClean="0">
                                        <a:solidFill>
                                          <a:schemeClr val="bg1"/>
                                        </a:solidFill>
                                        <a:latin typeface="Cambria Math" panose="02040503050406030204" pitchFamily="18" charset="0"/>
                                      </a:rPr>
                                    </m:ctrlPr>
                                  </m:dPr>
                                  <m:e>
                                    <m:r>
                                      <a:rPr lang="en-US" altLang="zh-CN" sz="1200" i="1" smtClean="0">
                                        <a:solidFill>
                                          <a:schemeClr val="bg1"/>
                                        </a:solidFill>
                                        <a:latin typeface="Cambria Math" panose="02040503050406030204" pitchFamily="18" charset="0"/>
                                      </a:rPr>
                                      <m:t>𝑝</m:t>
                                    </m:r>
                                    <m:r>
                                      <a:rPr lang="en-US" altLang="zh-CN" sz="1200" i="1" smtClean="0">
                                        <a:solidFill>
                                          <a:schemeClr val="bg1"/>
                                        </a:solidFill>
                                        <a:latin typeface="Cambria Math" panose="02040503050406030204" pitchFamily="18" charset="0"/>
                                      </a:rPr>
                                      <m:t>∧¬</m:t>
                                    </m:r>
                                    <m:r>
                                      <a:rPr lang="en-US" altLang="zh-CN" sz="1200" i="1" smtClean="0">
                                        <a:solidFill>
                                          <a:schemeClr val="bg1"/>
                                        </a:solidFill>
                                        <a:latin typeface="Cambria Math" panose="02040503050406030204" pitchFamily="18" charset="0"/>
                                      </a:rPr>
                                      <m:t>𝑞</m:t>
                                    </m:r>
                                  </m:e>
                                </m:d>
                              </m:oMath>
                            </m:oMathPara>
                          </a14:m>
                          <a:endParaRPr lang="zh-CN" altLang="en-US" sz="1200">
                            <a:solidFill>
                              <a:schemeClr val="bg1"/>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50000"/>
                          </a:schemeClr>
                        </a:solidFill>
                      </a:tcPr>
                    </a:tc>
                    <a:tc>
                      <a:txBody>
                        <a:bodyPr/>
                        <a:lstStyle/>
                        <a:p>
                          <a:pPr/>
                          <a14:m>
                            <m:oMathPara xmlns:m="http://schemas.openxmlformats.org/officeDocument/2006/math">
                              <m:oMathParaPr>
                                <m:jc m:val="centerGroup"/>
                              </m:oMathParaPr>
                              <m:oMath xmlns:m="http://schemas.openxmlformats.org/officeDocument/2006/math">
                                <m:d>
                                  <m:dPr>
                                    <m:ctrlPr>
                                      <a:rPr lang="en-US" altLang="zh-CN" sz="1200" i="1" smtClean="0">
                                        <a:solidFill>
                                          <a:schemeClr val="bg1"/>
                                        </a:solidFill>
                                        <a:latin typeface="Cambria Math" panose="02040503050406030204" pitchFamily="18" charset="0"/>
                                      </a:rPr>
                                    </m:ctrlPr>
                                  </m:dPr>
                                  <m:e>
                                    <m:r>
                                      <a:rPr lang="en-US" altLang="zh-CN" sz="1200">
                                        <a:solidFill>
                                          <a:schemeClr val="bg1"/>
                                        </a:solidFill>
                                        <a:latin typeface="Cambria Math" panose="02040503050406030204" pitchFamily="18" charset="0"/>
                                      </a:rPr>
                                      <m:t>𝑠</m:t>
                                    </m:r>
                                    <m:r>
                                      <a:rPr lang="en-US" altLang="zh-CN" sz="1200">
                                        <a:solidFill>
                                          <a:schemeClr val="bg1"/>
                                        </a:solidFill>
                                        <a:latin typeface="Cambria Math" panose="02040503050406030204" pitchFamily="18" charset="0"/>
                                      </a:rPr>
                                      <m:t>↔</m:t>
                                    </m:r>
                                    <m:d>
                                      <m:dPr>
                                        <m:ctrlPr>
                                          <a:rPr lang="en-US" altLang="zh-CN" sz="1200" i="1">
                                            <a:solidFill>
                                              <a:schemeClr val="bg1"/>
                                            </a:solidFill>
                                            <a:latin typeface="Cambria Math" panose="02040503050406030204" pitchFamily="18" charset="0"/>
                                          </a:rPr>
                                        </m:ctrlPr>
                                      </m:dPr>
                                      <m:e>
                                        <m:r>
                                          <a:rPr lang="en-US" altLang="zh-CN" sz="1200">
                                            <a:solidFill>
                                              <a:schemeClr val="bg1"/>
                                            </a:solidFill>
                                            <a:latin typeface="Cambria Math" panose="02040503050406030204" pitchFamily="18" charset="0"/>
                                          </a:rPr>
                                          <m:t>𝑟</m:t>
                                        </m:r>
                                        <m:r>
                                          <a:rPr lang="en-US" altLang="zh-CN" sz="1200">
                                            <a:solidFill>
                                              <a:schemeClr val="bg1"/>
                                            </a:solidFill>
                                            <a:latin typeface="Cambria Math" panose="02040503050406030204" pitchFamily="18" charset="0"/>
                                          </a:rPr>
                                          <m:t>∨</m:t>
                                        </m:r>
                                        <m:d>
                                          <m:dPr>
                                            <m:ctrlPr>
                                              <a:rPr lang="en-US" altLang="zh-CN" sz="1200" i="1">
                                                <a:solidFill>
                                                  <a:schemeClr val="bg1"/>
                                                </a:solidFill>
                                                <a:latin typeface="Cambria Math" panose="02040503050406030204" pitchFamily="18" charset="0"/>
                                              </a:rPr>
                                            </m:ctrlPr>
                                          </m:dPr>
                                          <m:e>
                                            <m:r>
                                              <a:rPr lang="en-US" altLang="zh-CN" sz="1200">
                                                <a:solidFill>
                                                  <a:schemeClr val="bg1"/>
                                                </a:solidFill>
                                                <a:latin typeface="Cambria Math" panose="02040503050406030204" pitchFamily="18" charset="0"/>
                                              </a:rPr>
                                              <m:t>𝑝</m:t>
                                            </m:r>
                                            <m:r>
                                              <a:rPr lang="en-US" altLang="zh-CN" sz="1200">
                                                <a:solidFill>
                                                  <a:schemeClr val="bg1"/>
                                                </a:solidFill>
                                                <a:latin typeface="Cambria Math" panose="02040503050406030204" pitchFamily="18" charset="0"/>
                                              </a:rPr>
                                              <m:t>∧¬</m:t>
                                            </m:r>
                                            <m:r>
                                              <a:rPr lang="en-US" altLang="zh-CN" sz="1200">
                                                <a:solidFill>
                                                  <a:schemeClr val="bg1"/>
                                                </a:solidFill>
                                                <a:latin typeface="Cambria Math" panose="02040503050406030204" pitchFamily="18" charset="0"/>
                                              </a:rPr>
                                              <m:t>𝑞</m:t>
                                            </m:r>
                                          </m:e>
                                        </m:d>
                                      </m:e>
                                    </m:d>
                                  </m:e>
                                </m:d>
                              </m:oMath>
                            </m:oMathPara>
                          </a14:m>
                          <a:endParaRPr lang="zh-CN" altLang="en-US" sz="1200">
                            <a:solidFill>
                              <a:schemeClr val="bg1"/>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50000"/>
                          </a:schemeClr>
                        </a:solidFill>
                      </a:tcPr>
                    </a:tc>
                    <a:tc>
                      <a:txBody>
                        <a:bodyPr/>
                        <a:lstStyle/>
                        <a:p>
                          <a:pPr/>
                          <a14:m>
                            <m:oMathPara xmlns:m="http://schemas.openxmlformats.org/officeDocument/2006/math">
                              <m:oMathParaPr>
                                <m:jc m:val="centerGroup"/>
                              </m:oMathParaPr>
                              <m:oMath xmlns:m="http://schemas.openxmlformats.org/officeDocument/2006/math">
                                <m:r>
                                  <a:rPr lang="en-US" altLang="zh-CN" sz="1200" i="1" smtClean="0">
                                    <a:solidFill>
                                      <a:schemeClr val="bg1"/>
                                    </a:solidFill>
                                    <a:latin typeface="Cambria Math" panose="02040503050406030204" pitchFamily="18" charset="0"/>
                                  </a:rPr>
                                  <m:t>¬</m:t>
                                </m:r>
                                <m:r>
                                  <a:rPr lang="en-US" altLang="zh-CN" sz="1200" i="1" smtClean="0">
                                    <a:solidFill>
                                      <a:schemeClr val="bg1"/>
                                    </a:solidFill>
                                    <a:latin typeface="Cambria Math" panose="02040503050406030204" pitchFamily="18" charset="0"/>
                                  </a:rPr>
                                  <m:t>𝑝</m:t>
                                </m:r>
                              </m:oMath>
                            </m:oMathPara>
                          </a14:m>
                          <a:endParaRPr lang="zh-CN" altLang="en-US" sz="1200">
                            <a:solidFill>
                              <a:schemeClr val="bg1"/>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50000"/>
                          </a:schemeClr>
                        </a:solidFill>
                      </a:tcPr>
                    </a:tc>
                    <a:tc>
                      <a:txBody>
                        <a:bodyPr/>
                        <a:lstStyle/>
                        <a:p>
                          <a:pPr/>
                          <a14:m>
                            <m:oMathPara xmlns:m="http://schemas.openxmlformats.org/officeDocument/2006/math">
                              <m:oMathParaPr>
                                <m:jc m:val="centerGroup"/>
                              </m:oMathParaPr>
                              <m:oMath xmlns:m="http://schemas.openxmlformats.org/officeDocument/2006/math">
                                <m:r>
                                  <a:rPr lang="en-US" altLang="zh-CN" sz="1200" i="1" smtClean="0">
                                    <a:solidFill>
                                      <a:schemeClr val="bg1"/>
                                    </a:solidFill>
                                    <a:latin typeface="Cambria Math" panose="02040503050406030204" pitchFamily="18" charset="0"/>
                                  </a:rPr>
                                  <m:t>𝑠</m:t>
                                </m:r>
                                <m:r>
                                  <a:rPr lang="en-US" altLang="zh-CN" sz="1200" i="1" smtClean="0">
                                    <a:solidFill>
                                      <a:schemeClr val="bg1"/>
                                    </a:solidFill>
                                    <a:latin typeface="Cambria Math" panose="02040503050406030204" pitchFamily="18" charset="0"/>
                                  </a:rPr>
                                  <m:t>∨¬</m:t>
                                </m:r>
                                <m:r>
                                  <a:rPr lang="en-US" altLang="zh-CN" sz="1200" i="1" smtClean="0">
                                    <a:solidFill>
                                      <a:schemeClr val="bg1"/>
                                    </a:solidFill>
                                    <a:latin typeface="Cambria Math" panose="02040503050406030204" pitchFamily="18" charset="0"/>
                                  </a:rPr>
                                  <m:t>𝑝</m:t>
                                </m:r>
                              </m:oMath>
                            </m:oMathPara>
                          </a14:m>
                          <a:endParaRPr lang="zh-CN" altLang="en-US" sz="1200">
                            <a:solidFill>
                              <a:schemeClr val="bg1"/>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50000"/>
                          </a:schemeClr>
                        </a:solidFill>
                      </a:tcPr>
                    </a:tc>
                    <a:tc>
                      <a:txBody>
                        <a:bodyPr/>
                        <a:lstStyle/>
                        <a:p>
                          <a:pPr/>
                          <a14:m>
                            <m:oMathPara xmlns:m="http://schemas.openxmlformats.org/officeDocument/2006/math">
                              <m:oMathParaPr>
                                <m:jc m:val="centerGroup"/>
                              </m:oMathParaPr>
                              <m:oMath xmlns:m="http://schemas.openxmlformats.org/officeDocument/2006/math">
                                <m:r>
                                  <a:rPr lang="en-US" altLang="zh-CN" sz="1200" b="0" i="1" smtClean="0">
                                    <a:solidFill>
                                      <a:schemeClr val="bg1"/>
                                    </a:solidFill>
                                    <a:latin typeface="Cambria Math" panose="02040503050406030204" pitchFamily="18" charset="0"/>
                                  </a:rPr>
                                  <m:t>𝐵</m:t>
                                </m:r>
                              </m:oMath>
                            </m:oMathPara>
                          </a14:m>
                          <a:endParaRPr lang="zh-CN" altLang="en-US" sz="1200">
                            <a:solidFill>
                              <a:schemeClr val="bg1"/>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50000"/>
                          </a:schemeClr>
                        </a:solidFill>
                      </a:tcPr>
                    </a:tc>
                    <a:tc>
                      <a:txBody>
                        <a:bodyPr/>
                        <a:lstStyle/>
                        <a:p>
                          <a:pPr/>
                          <a14:m>
                            <m:oMathPara xmlns:m="http://schemas.openxmlformats.org/officeDocument/2006/math">
                              <m:oMathParaPr>
                                <m:jc m:val="centerGroup"/>
                              </m:oMathParaPr>
                              <m:oMath xmlns:m="http://schemas.openxmlformats.org/officeDocument/2006/math">
                                <m:r>
                                  <a:rPr lang="en-US" altLang="zh-CN" sz="1200" i="1" smtClean="0">
                                    <a:solidFill>
                                      <a:schemeClr val="bg1"/>
                                    </a:solidFill>
                                    <a:latin typeface="Cambria Math" panose="02040503050406030204" pitchFamily="18" charset="0"/>
                                  </a:rPr>
                                  <m:t>𝑝</m:t>
                                </m:r>
                                <m:r>
                                  <a:rPr lang="en-US" altLang="zh-CN" sz="1200" i="1" smtClean="0">
                                    <a:solidFill>
                                      <a:schemeClr val="bg1"/>
                                    </a:solidFill>
                                    <a:latin typeface="Cambria Math" panose="02040503050406030204" pitchFamily="18" charset="0"/>
                                  </a:rPr>
                                  <m:t>∧</m:t>
                                </m:r>
                                <m:r>
                                  <a:rPr lang="en-US" altLang="zh-CN" sz="1200" i="1" smtClean="0">
                                    <a:solidFill>
                                      <a:schemeClr val="bg1"/>
                                    </a:solidFill>
                                    <a:latin typeface="Cambria Math" panose="02040503050406030204" pitchFamily="18" charset="0"/>
                                  </a:rPr>
                                  <m:t>𝑞</m:t>
                                </m:r>
                              </m:oMath>
                            </m:oMathPara>
                          </a14:m>
                          <a:endParaRPr lang="zh-CN" altLang="en-US" sz="1200">
                            <a:solidFill>
                              <a:schemeClr val="bg1"/>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50000"/>
                          </a:schemeClr>
                        </a:solidFill>
                      </a:tcPr>
                    </a:tc>
                    <a:tc>
                      <a:txBody>
                        <a:bodyPr/>
                        <a:lstStyle/>
                        <a:p>
                          <a:pPr/>
                          <a14:m>
                            <m:oMathPara xmlns:m="http://schemas.openxmlformats.org/officeDocument/2006/math">
                              <m:oMathParaPr>
                                <m:jc m:val="centerGroup"/>
                              </m:oMathParaPr>
                              <m:oMath xmlns:m="http://schemas.openxmlformats.org/officeDocument/2006/math">
                                <m:r>
                                  <a:rPr lang="en-US" altLang="zh-CN" sz="1200" i="1" smtClean="0">
                                    <a:solidFill>
                                      <a:schemeClr val="bg1"/>
                                    </a:solidFill>
                                    <a:latin typeface="Cambria Math" panose="02040503050406030204" pitchFamily="18" charset="0"/>
                                  </a:rPr>
                                  <m:t>𝑠</m:t>
                                </m:r>
                                <m:r>
                                  <a:rPr lang="en-US" altLang="zh-CN" sz="1200" i="1" smtClean="0">
                                    <a:solidFill>
                                      <a:schemeClr val="bg1"/>
                                    </a:solidFill>
                                    <a:latin typeface="Cambria Math" panose="02040503050406030204" pitchFamily="18" charset="0"/>
                                  </a:rPr>
                                  <m:t>∨</m:t>
                                </m:r>
                                <m:r>
                                  <a:rPr lang="en-US" altLang="zh-CN" sz="1200" i="1" smtClean="0">
                                    <a:solidFill>
                                      <a:schemeClr val="bg1"/>
                                    </a:solidFill>
                                    <a:latin typeface="Cambria Math" panose="02040503050406030204" pitchFamily="18" charset="0"/>
                                  </a:rPr>
                                  <m:t>𝑟</m:t>
                                </m:r>
                              </m:oMath>
                            </m:oMathPara>
                          </a14:m>
                          <a:endParaRPr lang="zh-CN" altLang="en-US" sz="1200">
                            <a:solidFill>
                              <a:schemeClr val="bg1"/>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50000"/>
                          </a:schemeClr>
                        </a:solidFill>
                      </a:tcPr>
                    </a:tc>
                    <a:tc>
                      <a:txBody>
                        <a:bodyPr/>
                        <a:lstStyle/>
                        <a:p>
                          <a:pPr/>
                          <a14:m>
                            <m:oMathPara xmlns:m="http://schemas.openxmlformats.org/officeDocument/2006/math">
                              <m:oMathParaPr>
                                <m:jc m:val="centerGroup"/>
                              </m:oMathParaPr>
                              <m:oMath xmlns:m="http://schemas.openxmlformats.org/officeDocument/2006/math">
                                <m:r>
                                  <a:rPr lang="en-US" altLang="zh-CN" sz="1200" i="1" smtClean="0">
                                    <a:solidFill>
                                      <a:schemeClr val="bg1"/>
                                    </a:solidFill>
                                    <a:latin typeface="Cambria Math" panose="02040503050406030204" pitchFamily="18" charset="0"/>
                                  </a:rPr>
                                  <m:t>𝐶</m:t>
                                </m:r>
                              </m:oMath>
                            </m:oMathPara>
                          </a14:m>
                          <a:endParaRPr lang="zh-CN" altLang="en-US" sz="1200">
                            <a:solidFill>
                              <a:schemeClr val="bg1"/>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50000"/>
                          </a:schemeClr>
                        </a:solidFill>
                      </a:tcPr>
                    </a:tc>
                    <a:tc>
                      <a:txBody>
                        <a:bodyPr/>
                        <a:lstStyle/>
                        <a:p>
                          <a:pPr/>
                          <a14:m>
                            <m:oMathPara xmlns:m="http://schemas.openxmlformats.org/officeDocument/2006/math">
                              <m:oMathParaPr>
                                <m:jc m:val="centerGroup"/>
                              </m:oMathParaPr>
                              <m:oMath xmlns:m="http://schemas.openxmlformats.org/officeDocument/2006/math">
                                <m:r>
                                  <a:rPr lang="en-US" altLang="zh-CN" sz="1200" i="1" smtClean="0">
                                    <a:solidFill>
                                      <a:schemeClr val="bg1"/>
                                    </a:solidFill>
                                    <a:latin typeface="Cambria Math" panose="02040503050406030204" pitchFamily="18" charset="0"/>
                                  </a:rPr>
                                  <m:t>𝐴</m:t>
                                </m:r>
                              </m:oMath>
                            </m:oMathPara>
                          </a14:m>
                          <a:endParaRPr lang="zh-CN" altLang="en-US" sz="1200">
                            <a:solidFill>
                              <a:schemeClr val="bg1"/>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50000"/>
                          </a:schemeClr>
                        </a:solidFill>
                      </a:tcPr>
                    </a:tc>
                    <a:extLst>
                      <a:ext uri="{0D108BD9-81ED-4DB2-BD59-A6C34878D82A}">
                        <a16:rowId xmlns:a16="http://schemas.microsoft.com/office/drawing/2014/main" val="1958329438"/>
                      </a:ext>
                    </a:extLst>
                  </a:tr>
                  <a:tr h="216000">
                    <a:tc>
                      <a:txBody>
                        <a:bodyPr/>
                        <a:lstStyle/>
                        <a:p>
                          <a:pPr algn="ctr"/>
                          <a:r>
                            <a:rPr lang="en-US" altLang="zh-CN" sz="1200" b="1">
                              <a:solidFill>
                                <a:schemeClr val="accent6">
                                  <a:lumMod val="50000"/>
                                </a:schemeClr>
                              </a:solidFill>
                            </a:rPr>
                            <a:t>0</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0</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0</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0</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40000"/>
                            <a:lumOff val="6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40000"/>
                            <a:lumOff val="6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extLst>
                      <a:ext uri="{0D108BD9-81ED-4DB2-BD59-A6C34878D82A}">
                        <a16:rowId xmlns:a16="http://schemas.microsoft.com/office/drawing/2014/main" val="4139267498"/>
                      </a:ext>
                    </a:extLst>
                  </a:tr>
                  <a:tr h="216000">
                    <a:tc>
                      <a:txBody>
                        <a:bodyPr/>
                        <a:lstStyle/>
                        <a:p>
                          <a:pPr algn="ctr"/>
                          <a:r>
                            <a:rPr lang="en-US" altLang="zh-CN" sz="1200" b="1">
                              <a:solidFill>
                                <a:schemeClr val="accent6">
                                  <a:lumMod val="50000"/>
                                </a:schemeClr>
                              </a:solidFill>
                            </a:rPr>
                            <a:t>0</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0</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0</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1</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40000"/>
                            <a:lumOff val="6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40000"/>
                            <a:lumOff val="6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extLst>
                      <a:ext uri="{0D108BD9-81ED-4DB2-BD59-A6C34878D82A}">
                        <a16:rowId xmlns:a16="http://schemas.microsoft.com/office/drawing/2014/main" val="317709844"/>
                      </a:ext>
                    </a:extLst>
                  </a:tr>
                  <a:tr h="216000">
                    <a:tc>
                      <a:txBody>
                        <a:bodyPr/>
                        <a:lstStyle/>
                        <a:p>
                          <a:pPr algn="ctr"/>
                          <a:r>
                            <a:rPr lang="en-US" altLang="zh-CN" sz="1200" b="1">
                              <a:solidFill>
                                <a:schemeClr val="accent6">
                                  <a:lumMod val="50000"/>
                                </a:schemeClr>
                              </a:solidFill>
                            </a:rPr>
                            <a:t>0</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0</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1</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0</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40000"/>
                            <a:lumOff val="6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40000"/>
                            <a:lumOff val="6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extLst>
                      <a:ext uri="{0D108BD9-81ED-4DB2-BD59-A6C34878D82A}">
                        <a16:rowId xmlns:a16="http://schemas.microsoft.com/office/drawing/2014/main" val="2192319947"/>
                      </a:ext>
                    </a:extLst>
                  </a:tr>
                  <a:tr h="216000">
                    <a:tc>
                      <a:txBody>
                        <a:bodyPr/>
                        <a:lstStyle/>
                        <a:p>
                          <a:pPr algn="ctr"/>
                          <a:r>
                            <a:rPr lang="en-US" altLang="zh-CN" sz="1200" b="1">
                              <a:solidFill>
                                <a:schemeClr val="accent6">
                                  <a:lumMod val="50000"/>
                                </a:schemeClr>
                              </a:solidFill>
                            </a:rPr>
                            <a:t>0</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0</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1</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1</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40000"/>
                            <a:lumOff val="6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40000"/>
                            <a:lumOff val="6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extLst>
                      <a:ext uri="{0D108BD9-81ED-4DB2-BD59-A6C34878D82A}">
                        <a16:rowId xmlns:a16="http://schemas.microsoft.com/office/drawing/2014/main" val="2378237559"/>
                      </a:ext>
                    </a:extLst>
                  </a:tr>
                  <a:tr h="216000">
                    <a:tc>
                      <a:txBody>
                        <a:bodyPr/>
                        <a:lstStyle/>
                        <a:p>
                          <a:pPr algn="ctr"/>
                          <a:r>
                            <a:rPr lang="en-US" altLang="zh-CN" sz="1200" b="1">
                              <a:solidFill>
                                <a:schemeClr val="accent6">
                                  <a:lumMod val="50000"/>
                                </a:schemeClr>
                              </a:solidFill>
                            </a:rPr>
                            <a:t>0</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1</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0</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0</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40000"/>
                            <a:lumOff val="6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40000"/>
                            <a:lumOff val="6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extLst>
                      <a:ext uri="{0D108BD9-81ED-4DB2-BD59-A6C34878D82A}">
                        <a16:rowId xmlns:a16="http://schemas.microsoft.com/office/drawing/2014/main" val="1920069111"/>
                      </a:ext>
                    </a:extLst>
                  </a:tr>
                  <a:tr h="216000">
                    <a:tc>
                      <a:txBody>
                        <a:bodyPr/>
                        <a:lstStyle/>
                        <a:p>
                          <a:pPr algn="ctr"/>
                          <a:r>
                            <a:rPr lang="en-US" altLang="zh-CN" sz="1200" b="1">
                              <a:solidFill>
                                <a:schemeClr val="accent6">
                                  <a:lumMod val="50000"/>
                                </a:schemeClr>
                              </a:solidFill>
                            </a:rPr>
                            <a:t>0</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1</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0</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1</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40000"/>
                            <a:lumOff val="6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40000"/>
                            <a:lumOff val="6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extLst>
                      <a:ext uri="{0D108BD9-81ED-4DB2-BD59-A6C34878D82A}">
                        <a16:rowId xmlns:a16="http://schemas.microsoft.com/office/drawing/2014/main" val="3111458819"/>
                      </a:ext>
                    </a:extLst>
                  </a:tr>
                  <a:tr h="216000">
                    <a:tc>
                      <a:txBody>
                        <a:bodyPr/>
                        <a:lstStyle/>
                        <a:p>
                          <a:pPr algn="ctr"/>
                          <a:r>
                            <a:rPr lang="en-US" altLang="zh-CN" sz="1200" b="1">
                              <a:solidFill>
                                <a:schemeClr val="accent6">
                                  <a:lumMod val="50000"/>
                                </a:schemeClr>
                              </a:solidFill>
                            </a:rPr>
                            <a:t>0</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1</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1</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0</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40000"/>
                            <a:lumOff val="6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40000"/>
                            <a:lumOff val="6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extLst>
                      <a:ext uri="{0D108BD9-81ED-4DB2-BD59-A6C34878D82A}">
                        <a16:rowId xmlns:a16="http://schemas.microsoft.com/office/drawing/2014/main" val="4225156006"/>
                      </a:ext>
                    </a:extLst>
                  </a:tr>
                  <a:tr h="216000">
                    <a:tc>
                      <a:txBody>
                        <a:bodyPr/>
                        <a:lstStyle/>
                        <a:p>
                          <a:pPr algn="ctr"/>
                          <a:r>
                            <a:rPr lang="en-US" altLang="zh-CN" sz="1200" b="1">
                              <a:solidFill>
                                <a:schemeClr val="accent6">
                                  <a:lumMod val="50000"/>
                                </a:schemeClr>
                              </a:solidFill>
                            </a:rPr>
                            <a:t>0</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1</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1</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1</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40000"/>
                            <a:lumOff val="6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40000"/>
                            <a:lumOff val="6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extLst>
                      <a:ext uri="{0D108BD9-81ED-4DB2-BD59-A6C34878D82A}">
                        <a16:rowId xmlns:a16="http://schemas.microsoft.com/office/drawing/2014/main" val="1877986140"/>
                      </a:ext>
                    </a:extLst>
                  </a:tr>
                  <a:tr h="216000">
                    <a:tc>
                      <a:txBody>
                        <a:bodyPr/>
                        <a:lstStyle/>
                        <a:p>
                          <a:pPr algn="ctr"/>
                          <a:r>
                            <a:rPr lang="en-US" altLang="zh-CN" sz="1200" b="1">
                              <a:solidFill>
                                <a:schemeClr val="accent6">
                                  <a:lumMod val="50000"/>
                                </a:schemeClr>
                              </a:solidFill>
                            </a:rPr>
                            <a:t>1</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0</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0</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0</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40000"/>
                            <a:lumOff val="6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40000"/>
                            <a:lumOff val="6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extLst>
                      <a:ext uri="{0D108BD9-81ED-4DB2-BD59-A6C34878D82A}">
                        <a16:rowId xmlns:a16="http://schemas.microsoft.com/office/drawing/2014/main" val="2411609298"/>
                      </a:ext>
                    </a:extLst>
                  </a:tr>
                  <a:tr h="216000">
                    <a:tc>
                      <a:txBody>
                        <a:bodyPr/>
                        <a:lstStyle/>
                        <a:p>
                          <a:pPr algn="ctr"/>
                          <a:r>
                            <a:rPr lang="en-US" altLang="zh-CN" sz="1200" b="1">
                              <a:solidFill>
                                <a:schemeClr val="accent6">
                                  <a:lumMod val="50000"/>
                                </a:schemeClr>
                              </a:solidFill>
                            </a:rPr>
                            <a:t>1</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0</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0</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1</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40000"/>
                            <a:lumOff val="6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40000"/>
                            <a:lumOff val="6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extLst>
                      <a:ext uri="{0D108BD9-81ED-4DB2-BD59-A6C34878D82A}">
                        <a16:rowId xmlns:a16="http://schemas.microsoft.com/office/drawing/2014/main" val="1588725463"/>
                      </a:ext>
                    </a:extLst>
                  </a:tr>
                  <a:tr h="216000">
                    <a:tc>
                      <a:txBody>
                        <a:bodyPr/>
                        <a:lstStyle/>
                        <a:p>
                          <a:pPr algn="ctr"/>
                          <a:r>
                            <a:rPr lang="en-US" altLang="zh-CN" sz="1200" b="1">
                              <a:solidFill>
                                <a:schemeClr val="accent6">
                                  <a:lumMod val="50000"/>
                                </a:schemeClr>
                              </a:solidFill>
                            </a:rPr>
                            <a:t>1</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0</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1</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0</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40000"/>
                            <a:lumOff val="6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40000"/>
                            <a:lumOff val="6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extLst>
                      <a:ext uri="{0D108BD9-81ED-4DB2-BD59-A6C34878D82A}">
                        <a16:rowId xmlns:a16="http://schemas.microsoft.com/office/drawing/2014/main" val="2892165594"/>
                      </a:ext>
                    </a:extLst>
                  </a:tr>
                  <a:tr h="216000">
                    <a:tc>
                      <a:txBody>
                        <a:bodyPr/>
                        <a:lstStyle/>
                        <a:p>
                          <a:pPr algn="ctr"/>
                          <a:r>
                            <a:rPr lang="en-US" altLang="zh-CN" sz="1200" b="1">
                              <a:solidFill>
                                <a:schemeClr val="accent6">
                                  <a:lumMod val="50000"/>
                                </a:schemeClr>
                              </a:solidFill>
                            </a:rPr>
                            <a:t>1</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0</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1</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1</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40000"/>
                            <a:lumOff val="6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40000"/>
                            <a:lumOff val="6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extLst>
                      <a:ext uri="{0D108BD9-81ED-4DB2-BD59-A6C34878D82A}">
                        <a16:rowId xmlns:a16="http://schemas.microsoft.com/office/drawing/2014/main" val="754548389"/>
                      </a:ext>
                    </a:extLst>
                  </a:tr>
                  <a:tr h="216000">
                    <a:tc>
                      <a:txBody>
                        <a:bodyPr/>
                        <a:lstStyle/>
                        <a:p>
                          <a:pPr algn="ctr"/>
                          <a:r>
                            <a:rPr lang="en-US" altLang="zh-CN" sz="1200" b="1">
                              <a:solidFill>
                                <a:schemeClr val="accent6">
                                  <a:lumMod val="50000"/>
                                </a:schemeClr>
                              </a:solidFill>
                            </a:rPr>
                            <a:t>1</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1</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0</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0</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40000"/>
                            <a:lumOff val="6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40000"/>
                            <a:lumOff val="6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extLst>
                      <a:ext uri="{0D108BD9-81ED-4DB2-BD59-A6C34878D82A}">
                        <a16:rowId xmlns:a16="http://schemas.microsoft.com/office/drawing/2014/main" val="1885926177"/>
                      </a:ext>
                    </a:extLst>
                  </a:tr>
                  <a:tr h="216000">
                    <a:tc>
                      <a:txBody>
                        <a:bodyPr/>
                        <a:lstStyle/>
                        <a:p>
                          <a:pPr algn="ctr"/>
                          <a:r>
                            <a:rPr lang="en-US" altLang="zh-CN" sz="1200" b="1">
                              <a:solidFill>
                                <a:schemeClr val="accent6">
                                  <a:lumMod val="50000"/>
                                </a:schemeClr>
                              </a:solidFill>
                            </a:rPr>
                            <a:t>1</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1</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0</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1</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40000"/>
                            <a:lumOff val="6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40000"/>
                            <a:lumOff val="6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extLst>
                      <a:ext uri="{0D108BD9-81ED-4DB2-BD59-A6C34878D82A}">
                        <a16:rowId xmlns:a16="http://schemas.microsoft.com/office/drawing/2014/main" val="2317368824"/>
                      </a:ext>
                    </a:extLst>
                  </a:tr>
                  <a:tr h="216000">
                    <a:tc>
                      <a:txBody>
                        <a:bodyPr/>
                        <a:lstStyle/>
                        <a:p>
                          <a:pPr algn="ctr"/>
                          <a:r>
                            <a:rPr lang="en-US" altLang="zh-CN" sz="1200" b="1">
                              <a:solidFill>
                                <a:schemeClr val="accent6">
                                  <a:lumMod val="50000"/>
                                </a:schemeClr>
                              </a:solidFill>
                            </a:rPr>
                            <a:t>1</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1</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1</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0</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40000"/>
                            <a:lumOff val="6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40000"/>
                            <a:lumOff val="6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extLst>
                      <a:ext uri="{0D108BD9-81ED-4DB2-BD59-A6C34878D82A}">
                        <a16:rowId xmlns:a16="http://schemas.microsoft.com/office/drawing/2014/main" val="274105415"/>
                      </a:ext>
                    </a:extLst>
                  </a:tr>
                  <a:tr h="216000">
                    <a:tc>
                      <a:txBody>
                        <a:bodyPr/>
                        <a:lstStyle/>
                        <a:p>
                          <a:pPr algn="ctr"/>
                          <a:r>
                            <a:rPr lang="en-US" altLang="zh-CN" sz="1200" b="1">
                              <a:solidFill>
                                <a:schemeClr val="accent6">
                                  <a:lumMod val="50000"/>
                                </a:schemeClr>
                              </a:solidFill>
                            </a:rPr>
                            <a:t>1</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1</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1</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1</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40000"/>
                            <a:lumOff val="6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40000"/>
                            <a:lumOff val="6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extLst>
                      <a:ext uri="{0D108BD9-81ED-4DB2-BD59-A6C34878D82A}">
                        <a16:rowId xmlns:a16="http://schemas.microsoft.com/office/drawing/2014/main" val="527494467"/>
                      </a:ext>
                    </a:extLst>
                  </a:tr>
                </a:tbl>
              </a:graphicData>
            </a:graphic>
          </p:graphicFrame>
        </mc:Choice>
        <mc:Fallback xmlns="">
          <p:graphicFrame>
            <p:nvGraphicFramePr>
              <p:cNvPr id="19" name="表格 18">
                <a:extLst>
                  <a:ext uri="{FF2B5EF4-FFF2-40B4-BE49-F238E27FC236}">
                    <a16:creationId xmlns:a16="http://schemas.microsoft.com/office/drawing/2014/main" id="{392695BB-F672-41BC-80D1-869F33C3655E}"/>
                  </a:ext>
                </a:extLst>
              </p:cNvPr>
              <p:cNvGraphicFramePr>
                <a:graphicFrameLocks noGrp="1"/>
              </p:cNvGraphicFramePr>
              <p:nvPr>
                <p:extLst>
                  <p:ext uri="{D42A27DB-BD31-4B8C-83A1-F6EECF244321}">
                    <p14:modId xmlns:p14="http://schemas.microsoft.com/office/powerpoint/2010/main" val="3909927611"/>
                  </p:ext>
                </p:extLst>
              </p:nvPr>
            </p:nvGraphicFramePr>
            <p:xfrm>
              <a:off x="1319925" y="1713091"/>
              <a:ext cx="9231853" cy="4754309"/>
            </p:xfrm>
            <a:graphic>
              <a:graphicData uri="http://schemas.openxmlformats.org/drawingml/2006/table">
                <a:tbl>
                  <a:tblPr firstRow="1" bandRow="1">
                    <a:tableStyleId>{2D5ABB26-0587-4C30-8999-92F81FD0307C}</a:tableStyleId>
                  </a:tblPr>
                  <a:tblGrid>
                    <a:gridCol w="384865">
                      <a:extLst>
                        <a:ext uri="{9D8B030D-6E8A-4147-A177-3AD203B41FA5}">
                          <a16:colId xmlns:a16="http://schemas.microsoft.com/office/drawing/2014/main" val="2864422384"/>
                        </a:ext>
                      </a:extLst>
                    </a:gridCol>
                    <a:gridCol w="362274">
                      <a:extLst>
                        <a:ext uri="{9D8B030D-6E8A-4147-A177-3AD203B41FA5}">
                          <a16:colId xmlns:a16="http://schemas.microsoft.com/office/drawing/2014/main" val="3488826130"/>
                        </a:ext>
                      </a:extLst>
                    </a:gridCol>
                    <a:gridCol w="378556">
                      <a:extLst>
                        <a:ext uri="{9D8B030D-6E8A-4147-A177-3AD203B41FA5}">
                          <a16:colId xmlns:a16="http://schemas.microsoft.com/office/drawing/2014/main" val="2854184512"/>
                        </a:ext>
                      </a:extLst>
                    </a:gridCol>
                    <a:gridCol w="435340">
                      <a:extLst>
                        <a:ext uri="{9D8B030D-6E8A-4147-A177-3AD203B41FA5}">
                          <a16:colId xmlns:a16="http://schemas.microsoft.com/office/drawing/2014/main" val="3964920766"/>
                        </a:ext>
                      </a:extLst>
                    </a:gridCol>
                    <a:gridCol w="454266">
                      <a:extLst>
                        <a:ext uri="{9D8B030D-6E8A-4147-A177-3AD203B41FA5}">
                          <a16:colId xmlns:a16="http://schemas.microsoft.com/office/drawing/2014/main" val="4236634668"/>
                        </a:ext>
                      </a:extLst>
                    </a:gridCol>
                    <a:gridCol w="766117">
                      <a:extLst>
                        <a:ext uri="{9D8B030D-6E8A-4147-A177-3AD203B41FA5}">
                          <a16:colId xmlns:a16="http://schemas.microsoft.com/office/drawing/2014/main" val="2066406258"/>
                        </a:ext>
                      </a:extLst>
                    </a:gridCol>
                    <a:gridCol w="1043732">
                      <a:extLst>
                        <a:ext uri="{9D8B030D-6E8A-4147-A177-3AD203B41FA5}">
                          <a16:colId xmlns:a16="http://schemas.microsoft.com/office/drawing/2014/main" val="900831817"/>
                        </a:ext>
                      </a:extLst>
                    </a:gridCol>
                    <a:gridCol w="1660483">
                      <a:extLst>
                        <a:ext uri="{9D8B030D-6E8A-4147-A177-3AD203B41FA5}">
                          <a16:colId xmlns:a16="http://schemas.microsoft.com/office/drawing/2014/main" val="302161120"/>
                        </a:ext>
                      </a:extLst>
                    </a:gridCol>
                    <a:gridCol w="440535">
                      <a:extLst>
                        <a:ext uri="{9D8B030D-6E8A-4147-A177-3AD203B41FA5}">
                          <a16:colId xmlns:a16="http://schemas.microsoft.com/office/drawing/2014/main" val="4208173144"/>
                        </a:ext>
                      </a:extLst>
                    </a:gridCol>
                    <a:gridCol w="670970">
                      <a:extLst>
                        <a:ext uri="{9D8B030D-6E8A-4147-A177-3AD203B41FA5}">
                          <a16:colId xmlns:a16="http://schemas.microsoft.com/office/drawing/2014/main" val="2473502894"/>
                        </a:ext>
                      </a:extLst>
                    </a:gridCol>
                    <a:gridCol w="526943">
                      <a:extLst>
                        <a:ext uri="{9D8B030D-6E8A-4147-A177-3AD203B41FA5}">
                          <a16:colId xmlns:a16="http://schemas.microsoft.com/office/drawing/2014/main" val="3558357481"/>
                        </a:ext>
                      </a:extLst>
                    </a:gridCol>
                    <a:gridCol w="526943">
                      <a:extLst>
                        <a:ext uri="{9D8B030D-6E8A-4147-A177-3AD203B41FA5}">
                          <a16:colId xmlns:a16="http://schemas.microsoft.com/office/drawing/2014/main" val="1080145731"/>
                        </a:ext>
                      </a:extLst>
                    </a:gridCol>
                    <a:gridCol w="526943">
                      <a:extLst>
                        <a:ext uri="{9D8B030D-6E8A-4147-A177-3AD203B41FA5}">
                          <a16:colId xmlns:a16="http://schemas.microsoft.com/office/drawing/2014/main" val="3392241256"/>
                        </a:ext>
                      </a:extLst>
                    </a:gridCol>
                    <a:gridCol w="526943">
                      <a:extLst>
                        <a:ext uri="{9D8B030D-6E8A-4147-A177-3AD203B41FA5}">
                          <a16:colId xmlns:a16="http://schemas.microsoft.com/office/drawing/2014/main" val="2192000459"/>
                        </a:ext>
                      </a:extLst>
                    </a:gridCol>
                    <a:gridCol w="526943">
                      <a:extLst>
                        <a:ext uri="{9D8B030D-6E8A-4147-A177-3AD203B41FA5}">
                          <a16:colId xmlns:a16="http://schemas.microsoft.com/office/drawing/2014/main" val="2454186747"/>
                        </a:ext>
                      </a:extLst>
                    </a:gridCol>
                  </a:tblGrid>
                  <a:tr h="365189">
                    <a:tc>
                      <a:txBody>
                        <a:bodyPr/>
                        <a:lstStyle/>
                        <a:p>
                          <a:endParaRPr lang="zh-CN"/>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blipFill>
                          <a:blip r:embed="rId2"/>
                          <a:stretch>
                            <a:fillRect t="-1667" r="-2306349" b="-1213333"/>
                          </a:stretch>
                        </a:blipFill>
                      </a:tcPr>
                    </a:tc>
                    <a:tc>
                      <a:txBody>
                        <a:bodyPr/>
                        <a:lstStyle/>
                        <a:p>
                          <a:endParaRPr lang="zh-CN"/>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blipFill>
                          <a:blip r:embed="rId2"/>
                          <a:stretch>
                            <a:fillRect l="-105000" t="-1667" r="-2321667" b="-1213333"/>
                          </a:stretch>
                        </a:blipFill>
                      </a:tcPr>
                    </a:tc>
                    <a:tc>
                      <a:txBody>
                        <a:bodyPr/>
                        <a:lstStyle/>
                        <a:p>
                          <a:endParaRPr lang="zh-CN"/>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blipFill>
                          <a:blip r:embed="rId2"/>
                          <a:stretch>
                            <a:fillRect l="-198387" t="-1667" r="-2146774" b="-1213333"/>
                          </a:stretch>
                        </a:blipFill>
                      </a:tcPr>
                    </a:tc>
                    <a:tc>
                      <a:txBody>
                        <a:bodyPr/>
                        <a:lstStyle/>
                        <a:p>
                          <a:endParaRPr lang="zh-CN"/>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blipFill>
                          <a:blip r:embed="rId2"/>
                          <a:stretch>
                            <a:fillRect l="-260563" t="-1667" r="-1774648" b="-1213333"/>
                          </a:stretch>
                        </a:blipFill>
                      </a:tcPr>
                    </a:tc>
                    <a:tc>
                      <a:txBody>
                        <a:bodyPr/>
                        <a:lstStyle/>
                        <a:p>
                          <a:endParaRPr lang="zh-CN"/>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blipFill>
                          <a:blip r:embed="rId2"/>
                          <a:stretch>
                            <a:fillRect l="-341333" t="-1667" r="-1580000" b="-1213333"/>
                          </a:stretch>
                        </a:blipFill>
                      </a:tcPr>
                    </a:tc>
                    <a:tc>
                      <a:txBody>
                        <a:bodyPr/>
                        <a:lstStyle/>
                        <a:p>
                          <a:endParaRPr lang="zh-CN"/>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blipFill>
                          <a:blip r:embed="rId2"/>
                          <a:stretch>
                            <a:fillRect l="-264800" t="-1667" r="-848000" b="-1213333"/>
                          </a:stretch>
                        </a:blipFill>
                      </a:tcPr>
                    </a:tc>
                    <a:tc>
                      <a:txBody>
                        <a:bodyPr/>
                        <a:lstStyle/>
                        <a:p>
                          <a:endParaRPr lang="zh-CN"/>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blipFill>
                          <a:blip r:embed="rId2"/>
                          <a:stretch>
                            <a:fillRect l="-265116" t="-1667" r="-516279" b="-1213333"/>
                          </a:stretch>
                        </a:blipFill>
                      </a:tcPr>
                    </a:tc>
                    <a:tc>
                      <a:txBody>
                        <a:bodyPr/>
                        <a:lstStyle/>
                        <a:p>
                          <a:endParaRPr lang="zh-CN"/>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blipFill>
                          <a:blip r:embed="rId2"/>
                          <a:stretch>
                            <a:fillRect l="-230882" t="-1667" r="-226471" b="-1213333"/>
                          </a:stretch>
                        </a:blipFill>
                      </a:tcPr>
                    </a:tc>
                    <a:tc>
                      <a:txBody>
                        <a:bodyPr/>
                        <a:lstStyle/>
                        <a:p>
                          <a:endParaRPr lang="zh-CN"/>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blipFill>
                          <a:blip r:embed="rId2"/>
                          <a:stretch>
                            <a:fillRect l="-1232877" t="-1667" r="-743836" b="-1213333"/>
                          </a:stretch>
                        </a:blipFill>
                      </a:tcPr>
                    </a:tc>
                    <a:tc>
                      <a:txBody>
                        <a:bodyPr/>
                        <a:lstStyle/>
                        <a:p>
                          <a:endParaRPr lang="zh-CN"/>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blipFill>
                          <a:blip r:embed="rId2"/>
                          <a:stretch>
                            <a:fillRect l="-884545" t="-1667" r="-393636" b="-1213333"/>
                          </a:stretch>
                        </a:blipFill>
                      </a:tcPr>
                    </a:tc>
                    <a:tc>
                      <a:txBody>
                        <a:bodyPr/>
                        <a:lstStyle/>
                        <a:p>
                          <a:endParaRPr lang="zh-CN"/>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blipFill>
                          <a:blip r:embed="rId2"/>
                          <a:stretch>
                            <a:fillRect l="-1259302" t="-1667" r="-403488" b="-1213333"/>
                          </a:stretch>
                        </a:blipFill>
                      </a:tcPr>
                    </a:tc>
                    <a:tc>
                      <a:txBody>
                        <a:bodyPr/>
                        <a:lstStyle/>
                        <a:p>
                          <a:endParaRPr lang="zh-CN"/>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blipFill>
                          <a:blip r:embed="rId2"/>
                          <a:stretch>
                            <a:fillRect l="-1343678" t="-1667" r="-298851" b="-1213333"/>
                          </a:stretch>
                        </a:blipFill>
                      </a:tcPr>
                    </a:tc>
                    <a:tc>
                      <a:txBody>
                        <a:bodyPr/>
                        <a:lstStyle/>
                        <a:p>
                          <a:endParaRPr lang="zh-CN"/>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blipFill>
                          <a:blip r:embed="rId2"/>
                          <a:stretch>
                            <a:fillRect l="-1460465" t="-1667" r="-202326" b="-1213333"/>
                          </a:stretch>
                        </a:blipFill>
                      </a:tcPr>
                    </a:tc>
                    <a:tc>
                      <a:txBody>
                        <a:bodyPr/>
                        <a:lstStyle/>
                        <a:p>
                          <a:endParaRPr lang="zh-CN"/>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blipFill>
                          <a:blip r:embed="rId2"/>
                          <a:stretch>
                            <a:fillRect l="-1542529" t="-1667" r="-100000" b="-1213333"/>
                          </a:stretch>
                        </a:blipFill>
                      </a:tcPr>
                    </a:tc>
                    <a:tc>
                      <a:txBody>
                        <a:bodyPr/>
                        <a:lstStyle/>
                        <a:p>
                          <a:endParaRPr lang="zh-CN"/>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blipFill>
                          <a:blip r:embed="rId2"/>
                          <a:stretch>
                            <a:fillRect l="-1661628" t="-1667" r="-1163" b="-1213333"/>
                          </a:stretch>
                        </a:blipFill>
                      </a:tcPr>
                    </a:tc>
                    <a:extLst>
                      <a:ext uri="{0D108BD9-81ED-4DB2-BD59-A6C34878D82A}">
                        <a16:rowId xmlns:a16="http://schemas.microsoft.com/office/drawing/2014/main" val="1958329438"/>
                      </a:ext>
                    </a:extLst>
                  </a:tr>
                  <a:tr h="274320">
                    <a:tc>
                      <a:txBody>
                        <a:bodyPr/>
                        <a:lstStyle/>
                        <a:p>
                          <a:pPr algn="ctr"/>
                          <a:r>
                            <a:rPr lang="en-US" altLang="zh-CN" sz="1200" b="1">
                              <a:solidFill>
                                <a:schemeClr val="accent6">
                                  <a:lumMod val="50000"/>
                                </a:schemeClr>
                              </a:solidFill>
                            </a:rPr>
                            <a:t>0</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0</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0</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0</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40000"/>
                            <a:lumOff val="6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40000"/>
                            <a:lumOff val="6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extLst>
                      <a:ext uri="{0D108BD9-81ED-4DB2-BD59-A6C34878D82A}">
                        <a16:rowId xmlns:a16="http://schemas.microsoft.com/office/drawing/2014/main" val="4139267498"/>
                      </a:ext>
                    </a:extLst>
                  </a:tr>
                  <a:tr h="274320">
                    <a:tc>
                      <a:txBody>
                        <a:bodyPr/>
                        <a:lstStyle/>
                        <a:p>
                          <a:pPr algn="ctr"/>
                          <a:r>
                            <a:rPr lang="en-US" altLang="zh-CN" sz="1200" b="1">
                              <a:solidFill>
                                <a:schemeClr val="accent6">
                                  <a:lumMod val="50000"/>
                                </a:schemeClr>
                              </a:solidFill>
                            </a:rPr>
                            <a:t>0</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0</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0</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1</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40000"/>
                            <a:lumOff val="6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40000"/>
                            <a:lumOff val="6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extLst>
                      <a:ext uri="{0D108BD9-81ED-4DB2-BD59-A6C34878D82A}">
                        <a16:rowId xmlns:a16="http://schemas.microsoft.com/office/drawing/2014/main" val="317709844"/>
                      </a:ext>
                    </a:extLst>
                  </a:tr>
                  <a:tr h="274320">
                    <a:tc>
                      <a:txBody>
                        <a:bodyPr/>
                        <a:lstStyle/>
                        <a:p>
                          <a:pPr algn="ctr"/>
                          <a:r>
                            <a:rPr lang="en-US" altLang="zh-CN" sz="1200" b="1">
                              <a:solidFill>
                                <a:schemeClr val="accent6">
                                  <a:lumMod val="50000"/>
                                </a:schemeClr>
                              </a:solidFill>
                            </a:rPr>
                            <a:t>0</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0</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1</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0</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40000"/>
                            <a:lumOff val="6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40000"/>
                            <a:lumOff val="6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extLst>
                      <a:ext uri="{0D108BD9-81ED-4DB2-BD59-A6C34878D82A}">
                        <a16:rowId xmlns:a16="http://schemas.microsoft.com/office/drawing/2014/main" val="2192319947"/>
                      </a:ext>
                    </a:extLst>
                  </a:tr>
                  <a:tr h="274320">
                    <a:tc>
                      <a:txBody>
                        <a:bodyPr/>
                        <a:lstStyle/>
                        <a:p>
                          <a:pPr algn="ctr"/>
                          <a:r>
                            <a:rPr lang="en-US" altLang="zh-CN" sz="1200" b="1">
                              <a:solidFill>
                                <a:schemeClr val="accent6">
                                  <a:lumMod val="50000"/>
                                </a:schemeClr>
                              </a:solidFill>
                            </a:rPr>
                            <a:t>0</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0</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1</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1</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40000"/>
                            <a:lumOff val="6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40000"/>
                            <a:lumOff val="6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extLst>
                      <a:ext uri="{0D108BD9-81ED-4DB2-BD59-A6C34878D82A}">
                        <a16:rowId xmlns:a16="http://schemas.microsoft.com/office/drawing/2014/main" val="2378237559"/>
                      </a:ext>
                    </a:extLst>
                  </a:tr>
                  <a:tr h="274320">
                    <a:tc>
                      <a:txBody>
                        <a:bodyPr/>
                        <a:lstStyle/>
                        <a:p>
                          <a:pPr algn="ctr"/>
                          <a:r>
                            <a:rPr lang="en-US" altLang="zh-CN" sz="1200" b="1">
                              <a:solidFill>
                                <a:schemeClr val="accent6">
                                  <a:lumMod val="50000"/>
                                </a:schemeClr>
                              </a:solidFill>
                            </a:rPr>
                            <a:t>0</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1</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0</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0</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40000"/>
                            <a:lumOff val="6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40000"/>
                            <a:lumOff val="6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extLst>
                      <a:ext uri="{0D108BD9-81ED-4DB2-BD59-A6C34878D82A}">
                        <a16:rowId xmlns:a16="http://schemas.microsoft.com/office/drawing/2014/main" val="1920069111"/>
                      </a:ext>
                    </a:extLst>
                  </a:tr>
                  <a:tr h="274320">
                    <a:tc>
                      <a:txBody>
                        <a:bodyPr/>
                        <a:lstStyle/>
                        <a:p>
                          <a:pPr algn="ctr"/>
                          <a:r>
                            <a:rPr lang="en-US" altLang="zh-CN" sz="1200" b="1">
                              <a:solidFill>
                                <a:schemeClr val="accent6">
                                  <a:lumMod val="50000"/>
                                </a:schemeClr>
                              </a:solidFill>
                            </a:rPr>
                            <a:t>0</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1</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0</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1</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40000"/>
                            <a:lumOff val="6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40000"/>
                            <a:lumOff val="6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extLst>
                      <a:ext uri="{0D108BD9-81ED-4DB2-BD59-A6C34878D82A}">
                        <a16:rowId xmlns:a16="http://schemas.microsoft.com/office/drawing/2014/main" val="3111458819"/>
                      </a:ext>
                    </a:extLst>
                  </a:tr>
                  <a:tr h="274320">
                    <a:tc>
                      <a:txBody>
                        <a:bodyPr/>
                        <a:lstStyle/>
                        <a:p>
                          <a:pPr algn="ctr"/>
                          <a:r>
                            <a:rPr lang="en-US" altLang="zh-CN" sz="1200" b="1">
                              <a:solidFill>
                                <a:schemeClr val="accent6">
                                  <a:lumMod val="50000"/>
                                </a:schemeClr>
                              </a:solidFill>
                            </a:rPr>
                            <a:t>0</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1</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1</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0</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40000"/>
                            <a:lumOff val="6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40000"/>
                            <a:lumOff val="6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extLst>
                      <a:ext uri="{0D108BD9-81ED-4DB2-BD59-A6C34878D82A}">
                        <a16:rowId xmlns:a16="http://schemas.microsoft.com/office/drawing/2014/main" val="4225156006"/>
                      </a:ext>
                    </a:extLst>
                  </a:tr>
                  <a:tr h="274320">
                    <a:tc>
                      <a:txBody>
                        <a:bodyPr/>
                        <a:lstStyle/>
                        <a:p>
                          <a:pPr algn="ctr"/>
                          <a:r>
                            <a:rPr lang="en-US" altLang="zh-CN" sz="1200" b="1">
                              <a:solidFill>
                                <a:schemeClr val="accent6">
                                  <a:lumMod val="50000"/>
                                </a:schemeClr>
                              </a:solidFill>
                            </a:rPr>
                            <a:t>0</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1</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1</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1</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40000"/>
                            <a:lumOff val="6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40000"/>
                            <a:lumOff val="6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extLst>
                      <a:ext uri="{0D108BD9-81ED-4DB2-BD59-A6C34878D82A}">
                        <a16:rowId xmlns:a16="http://schemas.microsoft.com/office/drawing/2014/main" val="1877986140"/>
                      </a:ext>
                    </a:extLst>
                  </a:tr>
                  <a:tr h="274320">
                    <a:tc>
                      <a:txBody>
                        <a:bodyPr/>
                        <a:lstStyle/>
                        <a:p>
                          <a:pPr algn="ctr"/>
                          <a:r>
                            <a:rPr lang="en-US" altLang="zh-CN" sz="1200" b="1">
                              <a:solidFill>
                                <a:schemeClr val="accent6">
                                  <a:lumMod val="50000"/>
                                </a:schemeClr>
                              </a:solidFill>
                            </a:rPr>
                            <a:t>1</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0</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0</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0</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40000"/>
                            <a:lumOff val="6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40000"/>
                            <a:lumOff val="6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extLst>
                      <a:ext uri="{0D108BD9-81ED-4DB2-BD59-A6C34878D82A}">
                        <a16:rowId xmlns:a16="http://schemas.microsoft.com/office/drawing/2014/main" val="2411609298"/>
                      </a:ext>
                    </a:extLst>
                  </a:tr>
                  <a:tr h="274320">
                    <a:tc>
                      <a:txBody>
                        <a:bodyPr/>
                        <a:lstStyle/>
                        <a:p>
                          <a:pPr algn="ctr"/>
                          <a:r>
                            <a:rPr lang="en-US" altLang="zh-CN" sz="1200" b="1">
                              <a:solidFill>
                                <a:schemeClr val="accent6">
                                  <a:lumMod val="50000"/>
                                </a:schemeClr>
                              </a:solidFill>
                            </a:rPr>
                            <a:t>1</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0</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0</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1</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40000"/>
                            <a:lumOff val="6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40000"/>
                            <a:lumOff val="6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extLst>
                      <a:ext uri="{0D108BD9-81ED-4DB2-BD59-A6C34878D82A}">
                        <a16:rowId xmlns:a16="http://schemas.microsoft.com/office/drawing/2014/main" val="1588725463"/>
                      </a:ext>
                    </a:extLst>
                  </a:tr>
                  <a:tr h="274320">
                    <a:tc>
                      <a:txBody>
                        <a:bodyPr/>
                        <a:lstStyle/>
                        <a:p>
                          <a:pPr algn="ctr"/>
                          <a:r>
                            <a:rPr lang="en-US" altLang="zh-CN" sz="1200" b="1">
                              <a:solidFill>
                                <a:schemeClr val="accent6">
                                  <a:lumMod val="50000"/>
                                </a:schemeClr>
                              </a:solidFill>
                            </a:rPr>
                            <a:t>1</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0</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1</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0</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40000"/>
                            <a:lumOff val="6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40000"/>
                            <a:lumOff val="6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extLst>
                      <a:ext uri="{0D108BD9-81ED-4DB2-BD59-A6C34878D82A}">
                        <a16:rowId xmlns:a16="http://schemas.microsoft.com/office/drawing/2014/main" val="2892165594"/>
                      </a:ext>
                    </a:extLst>
                  </a:tr>
                  <a:tr h="274320">
                    <a:tc>
                      <a:txBody>
                        <a:bodyPr/>
                        <a:lstStyle/>
                        <a:p>
                          <a:pPr algn="ctr"/>
                          <a:r>
                            <a:rPr lang="en-US" altLang="zh-CN" sz="1200" b="1">
                              <a:solidFill>
                                <a:schemeClr val="accent6">
                                  <a:lumMod val="50000"/>
                                </a:schemeClr>
                              </a:solidFill>
                            </a:rPr>
                            <a:t>1</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0</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1</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1</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40000"/>
                            <a:lumOff val="6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40000"/>
                            <a:lumOff val="6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extLst>
                      <a:ext uri="{0D108BD9-81ED-4DB2-BD59-A6C34878D82A}">
                        <a16:rowId xmlns:a16="http://schemas.microsoft.com/office/drawing/2014/main" val="754548389"/>
                      </a:ext>
                    </a:extLst>
                  </a:tr>
                  <a:tr h="274320">
                    <a:tc>
                      <a:txBody>
                        <a:bodyPr/>
                        <a:lstStyle/>
                        <a:p>
                          <a:pPr algn="ctr"/>
                          <a:r>
                            <a:rPr lang="en-US" altLang="zh-CN" sz="1200" b="1">
                              <a:solidFill>
                                <a:schemeClr val="accent6">
                                  <a:lumMod val="50000"/>
                                </a:schemeClr>
                              </a:solidFill>
                            </a:rPr>
                            <a:t>1</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1</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0</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0</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40000"/>
                            <a:lumOff val="6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40000"/>
                            <a:lumOff val="6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extLst>
                      <a:ext uri="{0D108BD9-81ED-4DB2-BD59-A6C34878D82A}">
                        <a16:rowId xmlns:a16="http://schemas.microsoft.com/office/drawing/2014/main" val="1885926177"/>
                      </a:ext>
                    </a:extLst>
                  </a:tr>
                  <a:tr h="274320">
                    <a:tc>
                      <a:txBody>
                        <a:bodyPr/>
                        <a:lstStyle/>
                        <a:p>
                          <a:pPr algn="ctr"/>
                          <a:r>
                            <a:rPr lang="en-US" altLang="zh-CN" sz="1200" b="1">
                              <a:solidFill>
                                <a:schemeClr val="accent6">
                                  <a:lumMod val="50000"/>
                                </a:schemeClr>
                              </a:solidFill>
                            </a:rPr>
                            <a:t>1</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1</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0</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1</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40000"/>
                            <a:lumOff val="6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40000"/>
                            <a:lumOff val="6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extLst>
                      <a:ext uri="{0D108BD9-81ED-4DB2-BD59-A6C34878D82A}">
                        <a16:rowId xmlns:a16="http://schemas.microsoft.com/office/drawing/2014/main" val="2317368824"/>
                      </a:ext>
                    </a:extLst>
                  </a:tr>
                  <a:tr h="274320">
                    <a:tc>
                      <a:txBody>
                        <a:bodyPr/>
                        <a:lstStyle/>
                        <a:p>
                          <a:pPr algn="ctr"/>
                          <a:r>
                            <a:rPr lang="en-US" altLang="zh-CN" sz="1200" b="1">
                              <a:solidFill>
                                <a:schemeClr val="accent6">
                                  <a:lumMod val="50000"/>
                                </a:schemeClr>
                              </a:solidFill>
                            </a:rPr>
                            <a:t>1</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1</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1</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0</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40000"/>
                            <a:lumOff val="6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40000"/>
                            <a:lumOff val="6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extLst>
                      <a:ext uri="{0D108BD9-81ED-4DB2-BD59-A6C34878D82A}">
                        <a16:rowId xmlns:a16="http://schemas.microsoft.com/office/drawing/2014/main" val="274105415"/>
                      </a:ext>
                    </a:extLst>
                  </a:tr>
                  <a:tr h="274320">
                    <a:tc>
                      <a:txBody>
                        <a:bodyPr/>
                        <a:lstStyle/>
                        <a:p>
                          <a:pPr algn="ctr"/>
                          <a:r>
                            <a:rPr lang="en-US" altLang="zh-CN" sz="1200" b="1">
                              <a:solidFill>
                                <a:schemeClr val="accent6">
                                  <a:lumMod val="50000"/>
                                </a:schemeClr>
                              </a:solidFill>
                            </a:rPr>
                            <a:t>1</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1</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1</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algn="ctr"/>
                          <a:r>
                            <a:rPr lang="en-US" altLang="zh-CN" sz="1200" b="1">
                              <a:solidFill>
                                <a:schemeClr val="accent6">
                                  <a:lumMod val="50000"/>
                                </a:schemeClr>
                              </a:solidFill>
                            </a:rPr>
                            <a:t>1</a:t>
                          </a:r>
                          <a:endParaRPr lang="zh-CN" altLang="en-US" sz="1200" b="1">
                            <a:solidFill>
                              <a:schemeClr val="accent6">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0</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40000"/>
                            <a:lumOff val="6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40000"/>
                            <a:lumOff val="60000"/>
                            <a:alpha val="50000"/>
                          </a:schemeClr>
                        </a:solidFill>
                      </a:tcPr>
                    </a:tc>
                    <a:tc>
                      <a:txBody>
                        <a:bodyPr/>
                        <a:lstStyle/>
                        <a:p>
                          <a:pPr marL="0" algn="ctr" defTabSz="914400" rtl="0" eaLnBrk="1" latinLnBrk="0" hangingPunct="1"/>
                          <a:r>
                            <a:rPr lang="en-US" altLang="zh-CN" sz="1200" b="1" kern="1200">
                              <a:solidFill>
                                <a:srgbClr val="C00000"/>
                              </a:solidFill>
                              <a:latin typeface="+mn-lt"/>
                              <a:ea typeface="+mn-ea"/>
                              <a:cs typeface="+mn-cs"/>
                            </a:rPr>
                            <a:t>1</a:t>
                          </a:r>
                          <a:endParaRPr lang="zh-CN" altLang="en-US" sz="1200" b="1" kern="1200">
                            <a:solidFill>
                              <a:srgbClr val="C00000"/>
                            </a:solidFill>
                            <a:latin typeface="+mn-lt"/>
                            <a:ea typeface="+mn-ea"/>
                            <a:cs typeface="+mn-cs"/>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20000"/>
                            <a:lumOff val="80000"/>
                            <a:alpha val="50000"/>
                          </a:schemeClr>
                        </a:solidFill>
                      </a:tcPr>
                    </a:tc>
                    <a:extLst>
                      <a:ext uri="{0D108BD9-81ED-4DB2-BD59-A6C34878D82A}">
                        <a16:rowId xmlns:a16="http://schemas.microsoft.com/office/drawing/2014/main" val="527494467"/>
                      </a:ext>
                    </a:extLst>
                  </a:tr>
                </a:tbl>
              </a:graphicData>
            </a:graphic>
          </p:graphicFrame>
        </mc:Fallback>
      </mc:AlternateContent>
      <mc:AlternateContent xmlns:mc="http://schemas.openxmlformats.org/markup-compatibility/2006" xmlns:a14="http://schemas.microsoft.com/office/drawing/2010/main">
        <mc:Choice Requires="a14">
          <p:sp>
            <p:nvSpPr>
              <p:cNvPr id="21" name="文本框 20">
                <a:extLst>
                  <a:ext uri="{FF2B5EF4-FFF2-40B4-BE49-F238E27FC236}">
                    <a16:creationId xmlns:a16="http://schemas.microsoft.com/office/drawing/2014/main" id="{7A520500-1897-4739-BB58-830B06C78FB1}"/>
                  </a:ext>
                </a:extLst>
              </p:cNvPr>
              <p:cNvSpPr txBox="1"/>
              <p:nvPr/>
            </p:nvSpPr>
            <p:spPr>
              <a:xfrm>
                <a:off x="141502" y="873967"/>
                <a:ext cx="11908993" cy="783228"/>
              </a:xfrm>
              <a:prstGeom prst="rect">
                <a:avLst/>
              </a:prstGeom>
              <a:solidFill>
                <a:schemeClr val="accent2">
                  <a:lumMod val="20000"/>
                  <a:lumOff val="80000"/>
                </a:schemeClr>
              </a:solidFill>
            </p:spPr>
            <p:txBody>
              <a:bodyPr wrap="square" rtlCol="0">
                <a:spAutoFit/>
              </a:bodyPr>
              <a:lstStyle/>
              <a:p>
                <a:r>
                  <a:rPr lang="zh-CN" altLang="en-US" sz="1600" b="1">
                    <a:solidFill>
                      <a:srgbClr val="002060"/>
                    </a:solidFill>
                    <a:latin typeface="楷体" panose="02010609060101010101" pitchFamily="49" charset="-122"/>
                    <a:ea typeface="楷体" panose="02010609060101010101" pitchFamily="49" charset="-122"/>
                  </a:rPr>
                  <a:t>逻辑等值式</a:t>
                </a:r>
                <a14:m>
                  <m:oMath xmlns:m="http://schemas.openxmlformats.org/officeDocument/2006/math">
                    <m:d>
                      <m:dPr>
                        <m:ctrlPr>
                          <a:rPr lang="en-US" altLang="zh-CN" sz="1600" b="1" i="1" smtClean="0">
                            <a:solidFill>
                              <a:srgbClr val="002060"/>
                            </a:solidFill>
                            <a:latin typeface="Cambria Math" panose="02040503050406030204" pitchFamily="18" charset="0"/>
                            <a:ea typeface="宋体" panose="02010600030101010101" pitchFamily="2" charset="-122"/>
                          </a:rPr>
                        </m:ctrlPr>
                      </m:dPr>
                      <m:e>
                        <m:r>
                          <a:rPr lang="en-US" altLang="zh-CN" sz="1600" b="1" i="1">
                            <a:solidFill>
                              <a:srgbClr val="002060"/>
                            </a:solidFill>
                            <a:latin typeface="Cambria Math" panose="02040503050406030204" pitchFamily="18" charset="0"/>
                            <a:ea typeface="宋体" panose="02010600030101010101" pitchFamily="2" charset="-122"/>
                          </a:rPr>
                          <m:t>𝒔</m:t>
                        </m:r>
                        <m:r>
                          <a:rPr lang="en-US" altLang="zh-CN" sz="1600" b="1" i="1">
                            <a:solidFill>
                              <a:srgbClr val="002060"/>
                            </a:solidFill>
                            <a:latin typeface="Cambria Math" panose="02040503050406030204" pitchFamily="18" charset="0"/>
                            <a:ea typeface="宋体" panose="02010600030101010101" pitchFamily="2" charset="-122"/>
                          </a:rPr>
                          <m:t>↔</m:t>
                        </m:r>
                        <m:d>
                          <m:dPr>
                            <m:ctrlPr>
                              <a:rPr lang="en-US" altLang="zh-CN" sz="1600" b="1" i="1">
                                <a:solidFill>
                                  <a:srgbClr val="002060"/>
                                </a:solidFill>
                                <a:latin typeface="Cambria Math" panose="02040503050406030204" pitchFamily="18" charset="0"/>
                                <a:ea typeface="宋体" panose="02010600030101010101" pitchFamily="2" charset="-122"/>
                              </a:rPr>
                            </m:ctrlPr>
                          </m:dPr>
                          <m:e>
                            <m:r>
                              <a:rPr lang="en-US" altLang="zh-CN" sz="1600" b="1" i="1">
                                <a:solidFill>
                                  <a:srgbClr val="002060"/>
                                </a:solidFill>
                                <a:latin typeface="Cambria Math" panose="02040503050406030204" pitchFamily="18" charset="0"/>
                                <a:ea typeface="宋体" panose="02010600030101010101" pitchFamily="2" charset="-122"/>
                              </a:rPr>
                              <m:t>𝒓</m:t>
                            </m:r>
                            <m:r>
                              <a:rPr lang="en-US" altLang="zh-CN" sz="1600" b="1" i="1">
                                <a:solidFill>
                                  <a:srgbClr val="002060"/>
                                </a:solidFill>
                                <a:latin typeface="Cambria Math" panose="02040503050406030204" pitchFamily="18" charset="0"/>
                                <a:ea typeface="宋体" panose="02010600030101010101" pitchFamily="2" charset="-122"/>
                              </a:rPr>
                              <m:t>∨</m:t>
                            </m:r>
                            <m:d>
                              <m:dPr>
                                <m:ctrlPr>
                                  <a:rPr lang="en-US" altLang="zh-CN" sz="1600" b="1" i="1">
                                    <a:solidFill>
                                      <a:srgbClr val="002060"/>
                                    </a:solidFill>
                                    <a:latin typeface="Cambria Math" panose="02040503050406030204" pitchFamily="18" charset="0"/>
                                    <a:ea typeface="宋体" panose="02010600030101010101" pitchFamily="2" charset="-122"/>
                                  </a:rPr>
                                </m:ctrlPr>
                              </m:dPr>
                              <m:e>
                                <m:r>
                                  <a:rPr lang="en-US" altLang="zh-CN" sz="1600" b="1" i="1">
                                    <a:solidFill>
                                      <a:srgbClr val="002060"/>
                                    </a:solidFill>
                                    <a:latin typeface="Cambria Math" panose="02040503050406030204" pitchFamily="18" charset="0"/>
                                    <a:ea typeface="宋体" panose="02010600030101010101" pitchFamily="2" charset="-122"/>
                                  </a:rPr>
                                  <m:t>𝒑</m:t>
                                </m:r>
                                <m:r>
                                  <a:rPr lang="en-US" altLang="zh-CN" sz="1600" b="1" i="1">
                                    <a:solidFill>
                                      <a:srgbClr val="002060"/>
                                    </a:solidFill>
                                    <a:latin typeface="Cambria Math" panose="02040503050406030204" pitchFamily="18" charset="0"/>
                                    <a:ea typeface="宋体" panose="02010600030101010101" pitchFamily="2" charset="-122"/>
                                  </a:rPr>
                                  <m:t>∧¬</m:t>
                                </m:r>
                                <m:r>
                                  <a:rPr lang="en-US" altLang="zh-CN" sz="1600" b="1" i="1">
                                    <a:solidFill>
                                      <a:srgbClr val="002060"/>
                                    </a:solidFill>
                                    <a:latin typeface="Cambria Math" panose="02040503050406030204" pitchFamily="18" charset="0"/>
                                    <a:ea typeface="宋体" panose="02010600030101010101" pitchFamily="2" charset="-122"/>
                                  </a:rPr>
                                  <m:t>𝒒</m:t>
                                </m:r>
                              </m:e>
                            </m:d>
                          </m:e>
                        </m:d>
                      </m:e>
                    </m:d>
                    <m:r>
                      <a:rPr lang="en-US" altLang="zh-CN" sz="1600" b="1" i="1" smtClean="0">
                        <a:solidFill>
                          <a:srgbClr val="002060"/>
                        </a:solidFill>
                        <a:latin typeface="Cambria Math" panose="02040503050406030204" pitchFamily="18" charset="0"/>
                        <a:ea typeface="宋体" panose="02010600030101010101" pitchFamily="2" charset="-122"/>
                      </a:rPr>
                      <m:t>→</m:t>
                    </m:r>
                    <m:d>
                      <m:dPr>
                        <m:ctrlPr>
                          <a:rPr lang="en-US" altLang="zh-CN" sz="1600" b="1" i="1" smtClean="0">
                            <a:solidFill>
                              <a:srgbClr val="002060"/>
                            </a:solidFill>
                            <a:latin typeface="Cambria Math" panose="02040503050406030204" pitchFamily="18" charset="0"/>
                            <a:ea typeface="宋体" panose="02010600030101010101" pitchFamily="2" charset="-122"/>
                          </a:rPr>
                        </m:ctrlPr>
                      </m:dPr>
                      <m:e>
                        <m:r>
                          <a:rPr lang="en-US" altLang="zh-CN" sz="1600" b="1" i="1">
                            <a:solidFill>
                              <a:srgbClr val="002060"/>
                            </a:solidFill>
                            <a:latin typeface="Cambria Math" panose="02040503050406030204" pitchFamily="18" charset="0"/>
                            <a:ea typeface="宋体" panose="02010600030101010101" pitchFamily="2" charset="-122"/>
                          </a:rPr>
                          <m:t>𝒔</m:t>
                        </m:r>
                        <m:r>
                          <a:rPr lang="en-US" altLang="zh-CN" sz="1600" b="1" i="1">
                            <a:solidFill>
                              <a:srgbClr val="002060"/>
                            </a:solidFill>
                            <a:latin typeface="Cambria Math" panose="02040503050406030204" pitchFamily="18" charset="0"/>
                            <a:ea typeface="宋体" panose="02010600030101010101" pitchFamily="2" charset="-122"/>
                          </a:rPr>
                          <m:t>∨¬</m:t>
                        </m:r>
                        <m:r>
                          <a:rPr lang="en-US" altLang="zh-CN" sz="1600" b="1" i="1">
                            <a:solidFill>
                              <a:srgbClr val="002060"/>
                            </a:solidFill>
                            <a:latin typeface="Cambria Math" panose="02040503050406030204" pitchFamily="18" charset="0"/>
                            <a:ea typeface="宋体" panose="02010600030101010101" pitchFamily="2" charset="-122"/>
                          </a:rPr>
                          <m:t>𝒑</m:t>
                        </m:r>
                      </m:e>
                    </m:d>
                    <m:r>
                      <a:rPr lang="en-US" altLang="zh-CN" sz="1600" b="1" i="1" smtClean="0">
                        <a:solidFill>
                          <a:srgbClr val="002060"/>
                        </a:solidFill>
                        <a:latin typeface="Cambria Math" panose="02040503050406030204" pitchFamily="18" charset="0"/>
                        <a:ea typeface="宋体" panose="02010600030101010101" pitchFamily="2" charset="-122"/>
                      </a:rPr>
                      <m:t>≡(</m:t>
                    </m:r>
                    <m:r>
                      <a:rPr lang="en-US" altLang="zh-CN" sz="1600" b="1" i="1" smtClean="0">
                        <a:solidFill>
                          <a:srgbClr val="002060"/>
                        </a:solidFill>
                        <a:latin typeface="Cambria Math" panose="02040503050406030204" pitchFamily="18" charset="0"/>
                        <a:ea typeface="宋体" panose="02010600030101010101" pitchFamily="2" charset="-122"/>
                      </a:rPr>
                      <m:t>𝒑</m:t>
                    </m:r>
                    <m:r>
                      <a:rPr lang="en-US" altLang="zh-CN" sz="1600" b="1" i="1" smtClean="0">
                        <a:solidFill>
                          <a:srgbClr val="002060"/>
                        </a:solidFill>
                        <a:latin typeface="Cambria Math" panose="02040503050406030204" pitchFamily="18" charset="0"/>
                        <a:ea typeface="宋体" panose="02010600030101010101" pitchFamily="2" charset="-122"/>
                      </a:rPr>
                      <m:t>∧</m:t>
                    </m:r>
                    <m:r>
                      <a:rPr lang="en-US" altLang="zh-CN" sz="1600" b="1" i="1" smtClean="0">
                        <a:solidFill>
                          <a:srgbClr val="002060"/>
                        </a:solidFill>
                        <a:latin typeface="Cambria Math" panose="02040503050406030204" pitchFamily="18" charset="0"/>
                        <a:ea typeface="宋体" panose="02010600030101010101" pitchFamily="2" charset="-122"/>
                      </a:rPr>
                      <m:t>𝒒</m:t>
                    </m:r>
                    <m:r>
                      <a:rPr lang="en-US" altLang="zh-CN" sz="1600" b="1" i="1" smtClean="0">
                        <a:solidFill>
                          <a:srgbClr val="002060"/>
                        </a:solidFill>
                        <a:latin typeface="Cambria Math" panose="02040503050406030204" pitchFamily="18" charset="0"/>
                        <a:ea typeface="宋体" panose="02010600030101010101" pitchFamily="2" charset="-122"/>
                      </a:rPr>
                      <m:t>→</m:t>
                    </m:r>
                    <m:r>
                      <a:rPr lang="en-US" altLang="zh-CN" sz="1600" b="1" i="1" smtClean="0">
                        <a:solidFill>
                          <a:srgbClr val="002060"/>
                        </a:solidFill>
                        <a:latin typeface="Cambria Math" panose="02040503050406030204" pitchFamily="18" charset="0"/>
                        <a:ea typeface="宋体" panose="02010600030101010101" pitchFamily="2" charset="-122"/>
                      </a:rPr>
                      <m:t>𝒔</m:t>
                    </m:r>
                    <m:r>
                      <a:rPr lang="en-US" altLang="zh-CN" sz="1600" b="1" i="1" smtClean="0">
                        <a:solidFill>
                          <a:srgbClr val="002060"/>
                        </a:solidFill>
                        <a:latin typeface="Cambria Math" panose="02040503050406030204" pitchFamily="18" charset="0"/>
                        <a:ea typeface="宋体" panose="02010600030101010101" pitchFamily="2" charset="-122"/>
                      </a:rPr>
                      <m:t>∨</m:t>
                    </m:r>
                    <m:r>
                      <a:rPr lang="en-US" altLang="zh-CN" sz="1600" b="1" i="1" smtClean="0">
                        <a:solidFill>
                          <a:srgbClr val="002060"/>
                        </a:solidFill>
                        <a:latin typeface="Cambria Math" panose="02040503050406030204" pitchFamily="18" charset="0"/>
                        <a:ea typeface="宋体" panose="02010600030101010101" pitchFamily="2" charset="-122"/>
                      </a:rPr>
                      <m:t>𝒓</m:t>
                    </m:r>
                    <m:r>
                      <a:rPr lang="en-US" altLang="zh-CN" sz="1600" b="1" i="1" smtClean="0">
                        <a:solidFill>
                          <a:srgbClr val="002060"/>
                        </a:solidFill>
                        <a:latin typeface="Cambria Math" panose="02040503050406030204" pitchFamily="18" charset="0"/>
                        <a:ea typeface="宋体" panose="02010600030101010101" pitchFamily="2" charset="-122"/>
                      </a:rPr>
                      <m:t>) </m:t>
                    </m:r>
                  </m:oMath>
                </a14:m>
                <a:r>
                  <a:rPr lang="zh-CN" altLang="en-US" sz="1600" b="1">
                    <a:solidFill>
                      <a:srgbClr val="002060"/>
                    </a:solidFill>
                    <a:latin typeface="楷体" panose="02010609060101010101" pitchFamily="49" charset="-122"/>
                    <a:ea typeface="楷体" panose="02010609060101010101" pitchFamily="49" charset="-122"/>
                  </a:rPr>
                  <a:t>的</a:t>
                </a:r>
                <a:r>
                  <a:rPr lang="zh-CN" altLang="en-US" sz="1600" b="1" dirty="0">
                    <a:solidFill>
                      <a:srgbClr val="002060"/>
                    </a:solidFill>
                    <a:latin typeface="楷体" panose="02010609060101010101" pitchFamily="49" charset="-122"/>
                    <a:ea typeface="楷体" panose="02010609060101010101" pitchFamily="49" charset="-122"/>
                  </a:rPr>
                  <a:t>证明</a:t>
                </a:r>
                <a:endParaRPr lang="en-US" altLang="zh-CN" sz="1600" b="1" dirty="0">
                  <a:solidFill>
                    <a:srgbClr val="002060"/>
                  </a:solidFill>
                  <a:latin typeface="楷体" panose="02010609060101010101" pitchFamily="49" charset="-122"/>
                  <a:ea typeface="楷体" panose="02010609060101010101" pitchFamily="49" charset="-122"/>
                </a:endParaRPr>
              </a:p>
              <a:p>
                <a:pPr marL="285750" indent="-285750">
                  <a:buFont typeface="Arial" panose="020B0604020202020204" pitchFamily="34" charset="0"/>
                  <a:buChar char="•"/>
                </a:pPr>
                <a:r>
                  <a:rPr lang="zh-CN" altLang="en-US" sz="1400" b="1" dirty="0">
                    <a:solidFill>
                      <a:schemeClr val="accent6">
                        <a:lumMod val="50000"/>
                      </a:schemeClr>
                    </a:solidFill>
                    <a:latin typeface="宋体" panose="02010600030101010101" pitchFamily="2" charset="-122"/>
                    <a:ea typeface="宋体" panose="02010600030101010101" pitchFamily="2" charset="-122"/>
                  </a:rPr>
                  <a:t>构造公式</a:t>
                </a:r>
                <a14:m>
                  <m:oMath xmlns:m="http://schemas.openxmlformats.org/officeDocument/2006/math">
                    <m:r>
                      <a:rPr lang="en-US" altLang="zh-CN" sz="1400" b="1" i="1" smtClean="0">
                        <a:solidFill>
                          <a:schemeClr val="accent6">
                            <a:lumMod val="50000"/>
                          </a:schemeClr>
                        </a:solidFill>
                        <a:latin typeface="Cambria Math" panose="02040503050406030204" pitchFamily="18" charset="0"/>
                        <a:ea typeface="宋体" panose="02010600030101010101" pitchFamily="2" charset="-122"/>
                      </a:rPr>
                      <m:t>𝑨</m:t>
                    </m:r>
                    <m:r>
                      <a:rPr lang="en-US" altLang="zh-CN" sz="1400" b="1" i="0" smtClean="0">
                        <a:solidFill>
                          <a:schemeClr val="accent6">
                            <a:lumMod val="50000"/>
                          </a:schemeClr>
                        </a:solidFill>
                        <a:latin typeface="Cambria Math" panose="02040503050406030204" pitchFamily="18" charset="0"/>
                        <a:ea typeface="宋体" panose="02010600030101010101" pitchFamily="2" charset="-122"/>
                      </a:rPr>
                      <m:t>=</m:t>
                    </m:r>
                    <m:d>
                      <m:dPr>
                        <m:ctrlPr>
                          <a:rPr lang="en-US" altLang="zh-CN" sz="1400" b="1" i="1">
                            <a:solidFill>
                              <a:schemeClr val="accent6">
                                <a:lumMod val="50000"/>
                              </a:schemeClr>
                            </a:solidFill>
                            <a:latin typeface="Cambria Math" panose="02040503050406030204" pitchFamily="18" charset="0"/>
                            <a:ea typeface="宋体" panose="02010600030101010101" pitchFamily="2" charset="-122"/>
                          </a:rPr>
                        </m:ctrlPr>
                      </m:dPr>
                      <m:e>
                        <m:r>
                          <a:rPr lang="en-US" altLang="zh-CN" sz="1400" b="1" i="1" smtClean="0">
                            <a:solidFill>
                              <a:schemeClr val="accent6">
                                <a:lumMod val="50000"/>
                              </a:schemeClr>
                            </a:solidFill>
                            <a:latin typeface="Cambria Math" panose="02040503050406030204" pitchFamily="18" charset="0"/>
                            <a:ea typeface="宋体" panose="02010600030101010101" pitchFamily="2" charset="-122"/>
                          </a:rPr>
                          <m:t>𝒔</m:t>
                        </m:r>
                        <m:r>
                          <a:rPr lang="en-US" altLang="zh-CN" sz="1400" b="1" i="1" smtClean="0">
                            <a:solidFill>
                              <a:schemeClr val="accent6">
                                <a:lumMod val="50000"/>
                              </a:schemeClr>
                            </a:solidFill>
                            <a:latin typeface="Cambria Math" panose="02040503050406030204" pitchFamily="18" charset="0"/>
                            <a:ea typeface="宋体" panose="02010600030101010101" pitchFamily="2" charset="-122"/>
                          </a:rPr>
                          <m:t>↔</m:t>
                        </m:r>
                        <m:d>
                          <m:dPr>
                            <m:ctrlPr>
                              <a:rPr lang="en-US" altLang="zh-CN" sz="1400" b="1" i="1">
                                <a:solidFill>
                                  <a:schemeClr val="accent6">
                                    <a:lumMod val="50000"/>
                                  </a:schemeClr>
                                </a:solidFill>
                                <a:latin typeface="Cambria Math" panose="02040503050406030204" pitchFamily="18" charset="0"/>
                                <a:ea typeface="宋体" panose="02010600030101010101" pitchFamily="2" charset="-122"/>
                              </a:rPr>
                            </m:ctrlPr>
                          </m:dPr>
                          <m:e>
                            <m:r>
                              <a:rPr lang="en-US" altLang="zh-CN" sz="1400" b="1" i="1" smtClean="0">
                                <a:solidFill>
                                  <a:schemeClr val="accent6">
                                    <a:lumMod val="50000"/>
                                  </a:schemeClr>
                                </a:solidFill>
                                <a:latin typeface="Cambria Math" panose="02040503050406030204" pitchFamily="18" charset="0"/>
                                <a:ea typeface="宋体" panose="02010600030101010101" pitchFamily="2" charset="-122"/>
                              </a:rPr>
                              <m:t>𝒓</m:t>
                            </m:r>
                            <m:r>
                              <a:rPr lang="en-US" altLang="zh-CN" sz="1400" b="1" i="1" smtClean="0">
                                <a:solidFill>
                                  <a:schemeClr val="accent6">
                                    <a:lumMod val="50000"/>
                                  </a:schemeClr>
                                </a:solidFill>
                                <a:latin typeface="Cambria Math" panose="02040503050406030204" pitchFamily="18" charset="0"/>
                                <a:ea typeface="宋体" panose="02010600030101010101" pitchFamily="2" charset="-122"/>
                              </a:rPr>
                              <m:t>∨</m:t>
                            </m:r>
                            <m:d>
                              <m:dPr>
                                <m:ctrlPr>
                                  <a:rPr lang="en-US" altLang="zh-CN" sz="1400" b="1" i="1">
                                    <a:solidFill>
                                      <a:schemeClr val="accent6">
                                        <a:lumMod val="50000"/>
                                      </a:schemeClr>
                                    </a:solidFill>
                                    <a:latin typeface="Cambria Math" panose="02040503050406030204" pitchFamily="18" charset="0"/>
                                    <a:ea typeface="宋体" panose="02010600030101010101" pitchFamily="2" charset="-122"/>
                                  </a:rPr>
                                </m:ctrlPr>
                              </m:dPr>
                              <m:e>
                                <m:r>
                                  <a:rPr lang="en-US" altLang="zh-CN" sz="1400" b="1" i="1" smtClean="0">
                                    <a:solidFill>
                                      <a:schemeClr val="accent6">
                                        <a:lumMod val="50000"/>
                                      </a:schemeClr>
                                    </a:solidFill>
                                    <a:latin typeface="Cambria Math" panose="02040503050406030204" pitchFamily="18" charset="0"/>
                                    <a:ea typeface="宋体" panose="02010600030101010101" pitchFamily="2" charset="-122"/>
                                  </a:rPr>
                                  <m:t>𝒑</m:t>
                                </m:r>
                                <m:r>
                                  <a:rPr lang="en-US" altLang="zh-CN" sz="1400" b="1" i="1" smtClean="0">
                                    <a:solidFill>
                                      <a:schemeClr val="accent6">
                                        <a:lumMod val="50000"/>
                                      </a:schemeClr>
                                    </a:solidFill>
                                    <a:latin typeface="Cambria Math" panose="02040503050406030204" pitchFamily="18" charset="0"/>
                                    <a:ea typeface="宋体" panose="02010600030101010101" pitchFamily="2" charset="-122"/>
                                  </a:rPr>
                                  <m:t>∧¬</m:t>
                                </m:r>
                                <m:r>
                                  <a:rPr lang="en-US" altLang="zh-CN" sz="1400" b="1" i="1" smtClean="0">
                                    <a:solidFill>
                                      <a:schemeClr val="accent6">
                                        <a:lumMod val="50000"/>
                                      </a:schemeClr>
                                    </a:solidFill>
                                    <a:latin typeface="Cambria Math" panose="02040503050406030204" pitchFamily="18" charset="0"/>
                                    <a:ea typeface="宋体" panose="02010600030101010101" pitchFamily="2" charset="-122"/>
                                  </a:rPr>
                                  <m:t>𝒒</m:t>
                                </m:r>
                              </m:e>
                            </m:d>
                          </m:e>
                        </m:d>
                      </m:e>
                    </m:d>
                    <m:r>
                      <a:rPr lang="en-US" altLang="zh-CN" sz="1400" b="1" i="1" smtClean="0">
                        <a:solidFill>
                          <a:schemeClr val="accent6">
                            <a:lumMod val="50000"/>
                          </a:schemeClr>
                        </a:solidFill>
                        <a:latin typeface="Cambria Math" panose="02040503050406030204" pitchFamily="18" charset="0"/>
                        <a:ea typeface="宋体" panose="02010600030101010101" pitchFamily="2" charset="-122"/>
                      </a:rPr>
                      <m:t>→</m:t>
                    </m:r>
                    <m:d>
                      <m:dPr>
                        <m:ctrlPr>
                          <a:rPr lang="en-US" altLang="zh-CN" sz="1400" b="1" i="1">
                            <a:solidFill>
                              <a:schemeClr val="accent6">
                                <a:lumMod val="50000"/>
                              </a:schemeClr>
                            </a:solidFill>
                            <a:latin typeface="Cambria Math" panose="02040503050406030204" pitchFamily="18" charset="0"/>
                            <a:ea typeface="宋体" panose="02010600030101010101" pitchFamily="2" charset="-122"/>
                          </a:rPr>
                        </m:ctrlPr>
                      </m:dPr>
                      <m:e>
                        <m:r>
                          <a:rPr lang="en-US" altLang="zh-CN" sz="1400" b="1" i="1" smtClean="0">
                            <a:solidFill>
                              <a:schemeClr val="accent6">
                                <a:lumMod val="50000"/>
                              </a:schemeClr>
                            </a:solidFill>
                            <a:latin typeface="Cambria Math" panose="02040503050406030204" pitchFamily="18" charset="0"/>
                            <a:ea typeface="宋体" panose="02010600030101010101" pitchFamily="2" charset="-122"/>
                          </a:rPr>
                          <m:t>𝒔</m:t>
                        </m:r>
                        <m:r>
                          <a:rPr lang="en-US" altLang="zh-CN" sz="1400" b="1" i="1" smtClean="0">
                            <a:solidFill>
                              <a:schemeClr val="accent6">
                                <a:lumMod val="50000"/>
                              </a:schemeClr>
                            </a:solidFill>
                            <a:latin typeface="Cambria Math" panose="02040503050406030204" pitchFamily="18" charset="0"/>
                            <a:ea typeface="宋体" panose="02010600030101010101" pitchFamily="2" charset="-122"/>
                          </a:rPr>
                          <m:t>∨¬</m:t>
                        </m:r>
                        <m:r>
                          <a:rPr lang="en-US" altLang="zh-CN" sz="1400" b="1" i="1" smtClean="0">
                            <a:solidFill>
                              <a:schemeClr val="accent6">
                                <a:lumMod val="50000"/>
                              </a:schemeClr>
                            </a:solidFill>
                            <a:latin typeface="Cambria Math" panose="02040503050406030204" pitchFamily="18" charset="0"/>
                            <a:ea typeface="宋体" panose="02010600030101010101" pitchFamily="2" charset="-122"/>
                          </a:rPr>
                          <m:t>𝒑</m:t>
                        </m:r>
                      </m:e>
                    </m:d>
                    <m:r>
                      <a:rPr lang="en-US" altLang="zh-CN" sz="1400" b="1" i="1" smtClean="0">
                        <a:solidFill>
                          <a:schemeClr val="accent6">
                            <a:lumMod val="50000"/>
                          </a:schemeClr>
                        </a:solidFill>
                        <a:latin typeface="Cambria Math" panose="02040503050406030204" pitchFamily="18" charset="0"/>
                        <a:ea typeface="宋体" panose="02010600030101010101" pitchFamily="2" charset="-122"/>
                      </a:rPr>
                      <m:t>↔</m:t>
                    </m:r>
                    <m:r>
                      <a:rPr lang="en-US" altLang="zh-CN" sz="1400" b="1" i="1" smtClean="0">
                        <a:solidFill>
                          <a:schemeClr val="accent6">
                            <a:lumMod val="50000"/>
                          </a:schemeClr>
                        </a:solidFill>
                        <a:latin typeface="Cambria Math" panose="02040503050406030204" pitchFamily="18" charset="0"/>
                        <a:ea typeface="宋体" panose="02010600030101010101" pitchFamily="2" charset="-122"/>
                      </a:rPr>
                      <m:t>(</m:t>
                    </m:r>
                    <m:r>
                      <a:rPr lang="en-US" altLang="zh-CN" sz="1400" b="1" i="1" smtClean="0">
                        <a:solidFill>
                          <a:schemeClr val="accent6">
                            <a:lumMod val="50000"/>
                          </a:schemeClr>
                        </a:solidFill>
                        <a:latin typeface="Cambria Math" panose="02040503050406030204" pitchFamily="18" charset="0"/>
                        <a:ea typeface="宋体" panose="02010600030101010101" pitchFamily="2" charset="-122"/>
                      </a:rPr>
                      <m:t>𝒑</m:t>
                    </m:r>
                    <m:r>
                      <a:rPr lang="en-US" altLang="zh-CN" sz="1400" b="1" i="1" smtClean="0">
                        <a:solidFill>
                          <a:schemeClr val="accent6">
                            <a:lumMod val="50000"/>
                          </a:schemeClr>
                        </a:solidFill>
                        <a:latin typeface="Cambria Math" panose="02040503050406030204" pitchFamily="18" charset="0"/>
                        <a:ea typeface="宋体" panose="02010600030101010101" pitchFamily="2" charset="-122"/>
                      </a:rPr>
                      <m:t>∧</m:t>
                    </m:r>
                    <m:r>
                      <a:rPr lang="en-US" altLang="zh-CN" sz="1400" b="1" i="1" smtClean="0">
                        <a:solidFill>
                          <a:schemeClr val="accent6">
                            <a:lumMod val="50000"/>
                          </a:schemeClr>
                        </a:solidFill>
                        <a:latin typeface="Cambria Math" panose="02040503050406030204" pitchFamily="18" charset="0"/>
                        <a:ea typeface="宋体" panose="02010600030101010101" pitchFamily="2" charset="-122"/>
                      </a:rPr>
                      <m:t>𝒒</m:t>
                    </m:r>
                    <m:r>
                      <a:rPr lang="en-US" altLang="zh-CN" sz="1400" b="1" i="1" smtClean="0">
                        <a:solidFill>
                          <a:schemeClr val="accent6">
                            <a:lumMod val="50000"/>
                          </a:schemeClr>
                        </a:solidFill>
                        <a:latin typeface="Cambria Math" panose="02040503050406030204" pitchFamily="18" charset="0"/>
                        <a:ea typeface="宋体" panose="02010600030101010101" pitchFamily="2" charset="-122"/>
                      </a:rPr>
                      <m:t>→</m:t>
                    </m:r>
                    <m:r>
                      <a:rPr lang="en-US" altLang="zh-CN" sz="1400" b="1" i="1" smtClean="0">
                        <a:solidFill>
                          <a:schemeClr val="accent6">
                            <a:lumMod val="50000"/>
                          </a:schemeClr>
                        </a:solidFill>
                        <a:latin typeface="Cambria Math" panose="02040503050406030204" pitchFamily="18" charset="0"/>
                        <a:ea typeface="宋体" panose="02010600030101010101" pitchFamily="2" charset="-122"/>
                      </a:rPr>
                      <m:t>𝒔</m:t>
                    </m:r>
                    <m:r>
                      <a:rPr lang="en-US" altLang="zh-CN" sz="1400" b="1" i="1" smtClean="0">
                        <a:solidFill>
                          <a:schemeClr val="accent6">
                            <a:lumMod val="50000"/>
                          </a:schemeClr>
                        </a:solidFill>
                        <a:latin typeface="Cambria Math" panose="02040503050406030204" pitchFamily="18" charset="0"/>
                        <a:ea typeface="宋体" panose="02010600030101010101" pitchFamily="2" charset="-122"/>
                      </a:rPr>
                      <m:t>∨</m:t>
                    </m:r>
                    <m:r>
                      <a:rPr lang="en-US" altLang="zh-CN" sz="1400" b="1" i="1" smtClean="0">
                        <a:solidFill>
                          <a:schemeClr val="accent6">
                            <a:lumMod val="50000"/>
                          </a:schemeClr>
                        </a:solidFill>
                        <a:latin typeface="Cambria Math" panose="02040503050406030204" pitchFamily="18" charset="0"/>
                        <a:ea typeface="宋体" panose="02010600030101010101" pitchFamily="2" charset="-122"/>
                      </a:rPr>
                      <m:t>𝒓</m:t>
                    </m:r>
                    <m:r>
                      <a:rPr lang="en-US" altLang="zh-CN" sz="1400" b="1" i="1" smtClean="0">
                        <a:solidFill>
                          <a:schemeClr val="accent6">
                            <a:lumMod val="50000"/>
                          </a:schemeClr>
                        </a:solidFill>
                        <a:latin typeface="Cambria Math" panose="02040503050406030204" pitchFamily="18" charset="0"/>
                        <a:ea typeface="宋体" panose="02010600030101010101" pitchFamily="2" charset="-122"/>
                      </a:rPr>
                      <m:t>)</m:t>
                    </m:r>
                  </m:oMath>
                </a14:m>
                <a:r>
                  <a:rPr lang="zh-CN" altLang="en-US" sz="1400" b="1">
                    <a:solidFill>
                      <a:schemeClr val="accent6">
                        <a:lumMod val="50000"/>
                      </a:schemeClr>
                    </a:solidFill>
                    <a:latin typeface="宋体" panose="02010600030101010101" pitchFamily="2" charset="-122"/>
                    <a:ea typeface="宋体" panose="02010600030101010101" pitchFamily="2" charset="-122"/>
                  </a:rPr>
                  <a:t>的真值表，下面令</a:t>
                </a:r>
                <a14:m>
                  <m:oMath xmlns:m="http://schemas.openxmlformats.org/officeDocument/2006/math">
                    <m:r>
                      <a:rPr lang="en-US" altLang="zh-CN" sz="1400" b="1" i="1" smtClean="0">
                        <a:solidFill>
                          <a:schemeClr val="accent6">
                            <a:lumMod val="50000"/>
                          </a:schemeClr>
                        </a:solidFill>
                        <a:latin typeface="Cambria Math" panose="02040503050406030204" pitchFamily="18" charset="0"/>
                        <a:ea typeface="宋体" panose="02010600030101010101" pitchFamily="2" charset="-122"/>
                      </a:rPr>
                      <m:t>𝑩</m:t>
                    </m:r>
                    <m:r>
                      <a:rPr lang="en-US" altLang="zh-CN" sz="1400" b="1" i="1" smtClean="0">
                        <a:solidFill>
                          <a:schemeClr val="accent6">
                            <a:lumMod val="50000"/>
                          </a:schemeClr>
                        </a:solidFill>
                        <a:latin typeface="Cambria Math" panose="02040503050406030204" pitchFamily="18" charset="0"/>
                        <a:ea typeface="宋体" panose="02010600030101010101" pitchFamily="2" charset="-122"/>
                      </a:rPr>
                      <m:t> =</m:t>
                    </m:r>
                  </m:oMath>
                </a14:m>
                <a:r>
                  <a:rPr lang="en-US" altLang="zh-CN" sz="1400" b="1">
                    <a:solidFill>
                      <a:schemeClr val="accent6">
                        <a:lumMod val="50000"/>
                      </a:schemeClr>
                    </a:solidFill>
                    <a:latin typeface="宋体" panose="02010600030101010101" pitchFamily="2" charset="-122"/>
                    <a:ea typeface="宋体" panose="02010600030101010101" pitchFamily="2" charset="-122"/>
                  </a:rPr>
                  <a:t> </a:t>
                </a:r>
                <a14:m>
                  <m:oMath xmlns:m="http://schemas.openxmlformats.org/officeDocument/2006/math">
                    <m:d>
                      <m:dPr>
                        <m:ctrlPr>
                          <a:rPr lang="en-US" altLang="zh-CN" sz="1400" b="1" i="1">
                            <a:solidFill>
                              <a:schemeClr val="accent6">
                                <a:lumMod val="50000"/>
                              </a:schemeClr>
                            </a:solidFill>
                            <a:latin typeface="Cambria Math" panose="02040503050406030204" pitchFamily="18" charset="0"/>
                            <a:ea typeface="宋体" panose="02010600030101010101" pitchFamily="2" charset="-122"/>
                          </a:rPr>
                        </m:ctrlPr>
                      </m:dPr>
                      <m:e>
                        <m:r>
                          <a:rPr lang="en-US" altLang="zh-CN" sz="1400" b="1" i="1">
                            <a:solidFill>
                              <a:schemeClr val="accent6">
                                <a:lumMod val="50000"/>
                              </a:schemeClr>
                            </a:solidFill>
                            <a:latin typeface="Cambria Math" panose="02040503050406030204" pitchFamily="18" charset="0"/>
                            <a:ea typeface="宋体" panose="02010600030101010101" pitchFamily="2" charset="-122"/>
                          </a:rPr>
                          <m:t>𝑠</m:t>
                        </m:r>
                        <m:r>
                          <a:rPr lang="en-US" altLang="zh-CN" sz="1400" b="1" i="1">
                            <a:solidFill>
                              <a:schemeClr val="accent6">
                                <a:lumMod val="50000"/>
                              </a:schemeClr>
                            </a:solidFill>
                            <a:latin typeface="Cambria Math" panose="02040503050406030204" pitchFamily="18" charset="0"/>
                            <a:ea typeface="宋体" panose="02010600030101010101" pitchFamily="2" charset="-122"/>
                          </a:rPr>
                          <m:t>↔</m:t>
                        </m:r>
                        <m:d>
                          <m:dPr>
                            <m:ctrlPr>
                              <a:rPr lang="en-US" altLang="zh-CN" sz="1400" b="1" i="1">
                                <a:solidFill>
                                  <a:schemeClr val="accent6">
                                    <a:lumMod val="50000"/>
                                  </a:schemeClr>
                                </a:solidFill>
                                <a:latin typeface="Cambria Math" panose="02040503050406030204" pitchFamily="18" charset="0"/>
                                <a:ea typeface="宋体" panose="02010600030101010101" pitchFamily="2" charset="-122"/>
                              </a:rPr>
                            </m:ctrlPr>
                          </m:dPr>
                          <m:e>
                            <m:r>
                              <a:rPr lang="en-US" altLang="zh-CN" sz="1400" b="1" i="1">
                                <a:solidFill>
                                  <a:schemeClr val="accent6">
                                    <a:lumMod val="50000"/>
                                  </a:schemeClr>
                                </a:solidFill>
                                <a:latin typeface="Cambria Math" panose="02040503050406030204" pitchFamily="18" charset="0"/>
                                <a:ea typeface="宋体" panose="02010600030101010101" pitchFamily="2" charset="-122"/>
                              </a:rPr>
                              <m:t>𝑟</m:t>
                            </m:r>
                            <m:r>
                              <a:rPr lang="en-US" altLang="zh-CN" sz="1400" b="1" i="1">
                                <a:solidFill>
                                  <a:schemeClr val="accent6">
                                    <a:lumMod val="50000"/>
                                  </a:schemeClr>
                                </a:solidFill>
                                <a:latin typeface="Cambria Math" panose="02040503050406030204" pitchFamily="18" charset="0"/>
                                <a:ea typeface="宋体" panose="02010600030101010101" pitchFamily="2" charset="-122"/>
                              </a:rPr>
                              <m:t>∨</m:t>
                            </m:r>
                            <m:d>
                              <m:dPr>
                                <m:ctrlPr>
                                  <a:rPr lang="en-US" altLang="zh-CN" sz="1400" b="1" i="1">
                                    <a:solidFill>
                                      <a:schemeClr val="accent6">
                                        <a:lumMod val="50000"/>
                                      </a:schemeClr>
                                    </a:solidFill>
                                    <a:latin typeface="Cambria Math" panose="02040503050406030204" pitchFamily="18" charset="0"/>
                                    <a:ea typeface="宋体" panose="02010600030101010101" pitchFamily="2" charset="-122"/>
                                  </a:rPr>
                                </m:ctrlPr>
                              </m:dPr>
                              <m:e>
                                <m:r>
                                  <a:rPr lang="en-US" altLang="zh-CN" sz="1400" b="1" i="1">
                                    <a:solidFill>
                                      <a:schemeClr val="accent6">
                                        <a:lumMod val="50000"/>
                                      </a:schemeClr>
                                    </a:solidFill>
                                    <a:latin typeface="Cambria Math" panose="02040503050406030204" pitchFamily="18" charset="0"/>
                                    <a:ea typeface="宋体" panose="02010600030101010101" pitchFamily="2" charset="-122"/>
                                  </a:rPr>
                                  <m:t>𝑝</m:t>
                                </m:r>
                                <m:r>
                                  <a:rPr lang="en-US" altLang="zh-CN" sz="1400" b="1" i="1">
                                    <a:solidFill>
                                      <a:schemeClr val="accent6">
                                        <a:lumMod val="50000"/>
                                      </a:schemeClr>
                                    </a:solidFill>
                                    <a:latin typeface="Cambria Math" panose="02040503050406030204" pitchFamily="18" charset="0"/>
                                    <a:ea typeface="宋体" panose="02010600030101010101" pitchFamily="2" charset="-122"/>
                                  </a:rPr>
                                  <m:t>∧¬</m:t>
                                </m:r>
                                <m:r>
                                  <a:rPr lang="en-US" altLang="zh-CN" sz="1400" b="1" i="1">
                                    <a:solidFill>
                                      <a:schemeClr val="accent6">
                                        <a:lumMod val="50000"/>
                                      </a:schemeClr>
                                    </a:solidFill>
                                    <a:latin typeface="Cambria Math" panose="02040503050406030204" pitchFamily="18" charset="0"/>
                                    <a:ea typeface="宋体" panose="02010600030101010101" pitchFamily="2" charset="-122"/>
                                  </a:rPr>
                                  <m:t>𝑞</m:t>
                                </m:r>
                              </m:e>
                            </m:d>
                          </m:e>
                        </m:d>
                      </m:e>
                    </m:d>
                    <m:r>
                      <a:rPr lang="en-US" altLang="zh-CN" sz="1400" b="1" i="1">
                        <a:solidFill>
                          <a:schemeClr val="accent6">
                            <a:lumMod val="50000"/>
                          </a:schemeClr>
                        </a:solidFill>
                        <a:latin typeface="Cambria Math" panose="02040503050406030204" pitchFamily="18" charset="0"/>
                        <a:ea typeface="宋体" panose="02010600030101010101" pitchFamily="2" charset="-122"/>
                      </a:rPr>
                      <m:t>→</m:t>
                    </m:r>
                    <m:d>
                      <m:dPr>
                        <m:ctrlPr>
                          <a:rPr lang="en-US" altLang="zh-CN" sz="1400" b="1" i="1">
                            <a:solidFill>
                              <a:schemeClr val="accent6">
                                <a:lumMod val="50000"/>
                              </a:schemeClr>
                            </a:solidFill>
                            <a:latin typeface="Cambria Math" panose="02040503050406030204" pitchFamily="18" charset="0"/>
                            <a:ea typeface="宋体" panose="02010600030101010101" pitchFamily="2" charset="-122"/>
                          </a:rPr>
                        </m:ctrlPr>
                      </m:dPr>
                      <m:e>
                        <m:r>
                          <a:rPr lang="en-US" altLang="zh-CN" sz="1400" b="1" i="1">
                            <a:solidFill>
                              <a:schemeClr val="accent6">
                                <a:lumMod val="50000"/>
                              </a:schemeClr>
                            </a:solidFill>
                            <a:latin typeface="Cambria Math" panose="02040503050406030204" pitchFamily="18" charset="0"/>
                            <a:ea typeface="宋体" panose="02010600030101010101" pitchFamily="2" charset="-122"/>
                          </a:rPr>
                          <m:t>𝑠</m:t>
                        </m:r>
                        <m:r>
                          <a:rPr lang="en-US" altLang="zh-CN" sz="1400" b="1" i="1">
                            <a:solidFill>
                              <a:schemeClr val="accent6">
                                <a:lumMod val="50000"/>
                              </a:schemeClr>
                            </a:solidFill>
                            <a:latin typeface="Cambria Math" panose="02040503050406030204" pitchFamily="18" charset="0"/>
                            <a:ea typeface="宋体" panose="02010600030101010101" pitchFamily="2" charset="-122"/>
                          </a:rPr>
                          <m:t>∨¬</m:t>
                        </m:r>
                        <m:r>
                          <a:rPr lang="en-US" altLang="zh-CN" sz="1400" b="1" i="1">
                            <a:solidFill>
                              <a:schemeClr val="accent6">
                                <a:lumMod val="50000"/>
                              </a:schemeClr>
                            </a:solidFill>
                            <a:latin typeface="Cambria Math" panose="02040503050406030204" pitchFamily="18" charset="0"/>
                            <a:ea typeface="宋体" panose="02010600030101010101" pitchFamily="2" charset="-122"/>
                          </a:rPr>
                          <m:t>𝑝</m:t>
                        </m:r>
                      </m:e>
                    </m:d>
                  </m:oMath>
                </a14:m>
                <a:r>
                  <a:rPr lang="zh-CN" altLang="en-US" sz="1400" b="1">
                    <a:solidFill>
                      <a:schemeClr val="accent6">
                        <a:lumMod val="50000"/>
                      </a:schemeClr>
                    </a:solidFill>
                    <a:latin typeface="Cambria Math" panose="02040503050406030204" pitchFamily="18" charset="0"/>
                    <a:ea typeface="宋体" panose="02010600030101010101" pitchFamily="2" charset="-122"/>
                  </a:rPr>
                  <a:t>，</a:t>
                </a:r>
                <a14:m>
                  <m:oMath xmlns:m="http://schemas.openxmlformats.org/officeDocument/2006/math">
                    <m:r>
                      <a:rPr lang="en-US" altLang="zh-CN" sz="1400" b="1" i="1" smtClean="0">
                        <a:solidFill>
                          <a:schemeClr val="accent6">
                            <a:lumMod val="50000"/>
                          </a:schemeClr>
                        </a:solidFill>
                        <a:latin typeface="Cambria Math" panose="02040503050406030204" pitchFamily="18" charset="0"/>
                        <a:ea typeface="宋体" panose="02010600030101010101" pitchFamily="2" charset="-122"/>
                      </a:rPr>
                      <m:t>𝑪</m:t>
                    </m:r>
                    <m:r>
                      <a:rPr lang="en-US" altLang="zh-CN" sz="1400" b="1" i="1" smtClean="0">
                        <a:solidFill>
                          <a:schemeClr val="accent6">
                            <a:lumMod val="50000"/>
                          </a:schemeClr>
                        </a:solidFill>
                        <a:latin typeface="Cambria Math" panose="02040503050406030204" pitchFamily="18" charset="0"/>
                        <a:ea typeface="宋体" panose="02010600030101010101" pitchFamily="2" charset="-122"/>
                      </a:rPr>
                      <m:t> = (</m:t>
                    </m:r>
                    <m:r>
                      <a:rPr lang="en-US" altLang="zh-CN" sz="1400" b="1" i="1" smtClean="0">
                        <a:solidFill>
                          <a:schemeClr val="accent6">
                            <a:lumMod val="50000"/>
                          </a:schemeClr>
                        </a:solidFill>
                        <a:latin typeface="Cambria Math" panose="02040503050406030204" pitchFamily="18" charset="0"/>
                        <a:ea typeface="宋体" panose="02010600030101010101" pitchFamily="2" charset="-122"/>
                      </a:rPr>
                      <m:t>𝒑</m:t>
                    </m:r>
                    <m:r>
                      <a:rPr lang="en-US" altLang="zh-CN" sz="1400" b="1" i="1" smtClean="0">
                        <a:solidFill>
                          <a:schemeClr val="accent6">
                            <a:lumMod val="50000"/>
                          </a:schemeClr>
                        </a:solidFill>
                        <a:latin typeface="Cambria Math" panose="02040503050406030204" pitchFamily="18" charset="0"/>
                        <a:ea typeface="宋体" panose="02010600030101010101" pitchFamily="2" charset="-122"/>
                      </a:rPr>
                      <m:t>∧</m:t>
                    </m:r>
                    <m:r>
                      <a:rPr lang="en-US" altLang="zh-CN" sz="1400" b="1" i="1" smtClean="0">
                        <a:solidFill>
                          <a:schemeClr val="accent6">
                            <a:lumMod val="50000"/>
                          </a:schemeClr>
                        </a:solidFill>
                        <a:latin typeface="Cambria Math" panose="02040503050406030204" pitchFamily="18" charset="0"/>
                        <a:ea typeface="宋体" panose="02010600030101010101" pitchFamily="2" charset="-122"/>
                      </a:rPr>
                      <m:t>𝒒</m:t>
                    </m:r>
                    <m:r>
                      <a:rPr lang="en-US" altLang="zh-CN" sz="1400" b="1" i="1" smtClean="0">
                        <a:solidFill>
                          <a:schemeClr val="accent6">
                            <a:lumMod val="50000"/>
                          </a:schemeClr>
                        </a:solidFill>
                        <a:latin typeface="Cambria Math" panose="02040503050406030204" pitchFamily="18" charset="0"/>
                        <a:ea typeface="宋体" panose="02010600030101010101" pitchFamily="2" charset="-122"/>
                      </a:rPr>
                      <m:t>)→</m:t>
                    </m:r>
                    <m:r>
                      <a:rPr lang="en-US" altLang="zh-CN" sz="1400" b="1" i="1" smtClean="0">
                        <a:solidFill>
                          <a:schemeClr val="accent6">
                            <a:lumMod val="50000"/>
                          </a:schemeClr>
                        </a:solidFill>
                        <a:latin typeface="Cambria Math" panose="02040503050406030204" pitchFamily="18" charset="0"/>
                        <a:ea typeface="宋体" panose="02010600030101010101" pitchFamily="2" charset="-122"/>
                      </a:rPr>
                      <m:t>𝒔</m:t>
                    </m:r>
                    <m:r>
                      <a:rPr lang="en-US" altLang="zh-CN" sz="1400" b="1" i="1" smtClean="0">
                        <a:solidFill>
                          <a:schemeClr val="accent6">
                            <a:lumMod val="50000"/>
                          </a:schemeClr>
                        </a:solidFill>
                        <a:latin typeface="Cambria Math" panose="02040503050406030204" pitchFamily="18" charset="0"/>
                        <a:ea typeface="宋体" panose="02010600030101010101" pitchFamily="2" charset="-122"/>
                      </a:rPr>
                      <m:t>∨</m:t>
                    </m:r>
                    <m:r>
                      <a:rPr lang="en-US" altLang="zh-CN" sz="1400" b="1" i="1" smtClean="0">
                        <a:solidFill>
                          <a:schemeClr val="accent6">
                            <a:lumMod val="50000"/>
                          </a:schemeClr>
                        </a:solidFill>
                        <a:latin typeface="Cambria Math" panose="02040503050406030204" pitchFamily="18" charset="0"/>
                        <a:ea typeface="宋体" panose="02010600030101010101" pitchFamily="2" charset="-122"/>
                      </a:rPr>
                      <m:t>𝒓</m:t>
                    </m:r>
                    <m:r>
                      <a:rPr lang="en-US" altLang="zh-CN" sz="1400" b="1" i="1" smtClean="0">
                        <a:solidFill>
                          <a:schemeClr val="accent6">
                            <a:lumMod val="50000"/>
                          </a:schemeClr>
                        </a:solidFill>
                        <a:latin typeface="Cambria Math" panose="02040503050406030204" pitchFamily="18" charset="0"/>
                        <a:ea typeface="宋体" panose="02010600030101010101" pitchFamily="2" charset="-122"/>
                      </a:rPr>
                      <m:t>)</m:t>
                    </m:r>
                  </m:oMath>
                </a14:m>
                <a:endParaRPr lang="zh-CN" altLang="en-US" sz="1400" b="1" i="1">
                  <a:solidFill>
                    <a:schemeClr val="accent6">
                      <a:lumMod val="50000"/>
                    </a:schemeClr>
                  </a:solidFill>
                  <a:latin typeface="Cambria Math" panose="02040503050406030204" pitchFamily="18" charset="0"/>
                  <a:ea typeface="宋体" panose="02010600030101010101" pitchFamily="2" charset="-122"/>
                </a:endParaRPr>
              </a:p>
            </p:txBody>
          </p:sp>
        </mc:Choice>
        <mc:Fallback xmlns="">
          <p:sp>
            <p:nvSpPr>
              <p:cNvPr id="21" name="文本框 20">
                <a:extLst>
                  <a:ext uri="{FF2B5EF4-FFF2-40B4-BE49-F238E27FC236}">
                    <a16:creationId xmlns:a16="http://schemas.microsoft.com/office/drawing/2014/main" id="{7A520500-1897-4739-BB58-830B06C78FB1}"/>
                  </a:ext>
                </a:extLst>
              </p:cNvPr>
              <p:cNvSpPr txBox="1">
                <a:spLocks noRot="1" noChangeAspect="1" noMove="1" noResize="1" noEditPoints="1" noAdjustHandles="1" noChangeArrowheads="1" noChangeShapeType="1" noTextEdit="1"/>
              </p:cNvSpPr>
              <p:nvPr/>
            </p:nvSpPr>
            <p:spPr>
              <a:xfrm>
                <a:off x="141502" y="873967"/>
                <a:ext cx="11908993" cy="783228"/>
              </a:xfrm>
              <a:prstGeom prst="rect">
                <a:avLst/>
              </a:prstGeom>
              <a:blipFill>
                <a:blip r:embed="rId3"/>
                <a:stretch>
                  <a:fillRect l="-256"/>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592439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第四讲</a:t>
            </a:r>
            <a:r>
              <a:rPr lang="en-US" altLang="zh-CN">
                <a:latin typeface="楷体" panose="02010609060101010101" pitchFamily="49" charset="-122"/>
                <a:ea typeface="楷体" panose="02010609060101010101" pitchFamily="49" charset="-122"/>
              </a:rPr>
              <a:t>	</a:t>
            </a:r>
            <a:r>
              <a:rPr lang="zh-CN" altLang="en-US">
                <a:latin typeface="楷体" panose="02010609060101010101" pitchFamily="49" charset="-122"/>
                <a:ea typeface="楷体" panose="02010609060101010101" pitchFamily="49" charset="-122"/>
              </a:rPr>
              <a:t>命题逻辑的等值演算</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6</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91646C22-BFA0-4263-ADC6-D1CE69BFEFF6}" type="slidenum">
              <a:rPr lang="en-US" altLang="zh-CN" smtClean="0">
                <a:latin typeface="Arial" panose="020B0604020202020204" pitchFamily="34" charset="0"/>
                <a:ea typeface="楷体" panose="02010609060101010101" pitchFamily="49" charset="-122"/>
                <a:cs typeface="Arial" panose="020B0604020202020204" pitchFamily="34" charset="0"/>
              </a:rPr>
              <a:t>8</a:t>
            </a:fld>
            <a:r>
              <a:rPr lang="en-US" altLang="zh-CN" dirty="0">
                <a:latin typeface="Arial" panose="020B0604020202020204" pitchFamily="34" charset="0"/>
                <a:ea typeface="楷体" panose="02010609060101010101" pitchFamily="49" charset="-122"/>
                <a:cs typeface="Arial" panose="020B0604020202020204" pitchFamily="34" charset="0"/>
              </a:rPr>
              <a:t>/26</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内容提要</a:t>
            </a:r>
          </a:p>
        </p:txBody>
      </p:sp>
      <p:sp>
        <p:nvSpPr>
          <p:cNvPr id="2" name="文本框 1">
            <a:extLst>
              <a:ext uri="{FF2B5EF4-FFF2-40B4-BE49-F238E27FC236}">
                <a16:creationId xmlns:a16="http://schemas.microsoft.com/office/drawing/2014/main" id="{85BA4EFF-667B-4FC6-8446-13B52B94D7E0}"/>
              </a:ext>
            </a:extLst>
          </p:cNvPr>
          <p:cNvSpPr txBox="1"/>
          <p:nvPr/>
        </p:nvSpPr>
        <p:spPr>
          <a:xfrm>
            <a:off x="1175655" y="1464207"/>
            <a:ext cx="4988768" cy="2746906"/>
          </a:xfrm>
          <a:prstGeom prst="rect">
            <a:avLst/>
          </a:prstGeom>
          <a:noFill/>
        </p:spPr>
        <p:txBody>
          <a:bodyPr wrap="square" rtlCol="0">
            <a:spAutoFit/>
          </a:bodyPr>
          <a:lstStyle/>
          <a:p>
            <a:pPr>
              <a:lnSpc>
                <a:spcPct val="300000"/>
              </a:lnSpc>
            </a:pPr>
            <a:r>
              <a:rPr lang="zh-CN" altLang="en-US" sz="3200" b="1">
                <a:solidFill>
                  <a:schemeClr val="bg2"/>
                </a:solidFill>
                <a:latin typeface="仿宋" panose="02010609060101010101" pitchFamily="49" charset="-122"/>
                <a:ea typeface="仿宋" panose="02010609060101010101" pitchFamily="49" charset="-122"/>
              </a:rPr>
              <a:t>命题逻辑公式的逻辑等值</a:t>
            </a:r>
            <a:r>
              <a:rPr lang="zh-CN" altLang="en-US" sz="3200" b="1">
                <a:solidFill>
                  <a:schemeClr val="accent6">
                    <a:lumMod val="50000"/>
                  </a:schemeClr>
                </a:solidFill>
                <a:latin typeface="仿宋" panose="02010609060101010101" pitchFamily="49" charset="-122"/>
                <a:ea typeface="仿宋" panose="02010609060101010101" pitchFamily="49" charset="-122"/>
              </a:rPr>
              <a:t>命题逻辑的等值演算</a:t>
            </a:r>
            <a:endParaRPr lang="en-US" altLang="zh-CN" sz="3200" b="1">
              <a:solidFill>
                <a:schemeClr val="accent6">
                  <a:lumMod val="50000"/>
                </a:schemeClr>
              </a:solidFill>
              <a:latin typeface="仿宋" panose="02010609060101010101" pitchFamily="49" charset="-122"/>
              <a:ea typeface="仿宋" panose="02010609060101010101" pitchFamily="49" charset="-122"/>
            </a:endParaRPr>
          </a:p>
        </p:txBody>
      </p:sp>
    </p:spTree>
    <p:extLst>
      <p:ext uri="{BB962C8B-B14F-4D97-AF65-F5344CB8AC3E}">
        <p14:creationId xmlns:p14="http://schemas.microsoft.com/office/powerpoint/2010/main" val="12690568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命题逻辑的等值演算</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第四讲</a:t>
            </a:r>
            <a:r>
              <a:rPr lang="en-US" altLang="zh-CN">
                <a:latin typeface="楷体" panose="02010609060101010101" pitchFamily="49" charset="-122"/>
                <a:ea typeface="楷体" panose="02010609060101010101" pitchFamily="49" charset="-122"/>
              </a:rPr>
              <a:t>	</a:t>
            </a:r>
            <a:r>
              <a:rPr lang="zh-CN" altLang="en-US">
                <a:latin typeface="楷体" panose="02010609060101010101" pitchFamily="49" charset="-122"/>
                <a:ea typeface="楷体" panose="02010609060101010101" pitchFamily="49" charset="-122"/>
              </a:rPr>
              <a:t>命题逻辑的等值演算</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6</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9</a:t>
            </a:fld>
            <a:r>
              <a:rPr lang="en-US" altLang="zh-CN" dirty="0">
                <a:latin typeface="Arial" panose="020B0604020202020204" pitchFamily="34" charset="0"/>
                <a:ea typeface="楷体" panose="02010609060101010101" pitchFamily="49" charset="-122"/>
                <a:cs typeface="Arial" panose="020B0604020202020204" pitchFamily="34" charset="0"/>
              </a:rPr>
              <a:t>/26</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逻辑等值式模式</a:t>
            </a:r>
          </a:p>
        </p:txBody>
      </p:sp>
      <p:sp>
        <p:nvSpPr>
          <p:cNvPr id="11" name="矩形: 圆角 10">
            <a:extLst>
              <a:ext uri="{FF2B5EF4-FFF2-40B4-BE49-F238E27FC236}">
                <a16:creationId xmlns:a16="http://schemas.microsoft.com/office/drawing/2014/main" id="{971913F5-4B5E-4759-BFE9-EB3AF91D6614}"/>
              </a:ext>
            </a:extLst>
          </p:cNvPr>
          <p:cNvSpPr/>
          <p:nvPr/>
        </p:nvSpPr>
        <p:spPr>
          <a:xfrm>
            <a:off x="505903" y="1219254"/>
            <a:ext cx="4053016" cy="459280"/>
          </a:xfrm>
          <a:prstGeom prst="roundRect">
            <a:avLst/>
          </a:prstGeom>
          <a:solidFill>
            <a:schemeClr val="accent4">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400" b="1">
                <a:solidFill>
                  <a:schemeClr val="accent2">
                    <a:lumMod val="50000"/>
                  </a:schemeClr>
                </a:solidFill>
              </a:rPr>
              <a:t>什么是命题逻辑的等值演算？</a:t>
            </a:r>
            <a:endParaRPr lang="zh-CN" altLang="en-US" sz="2400" b="1" dirty="0">
              <a:solidFill>
                <a:schemeClr val="accent2">
                  <a:lumMod val="50000"/>
                </a:schemeClr>
              </a:solidFill>
            </a:endParaRPr>
          </a:p>
        </p:txBody>
      </p:sp>
      <p:sp>
        <p:nvSpPr>
          <p:cNvPr id="12" name="文本框 11">
            <a:extLst>
              <a:ext uri="{FF2B5EF4-FFF2-40B4-BE49-F238E27FC236}">
                <a16:creationId xmlns:a16="http://schemas.microsoft.com/office/drawing/2014/main" id="{32D5BB37-5063-441B-961D-E1CD2CDD068B}"/>
              </a:ext>
            </a:extLst>
          </p:cNvPr>
          <p:cNvSpPr txBox="1"/>
          <p:nvPr/>
        </p:nvSpPr>
        <p:spPr>
          <a:xfrm>
            <a:off x="1273701" y="1981810"/>
            <a:ext cx="9644595" cy="907300"/>
          </a:xfrm>
          <a:prstGeom prst="rect">
            <a:avLst/>
          </a:prstGeom>
          <a:solidFill>
            <a:srgbClr val="F9E5E5"/>
          </a:solidFill>
        </p:spPr>
        <p:txBody>
          <a:bodyPr wrap="square" rtlCol="0">
            <a:spAutoFit/>
          </a:bodyPr>
          <a:lstStyle/>
          <a:p>
            <a:pPr>
              <a:lnSpc>
                <a:spcPts val="3400"/>
              </a:lnSpc>
            </a:pPr>
            <a:r>
              <a:rPr lang="zh-CN" altLang="en-US" sz="2400" b="1">
                <a:solidFill>
                  <a:srgbClr val="002060"/>
                </a:solidFill>
                <a:latin typeface="楷体" panose="02010609060101010101" pitchFamily="49" charset="-122"/>
                <a:ea typeface="楷体" panose="02010609060101010101" pitchFamily="49" charset="-122"/>
              </a:rPr>
              <a:t>根据</a:t>
            </a:r>
            <a:r>
              <a:rPr lang="zh-CN" altLang="en-US" sz="2400" b="1">
                <a:solidFill>
                  <a:srgbClr val="C00000"/>
                </a:solidFill>
                <a:latin typeface="黑体" panose="02010609060101010101" pitchFamily="49" charset="-122"/>
                <a:ea typeface="黑体" panose="02010609060101010101" pitchFamily="49" charset="-122"/>
              </a:rPr>
              <a:t>基本逻辑等值式模式</a:t>
            </a:r>
            <a:r>
              <a:rPr lang="zh-CN" altLang="en-US" sz="2400" b="1">
                <a:solidFill>
                  <a:srgbClr val="002060"/>
                </a:solidFill>
                <a:latin typeface="楷体" panose="02010609060101010101" pitchFamily="49" charset="-122"/>
                <a:ea typeface="楷体" panose="02010609060101010101" pitchFamily="49" charset="-122"/>
              </a:rPr>
              <a:t>，从基本逻辑等值式出发，通过</a:t>
            </a:r>
            <a:r>
              <a:rPr lang="zh-CN" altLang="en-US" sz="2400" b="1">
                <a:solidFill>
                  <a:srgbClr val="C00000"/>
                </a:solidFill>
                <a:latin typeface="黑体" panose="02010609060101010101" pitchFamily="49" charset="-122"/>
                <a:ea typeface="黑体" panose="02010609060101010101" pitchFamily="49" charset="-122"/>
              </a:rPr>
              <a:t>等值子公式置换</a:t>
            </a:r>
            <a:r>
              <a:rPr lang="zh-CN" altLang="en-US" sz="2400" b="1">
                <a:solidFill>
                  <a:srgbClr val="002060"/>
                </a:solidFill>
                <a:latin typeface="楷体" panose="02010609060101010101" pitchFamily="49" charset="-122"/>
                <a:ea typeface="楷体" panose="02010609060101010101" pitchFamily="49" charset="-122"/>
              </a:rPr>
              <a:t>的方式对公式进行演算变形，从而验证两个公式逻辑等值的过程</a:t>
            </a:r>
            <a:endParaRPr lang="zh-CN" altLang="en-US" b="1">
              <a:solidFill>
                <a:schemeClr val="accent6">
                  <a:lumMod val="50000"/>
                </a:schemeClr>
              </a:solidFill>
              <a:latin typeface="宋体" panose="02010600030101010101" pitchFamily="2" charset="-122"/>
              <a:ea typeface="宋体" panose="02010600030101010101" pitchFamily="2" charset="-122"/>
            </a:endParaRPr>
          </a:p>
        </p:txBody>
      </p:sp>
      <p:sp>
        <p:nvSpPr>
          <p:cNvPr id="13" name="矩形: 圆角 12">
            <a:extLst>
              <a:ext uri="{FF2B5EF4-FFF2-40B4-BE49-F238E27FC236}">
                <a16:creationId xmlns:a16="http://schemas.microsoft.com/office/drawing/2014/main" id="{A3F3BEC6-118C-4801-BCAD-1032C041D747}"/>
              </a:ext>
            </a:extLst>
          </p:cNvPr>
          <p:cNvSpPr/>
          <p:nvPr/>
        </p:nvSpPr>
        <p:spPr>
          <a:xfrm>
            <a:off x="505903" y="3641635"/>
            <a:ext cx="3547114" cy="459280"/>
          </a:xfrm>
          <a:prstGeom prst="roundRect">
            <a:avLst/>
          </a:prstGeom>
          <a:solidFill>
            <a:schemeClr val="accent4">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400" b="1">
                <a:solidFill>
                  <a:schemeClr val="accent2">
                    <a:lumMod val="50000"/>
                  </a:schemeClr>
                </a:solidFill>
              </a:rPr>
              <a:t>什么是逻辑等值式模式？</a:t>
            </a:r>
            <a:endParaRPr lang="zh-CN" altLang="en-US" sz="2400" b="1" dirty="0">
              <a:solidFill>
                <a:schemeClr val="accent2">
                  <a:lumMod val="50000"/>
                </a:schemeClr>
              </a:solidFill>
            </a:endParaRPr>
          </a:p>
        </p:txBody>
      </p:sp>
      <p:sp>
        <p:nvSpPr>
          <p:cNvPr id="14" name="文本框 13">
            <a:extLst>
              <a:ext uri="{FF2B5EF4-FFF2-40B4-BE49-F238E27FC236}">
                <a16:creationId xmlns:a16="http://schemas.microsoft.com/office/drawing/2014/main" id="{1B2CBB95-AD2B-4188-9E0C-48C29740551F}"/>
              </a:ext>
            </a:extLst>
          </p:cNvPr>
          <p:cNvSpPr txBox="1"/>
          <p:nvPr/>
        </p:nvSpPr>
        <p:spPr>
          <a:xfrm>
            <a:off x="1273701" y="4418766"/>
            <a:ext cx="5561276" cy="907300"/>
          </a:xfrm>
          <a:prstGeom prst="rect">
            <a:avLst/>
          </a:prstGeom>
          <a:solidFill>
            <a:srgbClr val="F9E5E5"/>
          </a:solidFill>
        </p:spPr>
        <p:txBody>
          <a:bodyPr wrap="square" rtlCol="0">
            <a:spAutoFit/>
          </a:bodyPr>
          <a:lstStyle/>
          <a:p>
            <a:pPr>
              <a:lnSpc>
                <a:spcPts val="3400"/>
              </a:lnSpc>
            </a:pPr>
            <a:r>
              <a:rPr lang="zh-CN" altLang="en-US" sz="2400" b="1">
                <a:solidFill>
                  <a:srgbClr val="002060"/>
                </a:solidFill>
                <a:latin typeface="楷体" panose="02010609060101010101" pitchFamily="49" charset="-122"/>
                <a:ea typeface="楷体" panose="02010609060101010101" pitchFamily="49" charset="-122"/>
              </a:rPr>
              <a:t>用代表任意公式的大写字母分别替换具体逻辑等值式的命题变量得到的符号串</a:t>
            </a:r>
            <a:endParaRPr lang="zh-CN" altLang="en-US" b="1">
              <a:solidFill>
                <a:schemeClr val="accent6">
                  <a:lumMod val="50000"/>
                </a:schemeClr>
              </a:solidFill>
              <a:latin typeface="宋体" panose="02010600030101010101" pitchFamily="2" charset="-122"/>
              <a:ea typeface="宋体" panose="02010600030101010101" pitchFamily="2" charset="-122"/>
            </a:endParaRPr>
          </a:p>
        </p:txBody>
      </p:sp>
      <p:grpSp>
        <p:nvGrpSpPr>
          <p:cNvPr id="27" name="组合 26">
            <a:extLst>
              <a:ext uri="{FF2B5EF4-FFF2-40B4-BE49-F238E27FC236}">
                <a16:creationId xmlns:a16="http://schemas.microsoft.com/office/drawing/2014/main" id="{C5D58048-D0A6-44CB-B05D-82D9ED1E0291}"/>
              </a:ext>
            </a:extLst>
          </p:cNvPr>
          <p:cNvGrpSpPr/>
          <p:nvPr/>
        </p:nvGrpSpPr>
        <p:grpSpPr>
          <a:xfrm>
            <a:off x="5060285" y="3253553"/>
            <a:ext cx="6157397" cy="1063536"/>
            <a:chOff x="5058804" y="3381127"/>
            <a:chExt cx="6157397" cy="1063536"/>
          </a:xfrm>
        </p:grpSpPr>
        <mc:AlternateContent xmlns:mc="http://schemas.openxmlformats.org/markup-compatibility/2006" xmlns:a14="http://schemas.microsoft.com/office/drawing/2010/main">
          <mc:Choice Requires="a14">
            <p:sp>
              <p:nvSpPr>
                <p:cNvPr id="15" name="文本框 14">
                  <a:extLst>
                    <a:ext uri="{FF2B5EF4-FFF2-40B4-BE49-F238E27FC236}">
                      <a16:creationId xmlns:a16="http://schemas.microsoft.com/office/drawing/2014/main" id="{58C1D436-3CC5-4C75-B03F-9C18163280F9}"/>
                    </a:ext>
                  </a:extLst>
                </p:cNvPr>
                <p:cNvSpPr txBox="1"/>
                <p:nvPr/>
              </p:nvSpPr>
              <p:spPr>
                <a:xfrm>
                  <a:off x="5058804" y="3429000"/>
                  <a:ext cx="2420856" cy="1015663"/>
                </a:xfrm>
                <a:prstGeom prst="rect">
                  <a:avLst/>
                </a:prstGeom>
                <a:solidFill>
                  <a:srgbClr val="E5EFE5"/>
                </a:solidFill>
              </p:spPr>
              <p:txBody>
                <a:bodyPr wrap="square" rtlCol="0">
                  <a:spAutoFit/>
                </a:bodyPr>
                <a:lstStyle/>
                <a:p>
                  <a:pPr algn="ctr">
                    <a:lnSpc>
                      <a:spcPts val="3000"/>
                    </a:lnSpc>
                    <a:spcBef>
                      <a:spcPts val="600"/>
                    </a:spcBef>
                    <a:spcAft>
                      <a:spcPts val="600"/>
                    </a:spcAft>
                  </a:pPr>
                  <a:r>
                    <a:rPr lang="zh-CN" altLang="en-US" b="1">
                      <a:solidFill>
                        <a:srgbClr val="C00000"/>
                      </a:solidFill>
                    </a:rPr>
                    <a:t>具体逻辑等值式</a:t>
                  </a:r>
                  <a:endParaRPr lang="en-US" altLang="zh-CN" b="1">
                    <a:solidFill>
                      <a:srgbClr val="C00000"/>
                    </a:solidFill>
                  </a:endParaRPr>
                </a:p>
                <a:p>
                  <a:pPr>
                    <a:lnSpc>
                      <a:spcPts val="3000"/>
                    </a:lnSpc>
                    <a:spcBef>
                      <a:spcPts val="600"/>
                    </a:spcBef>
                    <a:spcAft>
                      <a:spcPts val="600"/>
                    </a:spcAft>
                  </a:pPr>
                  <a14:m>
                    <m:oMathPara xmlns:m="http://schemas.openxmlformats.org/officeDocument/2006/math">
                      <m:oMathParaPr>
                        <m:jc m:val="centerGroup"/>
                      </m:oMathParaPr>
                      <m:oMath xmlns:m="http://schemas.openxmlformats.org/officeDocument/2006/math">
                        <m:r>
                          <a:rPr lang="en-US" altLang="zh-CN" b="1" i="1" smtClean="0">
                            <a:solidFill>
                              <a:schemeClr val="accent6">
                                <a:lumMod val="50000"/>
                              </a:schemeClr>
                            </a:solidFill>
                            <a:latin typeface="Cambria Math" panose="02040503050406030204" pitchFamily="18" charset="0"/>
                            <a:ea typeface="楷体" panose="02010609060101010101" pitchFamily="49" charset="-122"/>
                          </a:rPr>
                          <m:t>¬</m:t>
                        </m:r>
                        <m:d>
                          <m:dPr>
                            <m:ctrlPr>
                              <a:rPr lang="en-US" altLang="zh-CN" b="1" i="1" smtClean="0">
                                <a:solidFill>
                                  <a:schemeClr val="accent6">
                                    <a:lumMod val="50000"/>
                                  </a:schemeClr>
                                </a:solidFill>
                                <a:latin typeface="Cambria Math" panose="02040503050406030204" pitchFamily="18" charset="0"/>
                                <a:ea typeface="楷体" panose="02010609060101010101" pitchFamily="49" charset="-122"/>
                              </a:rPr>
                            </m:ctrlPr>
                          </m:dPr>
                          <m:e>
                            <m:r>
                              <a:rPr lang="en-US" altLang="zh-CN" b="1" i="1" smtClean="0">
                                <a:solidFill>
                                  <a:schemeClr val="accent6">
                                    <a:lumMod val="50000"/>
                                  </a:schemeClr>
                                </a:solidFill>
                                <a:latin typeface="Cambria Math" panose="02040503050406030204" pitchFamily="18" charset="0"/>
                                <a:ea typeface="楷体" panose="02010609060101010101" pitchFamily="49" charset="-122"/>
                              </a:rPr>
                              <m:t>𝒑</m:t>
                            </m:r>
                            <m:r>
                              <a:rPr lang="en-US" altLang="zh-CN" b="1" i="1" smtClean="0">
                                <a:solidFill>
                                  <a:schemeClr val="accent6">
                                    <a:lumMod val="50000"/>
                                  </a:schemeClr>
                                </a:solidFill>
                                <a:latin typeface="Cambria Math" panose="02040503050406030204" pitchFamily="18" charset="0"/>
                                <a:ea typeface="楷体" panose="02010609060101010101" pitchFamily="49" charset="-122"/>
                              </a:rPr>
                              <m:t>∨</m:t>
                            </m:r>
                            <m:r>
                              <a:rPr lang="en-US" altLang="zh-CN" b="1" i="1" smtClean="0">
                                <a:solidFill>
                                  <a:schemeClr val="accent6">
                                    <a:lumMod val="50000"/>
                                  </a:schemeClr>
                                </a:solidFill>
                                <a:latin typeface="Cambria Math" panose="02040503050406030204" pitchFamily="18" charset="0"/>
                                <a:ea typeface="楷体" panose="02010609060101010101" pitchFamily="49" charset="-122"/>
                              </a:rPr>
                              <m:t>𝒒</m:t>
                            </m:r>
                          </m:e>
                        </m:d>
                        <m:r>
                          <a:rPr lang="en-US" altLang="zh-CN" b="1" i="1" smtClean="0">
                            <a:solidFill>
                              <a:schemeClr val="accent6">
                                <a:lumMod val="50000"/>
                              </a:schemeClr>
                            </a:solidFill>
                            <a:latin typeface="Cambria Math" panose="02040503050406030204" pitchFamily="18" charset="0"/>
                            <a:ea typeface="楷体" panose="02010609060101010101" pitchFamily="49" charset="-122"/>
                          </a:rPr>
                          <m:t>≡</m:t>
                        </m:r>
                        <m:d>
                          <m:dPr>
                            <m:ctrlPr>
                              <a:rPr lang="en-US" altLang="zh-CN" b="1" i="1" smtClean="0">
                                <a:solidFill>
                                  <a:schemeClr val="accent6">
                                    <a:lumMod val="50000"/>
                                  </a:schemeClr>
                                </a:solidFill>
                                <a:latin typeface="Cambria Math" panose="02040503050406030204" pitchFamily="18" charset="0"/>
                                <a:ea typeface="楷体" panose="02010609060101010101" pitchFamily="49" charset="-122"/>
                              </a:rPr>
                            </m:ctrlPr>
                          </m:dPr>
                          <m:e>
                            <m:r>
                              <a:rPr lang="en-US" altLang="zh-CN" b="1" i="1" smtClean="0">
                                <a:solidFill>
                                  <a:schemeClr val="accent6">
                                    <a:lumMod val="50000"/>
                                  </a:schemeClr>
                                </a:solidFill>
                                <a:latin typeface="Cambria Math" panose="02040503050406030204" pitchFamily="18" charset="0"/>
                                <a:ea typeface="楷体" panose="02010609060101010101" pitchFamily="49" charset="-122"/>
                              </a:rPr>
                              <m:t>¬</m:t>
                            </m:r>
                            <m:r>
                              <a:rPr lang="en-US" altLang="zh-CN" b="1" i="1" smtClean="0">
                                <a:solidFill>
                                  <a:schemeClr val="accent6">
                                    <a:lumMod val="50000"/>
                                  </a:schemeClr>
                                </a:solidFill>
                                <a:latin typeface="Cambria Math" panose="02040503050406030204" pitchFamily="18" charset="0"/>
                                <a:ea typeface="楷体" panose="02010609060101010101" pitchFamily="49" charset="-122"/>
                              </a:rPr>
                              <m:t>𝒑</m:t>
                            </m:r>
                            <m:r>
                              <a:rPr lang="en-US" altLang="zh-CN" b="1" i="1" smtClean="0">
                                <a:solidFill>
                                  <a:schemeClr val="accent6">
                                    <a:lumMod val="50000"/>
                                  </a:schemeClr>
                                </a:solidFill>
                                <a:latin typeface="Cambria Math" panose="02040503050406030204" pitchFamily="18" charset="0"/>
                                <a:ea typeface="楷体" panose="02010609060101010101" pitchFamily="49" charset="-122"/>
                              </a:rPr>
                              <m:t>∧¬</m:t>
                            </m:r>
                            <m:r>
                              <a:rPr lang="en-US" altLang="zh-CN" b="1" i="1" smtClean="0">
                                <a:solidFill>
                                  <a:schemeClr val="accent6">
                                    <a:lumMod val="50000"/>
                                  </a:schemeClr>
                                </a:solidFill>
                                <a:latin typeface="Cambria Math" panose="02040503050406030204" pitchFamily="18" charset="0"/>
                                <a:ea typeface="楷体" panose="02010609060101010101" pitchFamily="49" charset="-122"/>
                              </a:rPr>
                              <m:t>𝒒</m:t>
                            </m:r>
                          </m:e>
                        </m:d>
                      </m:oMath>
                    </m:oMathPara>
                  </a14:m>
                  <a:endParaRPr lang="en-US" altLang="zh-CN" b="1">
                    <a:solidFill>
                      <a:schemeClr val="accent6">
                        <a:lumMod val="50000"/>
                      </a:schemeClr>
                    </a:solidFill>
                    <a:latin typeface="楷体" panose="02010609060101010101" pitchFamily="49" charset="-122"/>
                    <a:ea typeface="楷体" panose="02010609060101010101" pitchFamily="49" charset="-122"/>
                  </a:endParaRPr>
                </a:p>
              </p:txBody>
            </p:sp>
          </mc:Choice>
          <mc:Fallback xmlns="">
            <p:sp>
              <p:nvSpPr>
                <p:cNvPr id="15" name="文本框 14">
                  <a:extLst>
                    <a:ext uri="{FF2B5EF4-FFF2-40B4-BE49-F238E27FC236}">
                      <a16:creationId xmlns:a16="http://schemas.microsoft.com/office/drawing/2014/main" id="{58C1D436-3CC5-4C75-B03F-9C18163280F9}"/>
                    </a:ext>
                  </a:extLst>
                </p:cNvPr>
                <p:cNvSpPr txBox="1">
                  <a:spLocks noRot="1" noChangeAspect="1" noMove="1" noResize="1" noEditPoints="1" noAdjustHandles="1" noChangeArrowheads="1" noChangeShapeType="1" noTextEdit="1"/>
                </p:cNvSpPr>
                <p:nvPr/>
              </p:nvSpPr>
              <p:spPr>
                <a:xfrm>
                  <a:off x="5058804" y="3429000"/>
                  <a:ext cx="2420856" cy="1015663"/>
                </a:xfrm>
                <a:prstGeom prst="rect">
                  <a:avLst/>
                </a:prstGeom>
                <a:blipFill>
                  <a:blip r:embed="rId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 name="文本框 15">
                  <a:extLst>
                    <a:ext uri="{FF2B5EF4-FFF2-40B4-BE49-F238E27FC236}">
                      <a16:creationId xmlns:a16="http://schemas.microsoft.com/office/drawing/2014/main" id="{8DCEF3BE-FA11-4069-B747-0F516C3AB334}"/>
                    </a:ext>
                  </a:extLst>
                </p:cNvPr>
                <p:cNvSpPr txBox="1"/>
                <p:nvPr/>
              </p:nvSpPr>
              <p:spPr>
                <a:xfrm>
                  <a:off x="8729560" y="3429000"/>
                  <a:ext cx="2486641" cy="1015663"/>
                </a:xfrm>
                <a:prstGeom prst="rect">
                  <a:avLst/>
                </a:prstGeom>
                <a:solidFill>
                  <a:srgbClr val="E5EFE5"/>
                </a:solidFill>
              </p:spPr>
              <p:txBody>
                <a:bodyPr wrap="square" rtlCol="0">
                  <a:spAutoFit/>
                </a:bodyPr>
                <a:lstStyle/>
                <a:p>
                  <a:pPr algn="ctr">
                    <a:lnSpc>
                      <a:spcPts val="3000"/>
                    </a:lnSpc>
                    <a:spcBef>
                      <a:spcPts val="600"/>
                    </a:spcBef>
                    <a:spcAft>
                      <a:spcPts val="600"/>
                    </a:spcAft>
                  </a:pPr>
                  <a:r>
                    <a:rPr lang="zh-CN" altLang="en-US" b="1">
                      <a:solidFill>
                        <a:srgbClr val="C00000"/>
                      </a:solidFill>
                    </a:rPr>
                    <a:t>逻辑等值式模式</a:t>
                  </a:r>
                  <a:endParaRPr lang="en-US" altLang="zh-CN" b="1">
                    <a:solidFill>
                      <a:srgbClr val="C00000"/>
                    </a:solidFill>
                  </a:endParaRPr>
                </a:p>
                <a:p>
                  <a:pPr>
                    <a:lnSpc>
                      <a:spcPts val="3000"/>
                    </a:lnSpc>
                    <a:spcBef>
                      <a:spcPts val="600"/>
                    </a:spcBef>
                    <a:spcAft>
                      <a:spcPts val="600"/>
                    </a:spcAft>
                  </a:pPr>
                  <a14:m>
                    <m:oMathPara xmlns:m="http://schemas.openxmlformats.org/officeDocument/2006/math">
                      <m:oMathParaPr>
                        <m:jc m:val="centerGroup"/>
                      </m:oMathParaPr>
                      <m:oMath xmlns:m="http://schemas.openxmlformats.org/officeDocument/2006/math">
                        <m:r>
                          <a:rPr lang="en-US" altLang="zh-CN" b="1" i="1" smtClean="0">
                            <a:solidFill>
                              <a:schemeClr val="accent6">
                                <a:lumMod val="50000"/>
                              </a:schemeClr>
                            </a:solidFill>
                            <a:latin typeface="Cambria Math" panose="02040503050406030204" pitchFamily="18" charset="0"/>
                            <a:ea typeface="楷体" panose="02010609060101010101" pitchFamily="49" charset="-122"/>
                          </a:rPr>
                          <m:t>¬</m:t>
                        </m:r>
                        <m:d>
                          <m:dPr>
                            <m:ctrlPr>
                              <a:rPr lang="en-US" altLang="zh-CN" b="1" i="1" smtClean="0">
                                <a:solidFill>
                                  <a:schemeClr val="accent6">
                                    <a:lumMod val="50000"/>
                                  </a:schemeClr>
                                </a:solidFill>
                                <a:latin typeface="Cambria Math" panose="02040503050406030204" pitchFamily="18" charset="0"/>
                                <a:ea typeface="楷体" panose="02010609060101010101" pitchFamily="49" charset="-122"/>
                              </a:rPr>
                            </m:ctrlPr>
                          </m:dPr>
                          <m:e>
                            <m:r>
                              <a:rPr lang="en-US" altLang="zh-CN" b="1" i="1" smtClean="0">
                                <a:solidFill>
                                  <a:schemeClr val="accent6">
                                    <a:lumMod val="50000"/>
                                  </a:schemeClr>
                                </a:solidFill>
                                <a:latin typeface="Cambria Math" panose="02040503050406030204" pitchFamily="18" charset="0"/>
                                <a:ea typeface="楷体" panose="02010609060101010101" pitchFamily="49" charset="-122"/>
                              </a:rPr>
                              <m:t>𝑨</m:t>
                            </m:r>
                            <m:r>
                              <a:rPr lang="en-US" altLang="zh-CN" b="1" i="1" smtClean="0">
                                <a:solidFill>
                                  <a:schemeClr val="accent6">
                                    <a:lumMod val="50000"/>
                                  </a:schemeClr>
                                </a:solidFill>
                                <a:latin typeface="Cambria Math" panose="02040503050406030204" pitchFamily="18" charset="0"/>
                                <a:ea typeface="楷体" panose="02010609060101010101" pitchFamily="49" charset="-122"/>
                              </a:rPr>
                              <m:t>∨</m:t>
                            </m:r>
                            <m:r>
                              <a:rPr lang="en-US" altLang="zh-CN" b="1" i="1" smtClean="0">
                                <a:solidFill>
                                  <a:schemeClr val="accent6">
                                    <a:lumMod val="50000"/>
                                  </a:schemeClr>
                                </a:solidFill>
                                <a:latin typeface="Cambria Math" panose="02040503050406030204" pitchFamily="18" charset="0"/>
                                <a:ea typeface="楷体" panose="02010609060101010101" pitchFamily="49" charset="-122"/>
                              </a:rPr>
                              <m:t>𝑩</m:t>
                            </m:r>
                          </m:e>
                        </m:d>
                        <m:r>
                          <a:rPr lang="en-US" altLang="zh-CN" b="1" i="1" smtClean="0">
                            <a:solidFill>
                              <a:schemeClr val="accent6">
                                <a:lumMod val="50000"/>
                              </a:schemeClr>
                            </a:solidFill>
                            <a:latin typeface="Cambria Math" panose="02040503050406030204" pitchFamily="18" charset="0"/>
                            <a:ea typeface="楷体" panose="02010609060101010101" pitchFamily="49" charset="-122"/>
                          </a:rPr>
                          <m:t>≡</m:t>
                        </m:r>
                        <m:d>
                          <m:dPr>
                            <m:ctrlPr>
                              <a:rPr lang="en-US" altLang="zh-CN" b="1" i="1" smtClean="0">
                                <a:solidFill>
                                  <a:schemeClr val="accent6">
                                    <a:lumMod val="50000"/>
                                  </a:schemeClr>
                                </a:solidFill>
                                <a:latin typeface="Cambria Math" panose="02040503050406030204" pitchFamily="18" charset="0"/>
                                <a:ea typeface="楷体" panose="02010609060101010101" pitchFamily="49" charset="-122"/>
                              </a:rPr>
                            </m:ctrlPr>
                          </m:dPr>
                          <m:e>
                            <m:r>
                              <a:rPr lang="en-US" altLang="zh-CN" b="1" i="1" smtClean="0">
                                <a:solidFill>
                                  <a:schemeClr val="accent6">
                                    <a:lumMod val="50000"/>
                                  </a:schemeClr>
                                </a:solidFill>
                                <a:latin typeface="Cambria Math" panose="02040503050406030204" pitchFamily="18" charset="0"/>
                                <a:ea typeface="楷体" panose="02010609060101010101" pitchFamily="49" charset="-122"/>
                              </a:rPr>
                              <m:t>¬</m:t>
                            </m:r>
                            <m:r>
                              <a:rPr lang="en-US" altLang="zh-CN" b="1" i="1" smtClean="0">
                                <a:solidFill>
                                  <a:schemeClr val="accent6">
                                    <a:lumMod val="50000"/>
                                  </a:schemeClr>
                                </a:solidFill>
                                <a:latin typeface="Cambria Math" panose="02040503050406030204" pitchFamily="18" charset="0"/>
                                <a:ea typeface="楷体" panose="02010609060101010101" pitchFamily="49" charset="-122"/>
                              </a:rPr>
                              <m:t>𝑨</m:t>
                            </m:r>
                            <m:r>
                              <a:rPr lang="en-US" altLang="zh-CN" b="1" i="1" smtClean="0">
                                <a:solidFill>
                                  <a:schemeClr val="accent6">
                                    <a:lumMod val="50000"/>
                                  </a:schemeClr>
                                </a:solidFill>
                                <a:latin typeface="Cambria Math" panose="02040503050406030204" pitchFamily="18" charset="0"/>
                                <a:ea typeface="楷体" panose="02010609060101010101" pitchFamily="49" charset="-122"/>
                              </a:rPr>
                              <m:t>∧¬</m:t>
                            </m:r>
                            <m:r>
                              <a:rPr lang="en-US" altLang="zh-CN" b="1" i="1" smtClean="0">
                                <a:solidFill>
                                  <a:schemeClr val="accent6">
                                    <a:lumMod val="50000"/>
                                  </a:schemeClr>
                                </a:solidFill>
                                <a:latin typeface="Cambria Math" panose="02040503050406030204" pitchFamily="18" charset="0"/>
                                <a:ea typeface="楷体" panose="02010609060101010101" pitchFamily="49" charset="-122"/>
                              </a:rPr>
                              <m:t>𝑩</m:t>
                            </m:r>
                          </m:e>
                        </m:d>
                      </m:oMath>
                    </m:oMathPara>
                  </a14:m>
                  <a:endParaRPr lang="en-US" altLang="zh-CN" b="1">
                    <a:solidFill>
                      <a:schemeClr val="accent6">
                        <a:lumMod val="50000"/>
                      </a:schemeClr>
                    </a:solidFill>
                    <a:latin typeface="楷体" panose="02010609060101010101" pitchFamily="49" charset="-122"/>
                    <a:ea typeface="楷体" panose="02010609060101010101" pitchFamily="49" charset="-122"/>
                  </a:endParaRPr>
                </a:p>
              </p:txBody>
            </p:sp>
          </mc:Choice>
          <mc:Fallback xmlns="">
            <p:sp>
              <p:nvSpPr>
                <p:cNvPr id="16" name="文本框 15">
                  <a:extLst>
                    <a:ext uri="{FF2B5EF4-FFF2-40B4-BE49-F238E27FC236}">
                      <a16:creationId xmlns:a16="http://schemas.microsoft.com/office/drawing/2014/main" id="{8DCEF3BE-FA11-4069-B747-0F516C3AB334}"/>
                    </a:ext>
                  </a:extLst>
                </p:cNvPr>
                <p:cNvSpPr txBox="1">
                  <a:spLocks noRot="1" noChangeAspect="1" noMove="1" noResize="1" noEditPoints="1" noAdjustHandles="1" noChangeArrowheads="1" noChangeShapeType="1" noTextEdit="1"/>
                </p:cNvSpPr>
                <p:nvPr/>
              </p:nvSpPr>
              <p:spPr>
                <a:xfrm>
                  <a:off x="8729560" y="3429000"/>
                  <a:ext cx="2486641" cy="1015663"/>
                </a:xfrm>
                <a:prstGeom prst="rect">
                  <a:avLst/>
                </a:prstGeom>
                <a:blipFill>
                  <a:blip r:embed="rId3"/>
                  <a:stretch>
                    <a:fillRect/>
                  </a:stretch>
                </a:blipFill>
              </p:spPr>
              <p:txBody>
                <a:bodyPr/>
                <a:lstStyle/>
                <a:p>
                  <a:r>
                    <a:rPr lang="zh-CN" altLang="en-US">
                      <a:noFill/>
                    </a:rPr>
                    <a:t> </a:t>
                  </a:r>
                </a:p>
              </p:txBody>
            </p:sp>
          </mc:Fallback>
        </mc:AlternateContent>
        <p:sp>
          <p:nvSpPr>
            <p:cNvPr id="3" name="箭头: 下 2">
              <a:extLst>
                <a:ext uri="{FF2B5EF4-FFF2-40B4-BE49-F238E27FC236}">
                  <a16:creationId xmlns:a16="http://schemas.microsoft.com/office/drawing/2014/main" id="{6BF892A0-82F3-4763-A235-EF53ACB9B445}"/>
                </a:ext>
              </a:extLst>
            </p:cNvPr>
            <p:cNvSpPr/>
            <p:nvPr/>
          </p:nvSpPr>
          <p:spPr>
            <a:xfrm rot="16200000">
              <a:off x="8061674" y="3305479"/>
              <a:ext cx="85871" cy="1249900"/>
            </a:xfrm>
            <a:prstGeom prst="downArrow">
              <a:avLst/>
            </a:prstGeom>
            <a:solidFill>
              <a:schemeClr val="accent1">
                <a:alpha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CF1EA421-4704-4CF7-B194-B06B6206F575}"/>
                    </a:ext>
                  </a:extLst>
                </p:cNvPr>
                <p:cNvSpPr txBox="1"/>
                <p:nvPr/>
              </p:nvSpPr>
              <p:spPr>
                <a:xfrm>
                  <a:off x="7662211" y="3381127"/>
                  <a:ext cx="884796" cy="492443"/>
                </a:xfrm>
                <a:prstGeom prst="rect">
                  <a:avLst/>
                </a:prstGeom>
                <a:solidFill>
                  <a:schemeClr val="accent2">
                    <a:lumMod val="20000"/>
                    <a:lumOff val="80000"/>
                  </a:schemeClr>
                </a:solidFill>
              </p:spPr>
              <p:txBody>
                <a:bodyPr wrap="square" tIns="0" bIns="0" rtlCol="0">
                  <a:spAutoFit/>
                </a:bodyPr>
                <a:lstStyle/>
                <a:p>
                  <a:pPr algn="ctr"/>
                  <a14:m>
                    <m:oMath xmlns:m="http://schemas.openxmlformats.org/officeDocument/2006/math">
                      <m:r>
                        <a:rPr lang="en-US" altLang="zh-CN" sz="1600" i="1" smtClean="0">
                          <a:solidFill>
                            <a:srgbClr val="002060"/>
                          </a:solidFill>
                          <a:latin typeface="Cambria Math" panose="02040503050406030204" pitchFamily="18" charset="0"/>
                          <a:ea typeface="楷体" panose="02010609060101010101" pitchFamily="49" charset="-122"/>
                        </a:rPr>
                        <m:t>𝐴</m:t>
                      </m:r>
                    </m:oMath>
                  </a14:m>
                  <a:r>
                    <a:rPr lang="zh-CN" altLang="en-US" sz="1600">
                      <a:solidFill>
                        <a:srgbClr val="002060"/>
                      </a:solidFill>
                      <a:latin typeface="楷体" panose="02010609060101010101" pitchFamily="49" charset="-122"/>
                      <a:ea typeface="楷体" panose="02010609060101010101" pitchFamily="49" charset="-122"/>
                    </a:rPr>
                    <a:t>替换</a:t>
                  </a:r>
                  <a14:m>
                    <m:oMath xmlns:m="http://schemas.openxmlformats.org/officeDocument/2006/math">
                      <m:r>
                        <a:rPr lang="en-US" altLang="zh-CN" sz="1600" i="1" smtClean="0">
                          <a:solidFill>
                            <a:srgbClr val="002060"/>
                          </a:solidFill>
                          <a:latin typeface="Cambria Math" panose="02040503050406030204" pitchFamily="18" charset="0"/>
                          <a:ea typeface="楷体" panose="02010609060101010101" pitchFamily="49" charset="-122"/>
                        </a:rPr>
                        <m:t>𝑝</m:t>
                      </m:r>
                    </m:oMath>
                  </a14:m>
                  <a:endParaRPr lang="en-US" altLang="zh-CN" sz="1600">
                    <a:solidFill>
                      <a:srgbClr val="002060"/>
                    </a:solidFill>
                    <a:latin typeface="楷体" panose="02010609060101010101" pitchFamily="49" charset="-122"/>
                    <a:ea typeface="楷体" panose="02010609060101010101" pitchFamily="49" charset="-122"/>
                  </a:endParaRPr>
                </a:p>
                <a:p>
                  <a:pPr algn="ctr"/>
                  <a14:m>
                    <m:oMath xmlns:m="http://schemas.openxmlformats.org/officeDocument/2006/math">
                      <m:r>
                        <a:rPr lang="en-US" altLang="zh-CN" sz="1600" i="1" smtClean="0">
                          <a:solidFill>
                            <a:srgbClr val="002060"/>
                          </a:solidFill>
                          <a:latin typeface="Cambria Math" panose="02040503050406030204" pitchFamily="18" charset="0"/>
                          <a:ea typeface="楷体" panose="02010609060101010101" pitchFamily="49" charset="-122"/>
                        </a:rPr>
                        <m:t>𝐵</m:t>
                      </m:r>
                    </m:oMath>
                  </a14:m>
                  <a:r>
                    <a:rPr lang="zh-CN" altLang="en-US" sz="1600">
                      <a:solidFill>
                        <a:srgbClr val="002060"/>
                      </a:solidFill>
                      <a:latin typeface="楷体" panose="02010609060101010101" pitchFamily="49" charset="-122"/>
                      <a:ea typeface="楷体" panose="02010609060101010101" pitchFamily="49" charset="-122"/>
                    </a:rPr>
                    <a:t>替换</a:t>
                  </a:r>
                  <a14:m>
                    <m:oMath xmlns:m="http://schemas.openxmlformats.org/officeDocument/2006/math">
                      <m:r>
                        <a:rPr lang="en-US" altLang="zh-CN" sz="1600" i="1" smtClean="0">
                          <a:solidFill>
                            <a:srgbClr val="002060"/>
                          </a:solidFill>
                          <a:latin typeface="Cambria Math" panose="02040503050406030204" pitchFamily="18" charset="0"/>
                          <a:ea typeface="楷体" panose="02010609060101010101" pitchFamily="49" charset="-122"/>
                        </a:rPr>
                        <m:t>𝑞</m:t>
                      </m:r>
                    </m:oMath>
                  </a14:m>
                  <a:endParaRPr lang="zh-CN" altLang="en-US" sz="1600">
                    <a:solidFill>
                      <a:srgbClr val="002060"/>
                    </a:solidFill>
                    <a:latin typeface="楷体" panose="02010609060101010101" pitchFamily="49" charset="-122"/>
                    <a:ea typeface="楷体" panose="02010609060101010101" pitchFamily="49" charset="-122"/>
                  </a:endParaRPr>
                </a:p>
              </p:txBody>
            </p:sp>
          </mc:Choice>
          <mc:Fallback xmlns="">
            <p:sp>
              <p:nvSpPr>
                <p:cNvPr id="4" name="文本框 3">
                  <a:extLst>
                    <a:ext uri="{FF2B5EF4-FFF2-40B4-BE49-F238E27FC236}">
                      <a16:creationId xmlns:a16="http://schemas.microsoft.com/office/drawing/2014/main" id="{CF1EA421-4704-4CF7-B194-B06B6206F575}"/>
                    </a:ext>
                  </a:extLst>
                </p:cNvPr>
                <p:cNvSpPr txBox="1">
                  <a:spLocks noRot="1" noChangeAspect="1" noMove="1" noResize="1" noEditPoints="1" noAdjustHandles="1" noChangeArrowheads="1" noChangeShapeType="1" noTextEdit="1"/>
                </p:cNvSpPr>
                <p:nvPr/>
              </p:nvSpPr>
              <p:spPr>
                <a:xfrm>
                  <a:off x="7662211" y="3381127"/>
                  <a:ext cx="884796" cy="492443"/>
                </a:xfrm>
                <a:prstGeom prst="rect">
                  <a:avLst/>
                </a:prstGeom>
                <a:blipFill>
                  <a:blip r:embed="rId4"/>
                  <a:stretch>
                    <a:fillRect t="-14815" b="-22222"/>
                  </a:stretch>
                </a:blipFill>
              </p:spPr>
              <p:txBody>
                <a:bodyPr/>
                <a:lstStyle/>
                <a:p>
                  <a:r>
                    <a:rPr lang="zh-CN" altLang="en-US">
                      <a:noFill/>
                    </a:rPr>
                    <a:t> </a:t>
                  </a:r>
                </a:p>
              </p:txBody>
            </p:sp>
          </mc:Fallback>
        </mc:AlternateContent>
        <p:sp>
          <p:nvSpPr>
            <p:cNvPr id="18" name="文本框 17">
              <a:extLst>
                <a:ext uri="{FF2B5EF4-FFF2-40B4-BE49-F238E27FC236}">
                  <a16:creationId xmlns:a16="http://schemas.microsoft.com/office/drawing/2014/main" id="{CB5F6620-B4E4-490D-8AC2-9413B6386A2A}"/>
                </a:ext>
              </a:extLst>
            </p:cNvPr>
            <p:cNvSpPr txBox="1"/>
            <p:nvPr/>
          </p:nvSpPr>
          <p:spPr>
            <a:xfrm>
              <a:off x="7738216" y="4001210"/>
              <a:ext cx="732787" cy="276999"/>
            </a:xfrm>
            <a:prstGeom prst="rect">
              <a:avLst/>
            </a:prstGeom>
            <a:solidFill>
              <a:schemeClr val="accent4">
                <a:lumMod val="20000"/>
                <a:lumOff val="80000"/>
              </a:schemeClr>
            </a:solidFill>
          </p:spPr>
          <p:txBody>
            <a:bodyPr wrap="square" tIns="0" bIns="0" rtlCol="0">
              <a:spAutoFit/>
            </a:bodyPr>
            <a:lstStyle/>
            <a:p>
              <a:r>
                <a:rPr lang="zh-CN" altLang="en-US">
                  <a:solidFill>
                    <a:srgbClr val="C00000"/>
                  </a:solidFill>
                  <a:latin typeface="楷体" panose="02010609060101010101" pitchFamily="49" charset="-122"/>
                  <a:ea typeface="楷体" panose="02010609060101010101" pitchFamily="49" charset="-122"/>
                </a:rPr>
                <a:t>泛化</a:t>
              </a:r>
            </a:p>
          </p:txBody>
        </p:sp>
      </p:grpSp>
      <p:grpSp>
        <p:nvGrpSpPr>
          <p:cNvPr id="28" name="组合 27">
            <a:extLst>
              <a:ext uri="{FF2B5EF4-FFF2-40B4-BE49-F238E27FC236}">
                <a16:creationId xmlns:a16="http://schemas.microsoft.com/office/drawing/2014/main" id="{F592856C-D63E-479E-A511-32F060C0C1F9}"/>
              </a:ext>
            </a:extLst>
          </p:cNvPr>
          <p:cNvGrpSpPr/>
          <p:nvPr/>
        </p:nvGrpSpPr>
        <p:grpSpPr>
          <a:xfrm>
            <a:off x="7064154" y="4331121"/>
            <a:ext cx="4690307" cy="1614858"/>
            <a:chOff x="7050997" y="4497554"/>
            <a:chExt cx="4690307" cy="1614858"/>
          </a:xfrm>
        </p:grpSpPr>
        <mc:AlternateContent xmlns:mc="http://schemas.openxmlformats.org/markup-compatibility/2006" xmlns:a14="http://schemas.microsoft.com/office/drawing/2010/main">
          <mc:Choice Requires="a14">
            <p:sp>
              <p:nvSpPr>
                <p:cNvPr id="19" name="文本框 18">
                  <a:extLst>
                    <a:ext uri="{FF2B5EF4-FFF2-40B4-BE49-F238E27FC236}">
                      <a16:creationId xmlns:a16="http://schemas.microsoft.com/office/drawing/2014/main" id="{9B1A633F-AFD4-4609-8F57-5CD3C6DB5289}"/>
                    </a:ext>
                  </a:extLst>
                </p:cNvPr>
                <p:cNvSpPr txBox="1"/>
                <p:nvPr/>
              </p:nvSpPr>
              <p:spPr>
                <a:xfrm>
                  <a:off x="7050997" y="5077514"/>
                  <a:ext cx="2175973" cy="938719"/>
                </a:xfrm>
                <a:prstGeom prst="rect">
                  <a:avLst/>
                </a:prstGeom>
                <a:solidFill>
                  <a:srgbClr val="E5EFE5"/>
                </a:solidFill>
              </p:spPr>
              <p:txBody>
                <a:bodyPr wrap="square" rtlCol="0">
                  <a:spAutoFit/>
                </a:bodyPr>
                <a:lstStyle/>
                <a:p>
                  <a:pPr algn="ctr">
                    <a:lnSpc>
                      <a:spcPts val="3000"/>
                    </a:lnSpc>
                    <a:spcAft>
                      <a:spcPts val="300"/>
                    </a:spcAft>
                  </a:pPr>
                  <a:r>
                    <a:rPr lang="zh-CN" altLang="en-US" sz="1600" b="1">
                      <a:solidFill>
                        <a:srgbClr val="C00000"/>
                      </a:solidFill>
                    </a:rPr>
                    <a:t>逻辑等值式模式实例</a:t>
                  </a:r>
                  <a:endParaRPr lang="en-US" altLang="zh-CN" sz="1600" b="1">
                    <a:solidFill>
                      <a:srgbClr val="C00000"/>
                    </a:solidFill>
                  </a:endParaRPr>
                </a:p>
                <a:p>
                  <a:pPr>
                    <a:lnSpc>
                      <a:spcPts val="3000"/>
                    </a:lnSpc>
                    <a:spcAft>
                      <a:spcPts val="300"/>
                    </a:spcAft>
                  </a:pPr>
                  <a14:m>
                    <m:oMathPara xmlns:m="http://schemas.openxmlformats.org/officeDocument/2006/math">
                      <m:oMathParaPr>
                        <m:jc m:val="centerGroup"/>
                      </m:oMathParaPr>
                      <m:oMath xmlns:m="http://schemas.openxmlformats.org/officeDocument/2006/math">
                        <m:r>
                          <a:rPr lang="en-US" altLang="zh-CN" sz="1600" b="1" i="1" smtClean="0">
                            <a:solidFill>
                              <a:schemeClr val="accent6">
                                <a:lumMod val="50000"/>
                              </a:schemeClr>
                            </a:solidFill>
                            <a:latin typeface="Cambria Math" panose="02040503050406030204" pitchFamily="18" charset="0"/>
                            <a:ea typeface="楷体" panose="02010609060101010101" pitchFamily="49" charset="-122"/>
                          </a:rPr>
                          <m:t>¬</m:t>
                        </m:r>
                        <m:d>
                          <m:dPr>
                            <m:ctrlPr>
                              <a:rPr lang="en-US" altLang="zh-CN" sz="1600" b="1" i="1" smtClean="0">
                                <a:solidFill>
                                  <a:schemeClr val="accent6">
                                    <a:lumMod val="50000"/>
                                  </a:schemeClr>
                                </a:solidFill>
                                <a:latin typeface="Cambria Math" panose="02040503050406030204" pitchFamily="18" charset="0"/>
                                <a:ea typeface="楷体" panose="02010609060101010101" pitchFamily="49" charset="-122"/>
                              </a:rPr>
                            </m:ctrlPr>
                          </m:dPr>
                          <m:e>
                            <m:r>
                              <a:rPr lang="en-US" altLang="zh-CN" sz="1600" b="1" i="1" smtClean="0">
                                <a:solidFill>
                                  <a:schemeClr val="accent6">
                                    <a:lumMod val="50000"/>
                                  </a:schemeClr>
                                </a:solidFill>
                                <a:latin typeface="Cambria Math" panose="02040503050406030204" pitchFamily="18" charset="0"/>
                                <a:ea typeface="楷体" panose="02010609060101010101" pitchFamily="49" charset="-122"/>
                              </a:rPr>
                              <m:t>𝒑</m:t>
                            </m:r>
                            <m:r>
                              <a:rPr lang="en-US" altLang="zh-CN" sz="1600" b="1" i="1" smtClean="0">
                                <a:solidFill>
                                  <a:schemeClr val="accent6">
                                    <a:lumMod val="50000"/>
                                  </a:schemeClr>
                                </a:solidFill>
                                <a:latin typeface="Cambria Math" panose="02040503050406030204" pitchFamily="18" charset="0"/>
                                <a:ea typeface="楷体" panose="02010609060101010101" pitchFamily="49" charset="-122"/>
                              </a:rPr>
                              <m:t>∨</m:t>
                            </m:r>
                            <m:r>
                              <a:rPr lang="en-US" altLang="zh-CN" sz="1600" b="1" i="1" smtClean="0">
                                <a:solidFill>
                                  <a:schemeClr val="accent6">
                                    <a:lumMod val="50000"/>
                                  </a:schemeClr>
                                </a:solidFill>
                                <a:latin typeface="Cambria Math" panose="02040503050406030204" pitchFamily="18" charset="0"/>
                                <a:ea typeface="楷体" panose="02010609060101010101" pitchFamily="49" charset="-122"/>
                              </a:rPr>
                              <m:t>𝒒</m:t>
                            </m:r>
                          </m:e>
                        </m:d>
                        <m:r>
                          <a:rPr lang="en-US" altLang="zh-CN" sz="1600" b="1" i="1" smtClean="0">
                            <a:solidFill>
                              <a:schemeClr val="accent6">
                                <a:lumMod val="50000"/>
                              </a:schemeClr>
                            </a:solidFill>
                            <a:latin typeface="Cambria Math" panose="02040503050406030204" pitchFamily="18" charset="0"/>
                            <a:ea typeface="楷体" panose="02010609060101010101" pitchFamily="49" charset="-122"/>
                          </a:rPr>
                          <m:t>≡</m:t>
                        </m:r>
                        <m:d>
                          <m:dPr>
                            <m:ctrlPr>
                              <a:rPr lang="en-US" altLang="zh-CN" sz="1600" b="1" i="1" smtClean="0">
                                <a:solidFill>
                                  <a:schemeClr val="accent6">
                                    <a:lumMod val="50000"/>
                                  </a:schemeClr>
                                </a:solidFill>
                                <a:latin typeface="Cambria Math" panose="02040503050406030204" pitchFamily="18" charset="0"/>
                                <a:ea typeface="楷体" panose="02010609060101010101" pitchFamily="49" charset="-122"/>
                              </a:rPr>
                            </m:ctrlPr>
                          </m:dPr>
                          <m:e>
                            <m:r>
                              <a:rPr lang="en-US" altLang="zh-CN" sz="1600" b="1" i="1" smtClean="0">
                                <a:solidFill>
                                  <a:schemeClr val="accent6">
                                    <a:lumMod val="50000"/>
                                  </a:schemeClr>
                                </a:solidFill>
                                <a:latin typeface="Cambria Math" panose="02040503050406030204" pitchFamily="18" charset="0"/>
                                <a:ea typeface="楷体" panose="02010609060101010101" pitchFamily="49" charset="-122"/>
                              </a:rPr>
                              <m:t>¬</m:t>
                            </m:r>
                            <m:r>
                              <a:rPr lang="en-US" altLang="zh-CN" sz="1600" b="1" i="1" smtClean="0">
                                <a:solidFill>
                                  <a:schemeClr val="accent6">
                                    <a:lumMod val="50000"/>
                                  </a:schemeClr>
                                </a:solidFill>
                                <a:latin typeface="Cambria Math" panose="02040503050406030204" pitchFamily="18" charset="0"/>
                                <a:ea typeface="楷体" panose="02010609060101010101" pitchFamily="49" charset="-122"/>
                              </a:rPr>
                              <m:t>𝒑</m:t>
                            </m:r>
                            <m:r>
                              <a:rPr lang="en-US" altLang="zh-CN" sz="1600" b="1" i="1" smtClean="0">
                                <a:solidFill>
                                  <a:schemeClr val="accent6">
                                    <a:lumMod val="50000"/>
                                  </a:schemeClr>
                                </a:solidFill>
                                <a:latin typeface="Cambria Math" panose="02040503050406030204" pitchFamily="18" charset="0"/>
                                <a:ea typeface="楷体" panose="02010609060101010101" pitchFamily="49" charset="-122"/>
                              </a:rPr>
                              <m:t>∧¬</m:t>
                            </m:r>
                            <m:r>
                              <a:rPr lang="en-US" altLang="zh-CN" sz="1600" b="1" i="1" smtClean="0">
                                <a:solidFill>
                                  <a:schemeClr val="accent6">
                                    <a:lumMod val="50000"/>
                                  </a:schemeClr>
                                </a:solidFill>
                                <a:latin typeface="Cambria Math" panose="02040503050406030204" pitchFamily="18" charset="0"/>
                                <a:ea typeface="楷体" panose="02010609060101010101" pitchFamily="49" charset="-122"/>
                              </a:rPr>
                              <m:t>𝒒</m:t>
                            </m:r>
                          </m:e>
                        </m:d>
                      </m:oMath>
                    </m:oMathPara>
                  </a14:m>
                  <a:endParaRPr lang="en-US" altLang="zh-CN" sz="1600" b="1">
                    <a:solidFill>
                      <a:schemeClr val="accent6">
                        <a:lumMod val="50000"/>
                      </a:schemeClr>
                    </a:solidFill>
                    <a:latin typeface="楷体" panose="02010609060101010101" pitchFamily="49" charset="-122"/>
                    <a:ea typeface="楷体" panose="02010609060101010101" pitchFamily="49" charset="-122"/>
                  </a:endParaRPr>
                </a:p>
              </p:txBody>
            </p:sp>
          </mc:Choice>
          <mc:Fallback xmlns="">
            <p:sp>
              <p:nvSpPr>
                <p:cNvPr id="19" name="文本框 18">
                  <a:extLst>
                    <a:ext uri="{FF2B5EF4-FFF2-40B4-BE49-F238E27FC236}">
                      <a16:creationId xmlns:a16="http://schemas.microsoft.com/office/drawing/2014/main" id="{9B1A633F-AFD4-4609-8F57-5CD3C6DB5289}"/>
                    </a:ext>
                  </a:extLst>
                </p:cNvPr>
                <p:cNvSpPr txBox="1">
                  <a:spLocks noRot="1" noChangeAspect="1" noMove="1" noResize="1" noEditPoints="1" noAdjustHandles="1" noChangeArrowheads="1" noChangeShapeType="1" noTextEdit="1"/>
                </p:cNvSpPr>
                <p:nvPr/>
              </p:nvSpPr>
              <p:spPr>
                <a:xfrm>
                  <a:off x="7050997" y="5077514"/>
                  <a:ext cx="2175973" cy="938719"/>
                </a:xfrm>
                <a:prstGeom prst="rect">
                  <a:avLst/>
                </a:prstGeom>
                <a:blipFill>
                  <a:blip r:embed="rId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0" name="文本框 19">
                  <a:extLst>
                    <a:ext uri="{FF2B5EF4-FFF2-40B4-BE49-F238E27FC236}">
                      <a16:creationId xmlns:a16="http://schemas.microsoft.com/office/drawing/2014/main" id="{0CE8C0A1-54EB-4694-B085-5E90CB25F91C}"/>
                    </a:ext>
                  </a:extLst>
                </p:cNvPr>
                <p:cNvSpPr txBox="1"/>
                <p:nvPr/>
              </p:nvSpPr>
              <p:spPr>
                <a:xfrm>
                  <a:off x="9670272" y="4981333"/>
                  <a:ext cx="2032731" cy="1131079"/>
                </a:xfrm>
                <a:prstGeom prst="rect">
                  <a:avLst/>
                </a:prstGeom>
                <a:solidFill>
                  <a:srgbClr val="E5EFE5"/>
                </a:solidFill>
              </p:spPr>
              <p:txBody>
                <a:bodyPr wrap="square" rtlCol="0">
                  <a:spAutoFit/>
                </a:bodyPr>
                <a:lstStyle/>
                <a:p>
                  <a:pPr algn="ctr">
                    <a:lnSpc>
                      <a:spcPts val="3000"/>
                    </a:lnSpc>
                    <a:spcAft>
                      <a:spcPts val="300"/>
                    </a:spcAft>
                  </a:pPr>
                  <a:r>
                    <a:rPr lang="zh-CN" altLang="en-US" sz="1600" b="1">
                      <a:solidFill>
                        <a:srgbClr val="C00000"/>
                      </a:solidFill>
                    </a:rPr>
                    <a:t>逻辑等值式模式实例</a:t>
                  </a:r>
                  <a:endParaRPr lang="en-US" altLang="zh-CN" sz="1600" b="1">
                    <a:solidFill>
                      <a:srgbClr val="C00000"/>
                    </a:solidFill>
                  </a:endParaRPr>
                </a:p>
                <a:p>
                  <a:pPr>
                    <a:lnSpc>
                      <a:spcPts val="2400"/>
                    </a:lnSpc>
                    <a:spcAft>
                      <a:spcPts val="300"/>
                    </a:spcAft>
                  </a:pPr>
                  <a14:m>
                    <m:oMathPara xmlns:m="http://schemas.openxmlformats.org/officeDocument/2006/math">
                      <m:oMathParaPr>
                        <m:jc m:val="centerGroup"/>
                      </m:oMathParaPr>
                      <m:oMath xmlns:m="http://schemas.openxmlformats.org/officeDocument/2006/math">
                        <m:r>
                          <a:rPr lang="en-US" altLang="zh-CN" sz="1600" b="1" i="1" smtClean="0">
                            <a:solidFill>
                              <a:schemeClr val="accent6">
                                <a:lumMod val="50000"/>
                              </a:schemeClr>
                            </a:solidFill>
                            <a:latin typeface="Cambria Math" panose="02040503050406030204" pitchFamily="18" charset="0"/>
                            <a:ea typeface="楷体" panose="02010609060101010101" pitchFamily="49" charset="-122"/>
                          </a:rPr>
                          <m:t>     ¬</m:t>
                        </m:r>
                        <m:d>
                          <m:dPr>
                            <m:ctrlPr>
                              <a:rPr lang="en-US" altLang="zh-CN" sz="1600" b="1" i="1" smtClean="0">
                                <a:solidFill>
                                  <a:schemeClr val="accent6">
                                    <a:lumMod val="50000"/>
                                  </a:schemeClr>
                                </a:solidFill>
                                <a:latin typeface="Cambria Math" panose="02040503050406030204" pitchFamily="18" charset="0"/>
                                <a:ea typeface="楷体" panose="02010609060101010101" pitchFamily="49" charset="-122"/>
                              </a:rPr>
                            </m:ctrlPr>
                          </m:dPr>
                          <m:e>
                            <m:r>
                              <a:rPr lang="en-US" altLang="zh-CN" sz="1600" b="1" i="1" smtClean="0">
                                <a:solidFill>
                                  <a:schemeClr val="accent6">
                                    <a:lumMod val="50000"/>
                                  </a:schemeClr>
                                </a:solidFill>
                                <a:latin typeface="Cambria Math" panose="02040503050406030204" pitchFamily="18" charset="0"/>
                                <a:ea typeface="楷体" panose="02010609060101010101" pitchFamily="49" charset="-122"/>
                              </a:rPr>
                              <m:t>(</m:t>
                            </m:r>
                            <m:r>
                              <a:rPr lang="en-US" altLang="zh-CN" sz="1600" b="1" i="1" smtClean="0">
                                <a:solidFill>
                                  <a:schemeClr val="accent6">
                                    <a:lumMod val="50000"/>
                                  </a:schemeClr>
                                </a:solidFill>
                                <a:latin typeface="Cambria Math" panose="02040503050406030204" pitchFamily="18" charset="0"/>
                                <a:ea typeface="楷体" panose="02010609060101010101" pitchFamily="49" charset="-122"/>
                              </a:rPr>
                              <m:t>𝒑</m:t>
                            </m:r>
                            <m:r>
                              <a:rPr lang="en-US" altLang="zh-CN" sz="1600" b="1" i="1" smtClean="0">
                                <a:solidFill>
                                  <a:schemeClr val="accent6">
                                    <a:lumMod val="50000"/>
                                  </a:schemeClr>
                                </a:solidFill>
                                <a:latin typeface="Cambria Math" panose="02040503050406030204" pitchFamily="18" charset="0"/>
                                <a:ea typeface="楷体" panose="02010609060101010101" pitchFamily="49" charset="-122"/>
                              </a:rPr>
                              <m:t>∧</m:t>
                            </m:r>
                            <m:r>
                              <a:rPr lang="en-US" altLang="zh-CN" sz="1600" b="1" i="1" smtClean="0">
                                <a:solidFill>
                                  <a:schemeClr val="accent6">
                                    <a:lumMod val="50000"/>
                                  </a:schemeClr>
                                </a:solidFill>
                                <a:latin typeface="Cambria Math" panose="02040503050406030204" pitchFamily="18" charset="0"/>
                                <a:ea typeface="楷体" panose="02010609060101010101" pitchFamily="49" charset="-122"/>
                              </a:rPr>
                              <m:t>𝒓</m:t>
                            </m:r>
                            <m:r>
                              <a:rPr lang="en-US" altLang="zh-CN" sz="1600" b="1" i="1" smtClean="0">
                                <a:solidFill>
                                  <a:schemeClr val="accent6">
                                    <a:lumMod val="50000"/>
                                  </a:schemeClr>
                                </a:solidFill>
                                <a:latin typeface="Cambria Math" panose="02040503050406030204" pitchFamily="18" charset="0"/>
                                <a:ea typeface="楷体" panose="02010609060101010101" pitchFamily="49" charset="-122"/>
                              </a:rPr>
                              <m:t>)∨</m:t>
                            </m:r>
                            <m:r>
                              <a:rPr lang="en-US" altLang="zh-CN" sz="1600" b="1" i="1" smtClean="0">
                                <a:solidFill>
                                  <a:schemeClr val="accent6">
                                    <a:lumMod val="50000"/>
                                  </a:schemeClr>
                                </a:solidFill>
                                <a:latin typeface="Cambria Math" panose="02040503050406030204" pitchFamily="18" charset="0"/>
                                <a:ea typeface="楷体" panose="02010609060101010101" pitchFamily="49" charset="-122"/>
                              </a:rPr>
                              <m:t>𝒒</m:t>
                            </m:r>
                          </m:e>
                        </m:d>
                        <m:r>
                          <a:rPr lang="en-US" altLang="zh-CN" sz="1600" b="1" i="1" smtClean="0">
                            <a:solidFill>
                              <a:schemeClr val="accent6">
                                <a:lumMod val="50000"/>
                              </a:schemeClr>
                            </a:solidFill>
                            <a:latin typeface="Cambria Math" panose="02040503050406030204" pitchFamily="18" charset="0"/>
                            <a:ea typeface="楷体" panose="02010609060101010101" pitchFamily="49" charset="-122"/>
                          </a:rPr>
                          <m:t>≡</m:t>
                        </m:r>
                        <m:d>
                          <m:dPr>
                            <m:ctrlPr>
                              <a:rPr lang="en-US" altLang="zh-CN" sz="1600" b="1" i="1" smtClean="0">
                                <a:solidFill>
                                  <a:schemeClr val="accent6">
                                    <a:lumMod val="50000"/>
                                  </a:schemeClr>
                                </a:solidFill>
                                <a:latin typeface="Cambria Math" panose="02040503050406030204" pitchFamily="18" charset="0"/>
                                <a:ea typeface="楷体" panose="02010609060101010101" pitchFamily="49" charset="-122"/>
                              </a:rPr>
                            </m:ctrlPr>
                          </m:dPr>
                          <m:e>
                            <m:r>
                              <a:rPr lang="en-US" altLang="zh-CN" sz="1600" b="1" i="1" smtClean="0">
                                <a:solidFill>
                                  <a:schemeClr val="accent6">
                                    <a:lumMod val="50000"/>
                                  </a:schemeClr>
                                </a:solidFill>
                                <a:latin typeface="Cambria Math" panose="02040503050406030204" pitchFamily="18" charset="0"/>
                                <a:ea typeface="楷体" panose="02010609060101010101" pitchFamily="49" charset="-122"/>
                              </a:rPr>
                              <m:t>¬(</m:t>
                            </m:r>
                            <m:r>
                              <a:rPr lang="en-US" altLang="zh-CN" sz="1600" b="1" i="1" smtClean="0">
                                <a:solidFill>
                                  <a:schemeClr val="accent6">
                                    <a:lumMod val="50000"/>
                                  </a:schemeClr>
                                </a:solidFill>
                                <a:latin typeface="Cambria Math" panose="02040503050406030204" pitchFamily="18" charset="0"/>
                                <a:ea typeface="楷体" panose="02010609060101010101" pitchFamily="49" charset="-122"/>
                              </a:rPr>
                              <m:t>𝒑</m:t>
                            </m:r>
                            <m:r>
                              <a:rPr lang="en-US" altLang="zh-CN" sz="1600" b="1" i="1" smtClean="0">
                                <a:solidFill>
                                  <a:schemeClr val="accent6">
                                    <a:lumMod val="50000"/>
                                  </a:schemeClr>
                                </a:solidFill>
                                <a:latin typeface="Cambria Math" panose="02040503050406030204" pitchFamily="18" charset="0"/>
                                <a:ea typeface="楷体" panose="02010609060101010101" pitchFamily="49" charset="-122"/>
                              </a:rPr>
                              <m:t>∧</m:t>
                            </m:r>
                            <m:r>
                              <a:rPr lang="en-US" altLang="zh-CN" sz="1600" b="1" i="1" smtClean="0">
                                <a:solidFill>
                                  <a:schemeClr val="accent6">
                                    <a:lumMod val="50000"/>
                                  </a:schemeClr>
                                </a:solidFill>
                                <a:latin typeface="Cambria Math" panose="02040503050406030204" pitchFamily="18" charset="0"/>
                                <a:ea typeface="楷体" panose="02010609060101010101" pitchFamily="49" charset="-122"/>
                              </a:rPr>
                              <m:t>𝒓</m:t>
                            </m:r>
                            <m:r>
                              <a:rPr lang="en-US" altLang="zh-CN" sz="1600" b="1" i="1" smtClean="0">
                                <a:solidFill>
                                  <a:schemeClr val="accent6">
                                    <a:lumMod val="50000"/>
                                  </a:schemeClr>
                                </a:solidFill>
                                <a:latin typeface="Cambria Math" panose="02040503050406030204" pitchFamily="18" charset="0"/>
                                <a:ea typeface="楷体" panose="02010609060101010101" pitchFamily="49" charset="-122"/>
                              </a:rPr>
                              <m:t>)∧¬</m:t>
                            </m:r>
                            <m:r>
                              <a:rPr lang="en-US" altLang="zh-CN" sz="1600" b="1" i="1" smtClean="0">
                                <a:solidFill>
                                  <a:schemeClr val="accent6">
                                    <a:lumMod val="50000"/>
                                  </a:schemeClr>
                                </a:solidFill>
                                <a:latin typeface="Cambria Math" panose="02040503050406030204" pitchFamily="18" charset="0"/>
                                <a:ea typeface="楷体" panose="02010609060101010101" pitchFamily="49" charset="-122"/>
                              </a:rPr>
                              <m:t>𝒒</m:t>
                            </m:r>
                          </m:e>
                        </m:d>
                      </m:oMath>
                    </m:oMathPara>
                  </a14:m>
                  <a:endParaRPr lang="en-US" altLang="zh-CN" sz="1600" b="1">
                    <a:solidFill>
                      <a:schemeClr val="accent6">
                        <a:lumMod val="50000"/>
                      </a:schemeClr>
                    </a:solidFill>
                    <a:latin typeface="楷体" panose="02010609060101010101" pitchFamily="49" charset="-122"/>
                    <a:ea typeface="楷体" panose="02010609060101010101" pitchFamily="49" charset="-122"/>
                  </a:endParaRPr>
                </a:p>
              </p:txBody>
            </p:sp>
          </mc:Choice>
          <mc:Fallback xmlns="">
            <p:sp>
              <p:nvSpPr>
                <p:cNvPr id="20" name="文本框 19">
                  <a:extLst>
                    <a:ext uri="{FF2B5EF4-FFF2-40B4-BE49-F238E27FC236}">
                      <a16:creationId xmlns:a16="http://schemas.microsoft.com/office/drawing/2014/main" id="{0CE8C0A1-54EB-4694-B085-5E90CB25F91C}"/>
                    </a:ext>
                  </a:extLst>
                </p:cNvPr>
                <p:cNvSpPr txBox="1">
                  <a:spLocks noRot="1" noChangeAspect="1" noMove="1" noResize="1" noEditPoints="1" noAdjustHandles="1" noChangeArrowheads="1" noChangeShapeType="1" noTextEdit="1"/>
                </p:cNvSpPr>
                <p:nvPr/>
              </p:nvSpPr>
              <p:spPr>
                <a:xfrm>
                  <a:off x="9670272" y="4981333"/>
                  <a:ext cx="2032731" cy="1131079"/>
                </a:xfrm>
                <a:prstGeom prst="rect">
                  <a:avLst/>
                </a:prstGeom>
                <a:blipFill>
                  <a:blip r:embed="rId6"/>
                  <a:stretch>
                    <a:fillRect l="-599" r="-599" b="-541"/>
                  </a:stretch>
                </a:blipFill>
              </p:spPr>
              <p:txBody>
                <a:bodyPr/>
                <a:lstStyle/>
                <a:p>
                  <a:r>
                    <a:rPr lang="zh-CN" altLang="en-US">
                      <a:noFill/>
                    </a:rPr>
                    <a:t> </a:t>
                  </a:r>
                </a:p>
              </p:txBody>
            </p:sp>
          </mc:Fallback>
        </mc:AlternateContent>
        <p:sp>
          <p:nvSpPr>
            <p:cNvPr id="21" name="箭头: 下 20">
              <a:extLst>
                <a:ext uri="{FF2B5EF4-FFF2-40B4-BE49-F238E27FC236}">
                  <a16:creationId xmlns:a16="http://schemas.microsoft.com/office/drawing/2014/main" id="{626F2D3C-1012-46B7-800D-746E138AED32}"/>
                </a:ext>
              </a:extLst>
            </p:cNvPr>
            <p:cNvSpPr/>
            <p:nvPr/>
          </p:nvSpPr>
          <p:spPr>
            <a:xfrm rot="3986762" flipH="1">
              <a:off x="8796859" y="4124386"/>
              <a:ext cx="91831" cy="1281791"/>
            </a:xfrm>
            <a:prstGeom prst="downArrow">
              <a:avLst/>
            </a:prstGeom>
            <a:solidFill>
              <a:schemeClr val="accent1">
                <a:alpha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文本框 21">
              <a:extLst>
                <a:ext uri="{FF2B5EF4-FFF2-40B4-BE49-F238E27FC236}">
                  <a16:creationId xmlns:a16="http://schemas.microsoft.com/office/drawing/2014/main" id="{14A26E7B-7DB6-4E05-B038-037028983379}"/>
                </a:ext>
              </a:extLst>
            </p:cNvPr>
            <p:cNvSpPr txBox="1"/>
            <p:nvPr/>
          </p:nvSpPr>
          <p:spPr>
            <a:xfrm>
              <a:off x="9432705" y="4626781"/>
              <a:ext cx="732787" cy="276999"/>
            </a:xfrm>
            <a:prstGeom prst="rect">
              <a:avLst/>
            </a:prstGeom>
            <a:solidFill>
              <a:schemeClr val="accent4">
                <a:lumMod val="20000"/>
                <a:lumOff val="80000"/>
              </a:schemeClr>
            </a:solidFill>
          </p:spPr>
          <p:txBody>
            <a:bodyPr wrap="square" tIns="0" bIns="0" rtlCol="0">
              <a:spAutoFit/>
            </a:bodyPr>
            <a:lstStyle/>
            <a:p>
              <a:r>
                <a:rPr lang="zh-CN" altLang="en-US">
                  <a:solidFill>
                    <a:srgbClr val="C00000"/>
                  </a:solidFill>
                  <a:latin typeface="楷体" panose="02010609060101010101" pitchFamily="49" charset="-122"/>
                  <a:ea typeface="楷体" panose="02010609060101010101" pitchFamily="49" charset="-122"/>
                </a:rPr>
                <a:t>例化</a:t>
              </a:r>
            </a:p>
          </p:txBody>
        </p:sp>
        <p:sp>
          <p:nvSpPr>
            <p:cNvPr id="23" name="箭头: 下 22">
              <a:extLst>
                <a:ext uri="{FF2B5EF4-FFF2-40B4-BE49-F238E27FC236}">
                  <a16:creationId xmlns:a16="http://schemas.microsoft.com/office/drawing/2014/main" id="{AE5585D5-5D57-484D-853C-09E80E068B44}"/>
                </a:ext>
              </a:extLst>
            </p:cNvPr>
            <p:cNvSpPr/>
            <p:nvPr/>
          </p:nvSpPr>
          <p:spPr>
            <a:xfrm rot="18551516">
              <a:off x="10345891" y="4361382"/>
              <a:ext cx="82500" cy="748038"/>
            </a:xfrm>
            <a:prstGeom prst="downArrow">
              <a:avLst/>
            </a:prstGeom>
            <a:solidFill>
              <a:schemeClr val="accent1">
                <a:alpha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24" name="文本框 23">
                  <a:extLst>
                    <a:ext uri="{FF2B5EF4-FFF2-40B4-BE49-F238E27FC236}">
                      <a16:creationId xmlns:a16="http://schemas.microsoft.com/office/drawing/2014/main" id="{BAF297BB-E9FE-4FCB-82A8-5C2D74025233}"/>
                    </a:ext>
                  </a:extLst>
                </p:cNvPr>
                <p:cNvSpPr txBox="1"/>
                <p:nvPr/>
              </p:nvSpPr>
              <p:spPr>
                <a:xfrm>
                  <a:off x="7572150" y="4506421"/>
                  <a:ext cx="791961" cy="430887"/>
                </a:xfrm>
                <a:prstGeom prst="rect">
                  <a:avLst/>
                </a:prstGeom>
                <a:solidFill>
                  <a:schemeClr val="accent2">
                    <a:lumMod val="20000"/>
                    <a:lumOff val="80000"/>
                    <a:alpha val="50000"/>
                  </a:schemeClr>
                </a:solidFill>
              </p:spPr>
              <p:txBody>
                <a:bodyPr wrap="square" tIns="0" bIns="0" rtlCol="0">
                  <a:spAutoFit/>
                </a:bodyPr>
                <a:lstStyle/>
                <a:p>
                  <a:pPr algn="ctr"/>
                  <a14:m>
                    <m:oMath xmlns:m="http://schemas.openxmlformats.org/officeDocument/2006/math">
                      <m:r>
                        <a:rPr lang="en-US" altLang="zh-CN" sz="1400" b="0" i="1" smtClean="0">
                          <a:solidFill>
                            <a:srgbClr val="002060"/>
                          </a:solidFill>
                          <a:latin typeface="Cambria Math" panose="02040503050406030204" pitchFamily="18" charset="0"/>
                          <a:ea typeface="楷体" panose="02010609060101010101" pitchFamily="49" charset="-122"/>
                        </a:rPr>
                        <m:t>𝑝</m:t>
                      </m:r>
                    </m:oMath>
                  </a14:m>
                  <a:r>
                    <a:rPr lang="zh-CN" altLang="en-US" sz="1400">
                      <a:solidFill>
                        <a:srgbClr val="002060"/>
                      </a:solidFill>
                      <a:latin typeface="楷体" panose="02010609060101010101" pitchFamily="49" charset="-122"/>
                      <a:ea typeface="楷体" panose="02010609060101010101" pitchFamily="49" charset="-122"/>
                    </a:rPr>
                    <a:t>替换</a:t>
                  </a:r>
                  <a14:m>
                    <m:oMath xmlns:m="http://schemas.openxmlformats.org/officeDocument/2006/math">
                      <m:r>
                        <a:rPr lang="en-US" altLang="zh-CN" sz="1400" b="0" i="1" smtClean="0">
                          <a:solidFill>
                            <a:srgbClr val="002060"/>
                          </a:solidFill>
                          <a:latin typeface="Cambria Math" panose="02040503050406030204" pitchFamily="18" charset="0"/>
                          <a:ea typeface="楷体" panose="02010609060101010101" pitchFamily="49" charset="-122"/>
                        </a:rPr>
                        <m:t>𝐴</m:t>
                      </m:r>
                    </m:oMath>
                  </a14:m>
                  <a:endParaRPr lang="en-US" altLang="zh-CN" sz="1400">
                    <a:solidFill>
                      <a:srgbClr val="002060"/>
                    </a:solidFill>
                    <a:latin typeface="楷体" panose="02010609060101010101" pitchFamily="49" charset="-122"/>
                    <a:ea typeface="楷体" panose="02010609060101010101" pitchFamily="49" charset="-122"/>
                  </a:endParaRPr>
                </a:p>
                <a:p>
                  <a:pPr algn="ctr"/>
                  <a14:m>
                    <m:oMath xmlns:m="http://schemas.openxmlformats.org/officeDocument/2006/math">
                      <m:r>
                        <a:rPr lang="en-US" altLang="zh-CN" sz="1400" b="0" i="1" smtClean="0">
                          <a:solidFill>
                            <a:srgbClr val="002060"/>
                          </a:solidFill>
                          <a:latin typeface="Cambria Math" panose="02040503050406030204" pitchFamily="18" charset="0"/>
                          <a:ea typeface="楷体" panose="02010609060101010101" pitchFamily="49" charset="-122"/>
                        </a:rPr>
                        <m:t>𝑞</m:t>
                      </m:r>
                    </m:oMath>
                  </a14:m>
                  <a:r>
                    <a:rPr lang="zh-CN" altLang="en-US" sz="1400">
                      <a:solidFill>
                        <a:srgbClr val="002060"/>
                      </a:solidFill>
                      <a:latin typeface="楷体" panose="02010609060101010101" pitchFamily="49" charset="-122"/>
                      <a:ea typeface="楷体" panose="02010609060101010101" pitchFamily="49" charset="-122"/>
                    </a:rPr>
                    <a:t>替换</a:t>
                  </a:r>
                  <a14:m>
                    <m:oMath xmlns:m="http://schemas.openxmlformats.org/officeDocument/2006/math">
                      <m:r>
                        <a:rPr lang="en-US" altLang="zh-CN" sz="1400" b="0" i="1" smtClean="0">
                          <a:solidFill>
                            <a:srgbClr val="002060"/>
                          </a:solidFill>
                          <a:latin typeface="Cambria Math" panose="02040503050406030204" pitchFamily="18" charset="0"/>
                          <a:ea typeface="楷体" panose="02010609060101010101" pitchFamily="49" charset="-122"/>
                        </a:rPr>
                        <m:t>𝐵</m:t>
                      </m:r>
                    </m:oMath>
                  </a14:m>
                  <a:endParaRPr lang="zh-CN" altLang="en-US" sz="1400">
                    <a:solidFill>
                      <a:srgbClr val="002060"/>
                    </a:solidFill>
                    <a:latin typeface="楷体" panose="02010609060101010101" pitchFamily="49" charset="-122"/>
                    <a:ea typeface="楷体" panose="02010609060101010101" pitchFamily="49" charset="-122"/>
                  </a:endParaRPr>
                </a:p>
              </p:txBody>
            </p:sp>
          </mc:Choice>
          <mc:Fallback xmlns="">
            <p:sp>
              <p:nvSpPr>
                <p:cNvPr id="24" name="文本框 23">
                  <a:extLst>
                    <a:ext uri="{FF2B5EF4-FFF2-40B4-BE49-F238E27FC236}">
                      <a16:creationId xmlns:a16="http://schemas.microsoft.com/office/drawing/2014/main" id="{BAF297BB-E9FE-4FCB-82A8-5C2D74025233}"/>
                    </a:ext>
                  </a:extLst>
                </p:cNvPr>
                <p:cNvSpPr txBox="1">
                  <a:spLocks noRot="1" noChangeAspect="1" noMove="1" noResize="1" noEditPoints="1" noAdjustHandles="1" noChangeArrowheads="1" noChangeShapeType="1" noTextEdit="1"/>
                </p:cNvSpPr>
                <p:nvPr/>
              </p:nvSpPr>
              <p:spPr>
                <a:xfrm>
                  <a:off x="7572150" y="4506421"/>
                  <a:ext cx="791961" cy="430887"/>
                </a:xfrm>
                <a:prstGeom prst="rect">
                  <a:avLst/>
                </a:prstGeom>
                <a:blipFill>
                  <a:blip r:embed="rId7"/>
                  <a:stretch>
                    <a:fillRect t="-14085" b="-2253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5" name="文本框 24">
                  <a:extLst>
                    <a:ext uri="{FF2B5EF4-FFF2-40B4-BE49-F238E27FC236}">
                      <a16:creationId xmlns:a16="http://schemas.microsoft.com/office/drawing/2014/main" id="{68A481D2-F3B3-48AD-8EAB-644878C57003}"/>
                    </a:ext>
                  </a:extLst>
                </p:cNvPr>
                <p:cNvSpPr txBox="1"/>
                <p:nvPr/>
              </p:nvSpPr>
              <p:spPr>
                <a:xfrm>
                  <a:off x="10703085" y="4497554"/>
                  <a:ext cx="1038219" cy="430887"/>
                </a:xfrm>
                <a:prstGeom prst="rect">
                  <a:avLst/>
                </a:prstGeom>
                <a:solidFill>
                  <a:schemeClr val="accent2">
                    <a:lumMod val="20000"/>
                    <a:lumOff val="80000"/>
                    <a:alpha val="50000"/>
                  </a:schemeClr>
                </a:solidFill>
              </p:spPr>
              <p:txBody>
                <a:bodyPr wrap="square" tIns="0" bIns="0" rtlCol="0">
                  <a:spAutoFit/>
                </a:bodyPr>
                <a:lstStyle/>
                <a:p>
                  <a:pPr algn="ctr"/>
                  <a14:m>
                    <m:oMath xmlns:m="http://schemas.openxmlformats.org/officeDocument/2006/math">
                      <m:r>
                        <a:rPr lang="en-US" altLang="zh-CN" sz="1400" b="0" i="1" smtClean="0">
                          <a:solidFill>
                            <a:srgbClr val="002060"/>
                          </a:solidFill>
                          <a:latin typeface="Cambria Math" panose="02040503050406030204" pitchFamily="18" charset="0"/>
                          <a:ea typeface="楷体" panose="02010609060101010101" pitchFamily="49" charset="-122"/>
                        </a:rPr>
                        <m:t>𝑝</m:t>
                      </m:r>
                      <m:r>
                        <a:rPr lang="en-US" altLang="zh-CN" sz="1400" b="0" i="1" smtClean="0">
                          <a:solidFill>
                            <a:srgbClr val="002060"/>
                          </a:solidFill>
                          <a:latin typeface="Cambria Math" panose="02040503050406030204" pitchFamily="18" charset="0"/>
                          <a:ea typeface="楷体" panose="02010609060101010101" pitchFamily="49" charset="-122"/>
                        </a:rPr>
                        <m:t>∧</m:t>
                      </m:r>
                      <m:r>
                        <a:rPr lang="en-US" altLang="zh-CN" sz="1400" b="0" i="1" smtClean="0">
                          <a:solidFill>
                            <a:srgbClr val="002060"/>
                          </a:solidFill>
                          <a:latin typeface="Cambria Math" panose="02040503050406030204" pitchFamily="18" charset="0"/>
                          <a:ea typeface="楷体" panose="02010609060101010101" pitchFamily="49" charset="-122"/>
                        </a:rPr>
                        <m:t>𝑟</m:t>
                      </m:r>
                    </m:oMath>
                  </a14:m>
                  <a:r>
                    <a:rPr lang="zh-CN" altLang="en-US" sz="1400">
                      <a:solidFill>
                        <a:srgbClr val="002060"/>
                      </a:solidFill>
                      <a:latin typeface="楷体" panose="02010609060101010101" pitchFamily="49" charset="-122"/>
                      <a:ea typeface="楷体" panose="02010609060101010101" pitchFamily="49" charset="-122"/>
                    </a:rPr>
                    <a:t>替换</a:t>
                  </a:r>
                  <a14:m>
                    <m:oMath xmlns:m="http://schemas.openxmlformats.org/officeDocument/2006/math">
                      <m:r>
                        <a:rPr lang="en-US" altLang="zh-CN" sz="1400" b="0" i="1" smtClean="0">
                          <a:solidFill>
                            <a:srgbClr val="002060"/>
                          </a:solidFill>
                          <a:latin typeface="Cambria Math" panose="02040503050406030204" pitchFamily="18" charset="0"/>
                          <a:ea typeface="楷体" panose="02010609060101010101" pitchFamily="49" charset="-122"/>
                        </a:rPr>
                        <m:t>𝐴</m:t>
                      </m:r>
                    </m:oMath>
                  </a14:m>
                  <a:endParaRPr lang="en-US" altLang="zh-CN" sz="1400">
                    <a:solidFill>
                      <a:srgbClr val="002060"/>
                    </a:solidFill>
                    <a:latin typeface="楷体" panose="02010609060101010101" pitchFamily="49" charset="-122"/>
                    <a:ea typeface="楷体" panose="02010609060101010101" pitchFamily="49" charset="-122"/>
                  </a:endParaRPr>
                </a:p>
                <a:p>
                  <a:pPr algn="ctr"/>
                  <a14:m>
                    <m:oMath xmlns:m="http://schemas.openxmlformats.org/officeDocument/2006/math">
                      <m:r>
                        <a:rPr lang="en-US" altLang="zh-CN" sz="1400" b="0" i="1" smtClean="0">
                          <a:solidFill>
                            <a:srgbClr val="002060"/>
                          </a:solidFill>
                          <a:latin typeface="Cambria Math" panose="02040503050406030204" pitchFamily="18" charset="0"/>
                          <a:ea typeface="楷体" panose="02010609060101010101" pitchFamily="49" charset="-122"/>
                        </a:rPr>
                        <m:t>𝑞</m:t>
                      </m:r>
                    </m:oMath>
                  </a14:m>
                  <a:r>
                    <a:rPr lang="zh-CN" altLang="en-US" sz="1400">
                      <a:solidFill>
                        <a:srgbClr val="002060"/>
                      </a:solidFill>
                      <a:latin typeface="楷体" panose="02010609060101010101" pitchFamily="49" charset="-122"/>
                      <a:ea typeface="楷体" panose="02010609060101010101" pitchFamily="49" charset="-122"/>
                    </a:rPr>
                    <a:t>替换</a:t>
                  </a:r>
                  <a14:m>
                    <m:oMath xmlns:m="http://schemas.openxmlformats.org/officeDocument/2006/math">
                      <m:r>
                        <a:rPr lang="en-US" altLang="zh-CN" sz="1400" b="0" i="1" smtClean="0">
                          <a:solidFill>
                            <a:srgbClr val="002060"/>
                          </a:solidFill>
                          <a:latin typeface="Cambria Math" panose="02040503050406030204" pitchFamily="18" charset="0"/>
                          <a:ea typeface="楷体" panose="02010609060101010101" pitchFamily="49" charset="-122"/>
                        </a:rPr>
                        <m:t>𝐵</m:t>
                      </m:r>
                    </m:oMath>
                  </a14:m>
                  <a:endParaRPr lang="zh-CN" altLang="en-US" sz="1400">
                    <a:solidFill>
                      <a:srgbClr val="002060"/>
                    </a:solidFill>
                    <a:latin typeface="楷体" panose="02010609060101010101" pitchFamily="49" charset="-122"/>
                    <a:ea typeface="楷体" panose="02010609060101010101" pitchFamily="49" charset="-122"/>
                  </a:endParaRPr>
                </a:p>
              </p:txBody>
            </p:sp>
          </mc:Choice>
          <mc:Fallback xmlns="">
            <p:sp>
              <p:nvSpPr>
                <p:cNvPr id="25" name="文本框 24">
                  <a:extLst>
                    <a:ext uri="{FF2B5EF4-FFF2-40B4-BE49-F238E27FC236}">
                      <a16:creationId xmlns:a16="http://schemas.microsoft.com/office/drawing/2014/main" id="{68A481D2-F3B3-48AD-8EAB-644878C57003}"/>
                    </a:ext>
                  </a:extLst>
                </p:cNvPr>
                <p:cNvSpPr txBox="1">
                  <a:spLocks noRot="1" noChangeAspect="1" noMove="1" noResize="1" noEditPoints="1" noAdjustHandles="1" noChangeArrowheads="1" noChangeShapeType="1" noTextEdit="1"/>
                </p:cNvSpPr>
                <p:nvPr/>
              </p:nvSpPr>
              <p:spPr>
                <a:xfrm>
                  <a:off x="10703085" y="4497554"/>
                  <a:ext cx="1038219" cy="430887"/>
                </a:xfrm>
                <a:prstGeom prst="rect">
                  <a:avLst/>
                </a:prstGeom>
                <a:blipFill>
                  <a:blip r:embed="rId8"/>
                  <a:stretch>
                    <a:fillRect t="-14085" b="-22535"/>
                  </a:stretch>
                </a:blipFill>
              </p:spPr>
              <p:txBody>
                <a:bodyPr/>
                <a:lstStyle/>
                <a:p>
                  <a:r>
                    <a:rPr lang="zh-CN" altLang="en-US">
                      <a:noFill/>
                    </a:rPr>
                    <a:t> </a:t>
                  </a:r>
                </a:p>
              </p:txBody>
            </p:sp>
          </mc:Fallback>
        </mc:AlternateContent>
      </p:grpSp>
      <p:sp>
        <p:nvSpPr>
          <p:cNvPr id="26" name="文本框 25">
            <a:extLst>
              <a:ext uri="{FF2B5EF4-FFF2-40B4-BE49-F238E27FC236}">
                <a16:creationId xmlns:a16="http://schemas.microsoft.com/office/drawing/2014/main" id="{0797BBDF-BF1C-487B-9DE3-296E1631B5A2}"/>
              </a:ext>
            </a:extLst>
          </p:cNvPr>
          <p:cNvSpPr txBox="1"/>
          <p:nvPr/>
        </p:nvSpPr>
        <p:spPr>
          <a:xfrm>
            <a:off x="1683483" y="5505630"/>
            <a:ext cx="4739068" cy="461665"/>
          </a:xfrm>
          <a:prstGeom prst="rect">
            <a:avLst/>
          </a:prstGeom>
          <a:solidFill>
            <a:schemeClr val="accent4"/>
          </a:solidFill>
        </p:spPr>
        <p:txBody>
          <a:bodyPr wrap="square" rtlCol="0">
            <a:spAutoFit/>
          </a:bodyPr>
          <a:lstStyle/>
          <a:p>
            <a:r>
              <a:rPr lang="zh-CN" altLang="en-US" sz="2400" b="1">
                <a:solidFill>
                  <a:srgbClr val="C00000"/>
                </a:solidFill>
                <a:latin typeface="黑体" panose="02010609060101010101" pitchFamily="49" charset="-122"/>
                <a:ea typeface="黑体" panose="02010609060101010101" pitchFamily="49" charset="-122"/>
              </a:rPr>
              <a:t>永真式的替换实例仍然是永真式！</a:t>
            </a:r>
            <a:endParaRPr lang="zh-CN" altLang="en-US" sz="2400">
              <a:solidFill>
                <a:srgbClr val="C00000"/>
              </a:solidFill>
            </a:endParaRPr>
          </a:p>
        </p:txBody>
      </p:sp>
    </p:spTree>
    <p:extLst>
      <p:ext uri="{BB962C8B-B14F-4D97-AF65-F5344CB8AC3E}">
        <p14:creationId xmlns:p14="http://schemas.microsoft.com/office/powerpoint/2010/main" val="38291474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26"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命题逻辑的等值演算</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第四讲</a:t>
            </a:r>
            <a:r>
              <a:rPr lang="en-US" altLang="zh-CN">
                <a:latin typeface="楷体" panose="02010609060101010101" pitchFamily="49" charset="-122"/>
                <a:ea typeface="楷体" panose="02010609060101010101" pitchFamily="49" charset="-122"/>
              </a:rPr>
              <a:t>	</a:t>
            </a:r>
            <a:r>
              <a:rPr lang="zh-CN" altLang="en-US">
                <a:latin typeface="楷体" panose="02010609060101010101" pitchFamily="49" charset="-122"/>
                <a:ea typeface="楷体" panose="02010609060101010101" pitchFamily="49" charset="-122"/>
              </a:rPr>
              <a:t>命题逻辑的等值演算</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6</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10</a:t>
            </a:fld>
            <a:r>
              <a:rPr lang="en-US" altLang="zh-CN" dirty="0">
                <a:latin typeface="Arial" panose="020B0604020202020204" pitchFamily="34" charset="0"/>
                <a:ea typeface="楷体" panose="02010609060101010101" pitchFamily="49" charset="-122"/>
                <a:cs typeface="Arial" panose="020B0604020202020204" pitchFamily="34" charset="0"/>
              </a:rPr>
              <a:t>/26</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逻辑等值式模式练习</a:t>
            </a:r>
          </a:p>
        </p:txBody>
      </p:sp>
      <p:pic>
        <p:nvPicPr>
          <p:cNvPr id="3" name="图片 2">
            <a:extLst>
              <a:ext uri="{FF2B5EF4-FFF2-40B4-BE49-F238E27FC236}">
                <a16:creationId xmlns:a16="http://schemas.microsoft.com/office/drawing/2014/main" id="{79AC769B-6F9E-4697-8C78-69A2E06C6775}"/>
              </a:ext>
            </a:extLst>
          </p:cNvPr>
          <p:cNvPicPr>
            <a:picLocks noChangeAspect="1"/>
          </p:cNvPicPr>
          <p:nvPr/>
        </p:nvPicPr>
        <p:blipFill>
          <a:blip r:embed="rId2"/>
          <a:stretch>
            <a:fillRect/>
          </a:stretch>
        </p:blipFill>
        <p:spPr>
          <a:xfrm>
            <a:off x="453911" y="1611054"/>
            <a:ext cx="11380662" cy="4240829"/>
          </a:xfrm>
          <a:prstGeom prst="rect">
            <a:avLst/>
          </a:prstGeom>
        </p:spPr>
      </p:pic>
    </p:spTree>
    <p:extLst>
      <p:ext uri="{BB962C8B-B14F-4D97-AF65-F5344CB8AC3E}">
        <p14:creationId xmlns:p14="http://schemas.microsoft.com/office/powerpoint/2010/main" val="30565331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命题逻辑的等值演算</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第四讲</a:t>
            </a:r>
            <a:r>
              <a:rPr lang="en-US" altLang="zh-CN">
                <a:latin typeface="楷体" panose="02010609060101010101" pitchFamily="49" charset="-122"/>
                <a:ea typeface="楷体" panose="02010609060101010101" pitchFamily="49" charset="-122"/>
              </a:rPr>
              <a:t>	</a:t>
            </a:r>
            <a:r>
              <a:rPr lang="zh-CN" altLang="en-US">
                <a:latin typeface="楷体" panose="02010609060101010101" pitchFamily="49" charset="-122"/>
                <a:ea typeface="楷体" panose="02010609060101010101" pitchFamily="49" charset="-122"/>
              </a:rPr>
              <a:t>命题逻辑的等值演算</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6</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11</a:t>
            </a:fld>
            <a:r>
              <a:rPr lang="en-US" altLang="zh-CN" dirty="0">
                <a:latin typeface="Arial" panose="020B0604020202020204" pitchFamily="34" charset="0"/>
                <a:ea typeface="楷体" panose="02010609060101010101" pitchFamily="49" charset="-122"/>
                <a:cs typeface="Arial" panose="020B0604020202020204" pitchFamily="34" charset="0"/>
              </a:rPr>
              <a:t>/26</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逻辑等值式模式练习</a:t>
            </a:r>
          </a:p>
        </p:txBody>
      </p:sp>
      <p:pic>
        <p:nvPicPr>
          <p:cNvPr id="3" name="图片 2">
            <a:extLst>
              <a:ext uri="{FF2B5EF4-FFF2-40B4-BE49-F238E27FC236}">
                <a16:creationId xmlns:a16="http://schemas.microsoft.com/office/drawing/2014/main" id="{79AC769B-6F9E-4697-8C78-69A2E06C6775}"/>
              </a:ext>
            </a:extLst>
          </p:cNvPr>
          <p:cNvPicPr>
            <a:picLocks noChangeAspect="1"/>
          </p:cNvPicPr>
          <p:nvPr/>
        </p:nvPicPr>
        <p:blipFill>
          <a:blip r:embed="rId2"/>
          <a:stretch>
            <a:fillRect/>
          </a:stretch>
        </p:blipFill>
        <p:spPr>
          <a:xfrm>
            <a:off x="453911" y="1611054"/>
            <a:ext cx="11380662" cy="4240829"/>
          </a:xfrm>
          <a:prstGeom prst="rect">
            <a:avLst/>
          </a:prstGeom>
        </p:spPr>
      </p:pic>
      <p:sp>
        <p:nvSpPr>
          <p:cNvPr id="11" name="文本框 10">
            <a:extLst>
              <a:ext uri="{FF2B5EF4-FFF2-40B4-BE49-F238E27FC236}">
                <a16:creationId xmlns:a16="http://schemas.microsoft.com/office/drawing/2014/main" id="{FF15DFCF-416A-4EEB-A89D-FBF58D550073}"/>
              </a:ext>
            </a:extLst>
          </p:cNvPr>
          <p:cNvSpPr txBox="1"/>
          <p:nvPr/>
        </p:nvSpPr>
        <p:spPr>
          <a:xfrm>
            <a:off x="5878913" y="2015063"/>
            <a:ext cx="530657" cy="461665"/>
          </a:xfrm>
          <a:prstGeom prst="rect">
            <a:avLst/>
          </a:prstGeom>
          <a:noFill/>
        </p:spPr>
        <p:txBody>
          <a:bodyPr wrap="square" rtlCol="0">
            <a:spAutoFit/>
          </a:bodyPr>
          <a:lstStyle/>
          <a:p>
            <a:r>
              <a:rPr lang="zh-CN" altLang="en-US" sz="2400">
                <a:solidFill>
                  <a:srgbClr val="C00000"/>
                </a:solidFill>
              </a:rPr>
              <a:t>是</a:t>
            </a:r>
          </a:p>
        </p:txBody>
      </p:sp>
      <p:sp>
        <p:nvSpPr>
          <p:cNvPr id="12" name="文本框 11">
            <a:extLst>
              <a:ext uri="{FF2B5EF4-FFF2-40B4-BE49-F238E27FC236}">
                <a16:creationId xmlns:a16="http://schemas.microsoft.com/office/drawing/2014/main" id="{054BBB7C-E4DF-45EE-8003-038C3BD0FD1E}"/>
              </a:ext>
            </a:extLst>
          </p:cNvPr>
          <p:cNvSpPr txBox="1"/>
          <p:nvPr/>
        </p:nvSpPr>
        <p:spPr>
          <a:xfrm>
            <a:off x="6554418" y="3642552"/>
            <a:ext cx="480224" cy="461665"/>
          </a:xfrm>
          <a:prstGeom prst="rect">
            <a:avLst/>
          </a:prstGeom>
          <a:noFill/>
        </p:spPr>
        <p:txBody>
          <a:bodyPr wrap="square" rtlCol="0">
            <a:spAutoFit/>
          </a:bodyPr>
          <a:lstStyle/>
          <a:p>
            <a:r>
              <a:rPr lang="en-US" altLang="zh-CN" sz="2400">
                <a:solidFill>
                  <a:srgbClr val="C00000"/>
                </a:solidFill>
                <a:latin typeface="Consolas" panose="020B0609020204030204" pitchFamily="49" charset="0"/>
                <a:cs typeface="Arial" panose="020B0604020202020204" pitchFamily="34" charset="0"/>
              </a:rPr>
              <a:t>✔</a:t>
            </a:r>
            <a:endParaRPr lang="zh-CN" altLang="en-US" sz="2400">
              <a:solidFill>
                <a:srgbClr val="C00000"/>
              </a:solidFill>
              <a:latin typeface="Arial" panose="020B0604020202020204" pitchFamily="34" charset="0"/>
              <a:cs typeface="Arial" panose="020B0604020202020204" pitchFamily="34" charset="0"/>
            </a:endParaRPr>
          </a:p>
        </p:txBody>
      </p:sp>
      <p:sp>
        <p:nvSpPr>
          <p:cNvPr id="13" name="文本框 12">
            <a:extLst>
              <a:ext uri="{FF2B5EF4-FFF2-40B4-BE49-F238E27FC236}">
                <a16:creationId xmlns:a16="http://schemas.microsoft.com/office/drawing/2014/main" id="{F10FC98C-A499-4C96-BC1F-5EB1459DC65B}"/>
              </a:ext>
            </a:extLst>
          </p:cNvPr>
          <p:cNvSpPr txBox="1"/>
          <p:nvPr/>
        </p:nvSpPr>
        <p:spPr>
          <a:xfrm>
            <a:off x="2621622" y="4785281"/>
            <a:ext cx="480224" cy="461665"/>
          </a:xfrm>
          <a:prstGeom prst="rect">
            <a:avLst/>
          </a:prstGeom>
          <a:noFill/>
        </p:spPr>
        <p:txBody>
          <a:bodyPr wrap="square" rtlCol="0">
            <a:spAutoFit/>
          </a:bodyPr>
          <a:lstStyle/>
          <a:p>
            <a:r>
              <a:rPr lang="en-US" altLang="zh-CN" sz="2400">
                <a:solidFill>
                  <a:srgbClr val="C00000"/>
                </a:solidFill>
                <a:latin typeface="Consolas" panose="020B0609020204030204" pitchFamily="49" charset="0"/>
                <a:cs typeface="Arial" panose="020B0604020202020204" pitchFamily="34" charset="0"/>
              </a:rPr>
              <a:t>✔</a:t>
            </a:r>
            <a:endParaRPr lang="zh-CN" altLang="en-US" sz="2400">
              <a:solidFill>
                <a:srgbClr val="C0000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6374052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命题逻辑的等值演算</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第四讲</a:t>
            </a:r>
            <a:r>
              <a:rPr lang="en-US" altLang="zh-CN">
                <a:latin typeface="楷体" panose="02010609060101010101" pitchFamily="49" charset="-122"/>
                <a:ea typeface="楷体" panose="02010609060101010101" pitchFamily="49" charset="-122"/>
              </a:rPr>
              <a:t>	</a:t>
            </a:r>
            <a:r>
              <a:rPr lang="zh-CN" altLang="en-US">
                <a:latin typeface="楷体" panose="02010609060101010101" pitchFamily="49" charset="-122"/>
                <a:ea typeface="楷体" panose="02010609060101010101" pitchFamily="49" charset="-122"/>
              </a:rPr>
              <a:t>命题逻辑的等值演算</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6</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12</a:t>
            </a:fld>
            <a:r>
              <a:rPr lang="en-US" altLang="zh-CN" dirty="0">
                <a:latin typeface="Arial" panose="020B0604020202020204" pitchFamily="34" charset="0"/>
                <a:ea typeface="楷体" panose="02010609060101010101" pitchFamily="49" charset="-122"/>
                <a:cs typeface="Arial" panose="020B0604020202020204" pitchFamily="34" charset="0"/>
              </a:rPr>
              <a:t>/26</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基本逻辑等值式模式</a:t>
            </a:r>
          </a:p>
        </p:txBody>
      </p:sp>
      <p:pic>
        <p:nvPicPr>
          <p:cNvPr id="2" name="图片 1">
            <a:extLst>
              <a:ext uri="{FF2B5EF4-FFF2-40B4-BE49-F238E27FC236}">
                <a16:creationId xmlns:a16="http://schemas.microsoft.com/office/drawing/2014/main" id="{BC6CE425-29D9-4A31-8A46-41487B427608}"/>
              </a:ext>
            </a:extLst>
          </p:cNvPr>
          <p:cNvPicPr>
            <a:picLocks noChangeAspect="1"/>
          </p:cNvPicPr>
          <p:nvPr/>
        </p:nvPicPr>
        <p:blipFill>
          <a:blip r:embed="rId2"/>
          <a:stretch>
            <a:fillRect/>
          </a:stretch>
        </p:blipFill>
        <p:spPr>
          <a:xfrm>
            <a:off x="535265" y="1103964"/>
            <a:ext cx="7035504" cy="5119219"/>
          </a:xfrm>
          <a:prstGeom prst="rect">
            <a:avLst/>
          </a:prstGeom>
        </p:spPr>
      </p:pic>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1E63C852-A7D0-4102-8B02-6E01AD59A318}"/>
                  </a:ext>
                </a:extLst>
              </p:cNvPr>
              <p:cNvSpPr txBox="1"/>
              <p:nvPr/>
            </p:nvSpPr>
            <p:spPr>
              <a:xfrm>
                <a:off x="7880942" y="989129"/>
                <a:ext cx="3669063" cy="1677382"/>
              </a:xfrm>
              <a:prstGeom prst="rect">
                <a:avLst/>
              </a:prstGeom>
              <a:solidFill>
                <a:schemeClr val="accent5">
                  <a:lumMod val="20000"/>
                  <a:lumOff val="80000"/>
                </a:schemeClr>
              </a:solidFill>
            </p:spPr>
            <p:txBody>
              <a:bodyPr wrap="square" rtlCol="0">
                <a:spAutoFit/>
              </a:bodyPr>
              <a:lstStyle/>
              <a:p>
                <a:pPr>
                  <a:lnSpc>
                    <a:spcPts val="2600"/>
                  </a:lnSpc>
                  <a:spcBef>
                    <a:spcPts val="600"/>
                  </a:spcBef>
                </a:pPr>
                <a:r>
                  <a:rPr lang="zh-CN" altLang="en-US" sz="1600" b="1">
                    <a:solidFill>
                      <a:srgbClr val="002060"/>
                    </a:solidFill>
                    <a:latin typeface="楷体" panose="02010609060101010101" pitchFamily="49" charset="-122"/>
                    <a:ea typeface="楷体" panose="02010609060101010101" pitchFamily="49" charset="-122"/>
                  </a:rPr>
                  <a:t>基本逻辑等值式模式都是用字母</a:t>
                </a:r>
                <a14:m>
                  <m:oMath xmlns:m="http://schemas.openxmlformats.org/officeDocument/2006/math">
                    <m:r>
                      <a:rPr lang="en-US" altLang="zh-CN" sz="1600" b="1" i="1" smtClean="0">
                        <a:solidFill>
                          <a:srgbClr val="002060"/>
                        </a:solidFill>
                        <a:latin typeface="Cambria Math" panose="02040503050406030204" pitchFamily="18" charset="0"/>
                        <a:ea typeface="楷体" panose="02010609060101010101" pitchFamily="49" charset="-122"/>
                      </a:rPr>
                      <m:t>𝑨</m:t>
                    </m:r>
                    <m:r>
                      <a:rPr lang="en-US" altLang="zh-CN" sz="1600" b="1" i="1">
                        <a:solidFill>
                          <a:srgbClr val="002060"/>
                        </a:solidFill>
                        <a:latin typeface="Cambria Math" panose="02040503050406030204" pitchFamily="18" charset="0"/>
                        <a:ea typeface="楷体" panose="02010609060101010101" pitchFamily="49" charset="-122"/>
                      </a:rPr>
                      <m:t>, </m:t>
                    </m:r>
                    <m:r>
                      <a:rPr lang="en-US" altLang="zh-CN" sz="1600" b="1" i="1">
                        <a:solidFill>
                          <a:srgbClr val="002060"/>
                        </a:solidFill>
                        <a:latin typeface="Cambria Math" panose="02040503050406030204" pitchFamily="18" charset="0"/>
                        <a:ea typeface="楷体" panose="02010609060101010101" pitchFamily="49" charset="-122"/>
                      </a:rPr>
                      <m:t>𝑩</m:t>
                    </m:r>
                    <m:r>
                      <a:rPr lang="en-US" altLang="zh-CN" sz="1600" b="1" i="1">
                        <a:solidFill>
                          <a:srgbClr val="002060"/>
                        </a:solidFill>
                        <a:latin typeface="Cambria Math" panose="02040503050406030204" pitchFamily="18" charset="0"/>
                        <a:ea typeface="楷体" panose="02010609060101010101" pitchFamily="49" charset="-122"/>
                      </a:rPr>
                      <m:t>, </m:t>
                    </m:r>
                    <m:r>
                      <a:rPr lang="en-US" altLang="zh-CN" sz="1600" b="1" i="1" smtClean="0">
                        <a:solidFill>
                          <a:srgbClr val="002060"/>
                        </a:solidFill>
                        <a:latin typeface="Cambria Math" panose="02040503050406030204" pitchFamily="18" charset="0"/>
                        <a:ea typeface="楷体" panose="02010609060101010101" pitchFamily="49" charset="-122"/>
                      </a:rPr>
                      <m:t>𝑪</m:t>
                    </m:r>
                  </m:oMath>
                </a14:m>
                <a:r>
                  <a:rPr lang="zh-CN" altLang="en-US" sz="1600" b="1">
                    <a:solidFill>
                      <a:srgbClr val="002060"/>
                    </a:solidFill>
                    <a:latin typeface="楷体" panose="02010609060101010101" pitchFamily="49" charset="-122"/>
                    <a:ea typeface="楷体" panose="02010609060101010101" pitchFamily="49" charset="-122"/>
                  </a:rPr>
                  <a:t>代表的任意公式替换简单的逻辑等值式的命题变量而得到</a:t>
                </a:r>
                <a:endParaRPr lang="en-US" altLang="zh-CN" sz="1600" b="1">
                  <a:solidFill>
                    <a:srgbClr val="002060"/>
                  </a:solidFill>
                  <a:latin typeface="楷体" panose="02010609060101010101" pitchFamily="49" charset="-122"/>
                  <a:ea typeface="楷体" panose="02010609060101010101" pitchFamily="49" charset="-122"/>
                </a:endParaRPr>
              </a:p>
              <a:p>
                <a:pPr marL="285750" indent="-285750">
                  <a:spcBef>
                    <a:spcPts val="600"/>
                  </a:spcBef>
                  <a:buFont typeface="Arial" panose="020B0604020202020204" pitchFamily="34" charset="0"/>
                  <a:buChar char="•"/>
                </a:pPr>
                <a:r>
                  <a:rPr lang="en-US" altLang="zh-CN" sz="1400" b="1">
                    <a:solidFill>
                      <a:schemeClr val="accent2">
                        <a:lumMod val="50000"/>
                      </a:schemeClr>
                    </a:solidFill>
                    <a:latin typeface="Cambria" panose="02040503050406030204" pitchFamily="18" charset="0"/>
                    <a:ea typeface="Cambria" panose="02040503050406030204" pitchFamily="18" charset="0"/>
                    <a:cs typeface="Arial" panose="020B0604020202020204" pitchFamily="34" charset="0"/>
                  </a:rPr>
                  <a:t>0</a:t>
                </a:r>
                <a:r>
                  <a:rPr lang="zh-CN" altLang="en-US" sz="1400" b="1">
                    <a:solidFill>
                      <a:schemeClr val="accent2">
                        <a:lumMod val="50000"/>
                      </a:schemeClr>
                    </a:solidFill>
                    <a:latin typeface="宋体" panose="02010600030101010101" pitchFamily="2" charset="-122"/>
                    <a:ea typeface="宋体" panose="02010600030101010101" pitchFamily="2" charset="-122"/>
                  </a:rPr>
                  <a:t>代表任意的矛盾式，例如</a:t>
                </a:r>
                <a14:m>
                  <m:oMath xmlns:m="http://schemas.openxmlformats.org/officeDocument/2006/math">
                    <m:d>
                      <m:dPr>
                        <m:ctrlPr>
                          <a:rPr lang="en-US" altLang="zh-CN" sz="1400" b="1" i="1" smtClean="0">
                            <a:solidFill>
                              <a:schemeClr val="accent2">
                                <a:lumMod val="50000"/>
                              </a:schemeClr>
                            </a:solidFill>
                            <a:latin typeface="Cambria Math" panose="02040503050406030204" pitchFamily="18" charset="0"/>
                            <a:ea typeface="楷体" panose="02010609060101010101" pitchFamily="49" charset="-122"/>
                          </a:rPr>
                        </m:ctrlPr>
                      </m:dPr>
                      <m:e>
                        <m:r>
                          <a:rPr lang="en-US" altLang="zh-CN" sz="1400" b="1" i="1" smtClean="0">
                            <a:solidFill>
                              <a:schemeClr val="accent2">
                                <a:lumMod val="50000"/>
                              </a:schemeClr>
                            </a:solidFill>
                            <a:latin typeface="Cambria Math" panose="02040503050406030204" pitchFamily="18" charset="0"/>
                            <a:ea typeface="楷体" panose="02010609060101010101" pitchFamily="49" charset="-122"/>
                          </a:rPr>
                          <m:t>𝒑</m:t>
                        </m:r>
                        <m:r>
                          <a:rPr lang="en-US" altLang="zh-CN" sz="1400" b="1" i="1" smtClean="0">
                            <a:solidFill>
                              <a:schemeClr val="accent2">
                                <a:lumMod val="50000"/>
                              </a:schemeClr>
                            </a:solidFill>
                            <a:latin typeface="Cambria Math" panose="02040503050406030204" pitchFamily="18" charset="0"/>
                            <a:ea typeface="楷体" panose="02010609060101010101" pitchFamily="49" charset="-122"/>
                          </a:rPr>
                          <m:t>∧¬</m:t>
                        </m:r>
                        <m:r>
                          <a:rPr lang="en-US" altLang="zh-CN" sz="1400" b="1" i="1" smtClean="0">
                            <a:solidFill>
                              <a:schemeClr val="accent2">
                                <a:lumMod val="50000"/>
                              </a:schemeClr>
                            </a:solidFill>
                            <a:latin typeface="Cambria Math" panose="02040503050406030204" pitchFamily="18" charset="0"/>
                            <a:ea typeface="楷体" panose="02010609060101010101" pitchFamily="49" charset="-122"/>
                          </a:rPr>
                          <m:t>𝒑</m:t>
                        </m:r>
                      </m:e>
                    </m:d>
                  </m:oMath>
                </a14:m>
                <a:endParaRPr lang="en-US" altLang="zh-CN" sz="1400" b="1">
                  <a:solidFill>
                    <a:schemeClr val="accent2">
                      <a:lumMod val="50000"/>
                    </a:schemeClr>
                  </a:solidFill>
                  <a:latin typeface="宋体" panose="02010600030101010101" pitchFamily="2" charset="-122"/>
                  <a:ea typeface="宋体" panose="02010600030101010101" pitchFamily="2" charset="-122"/>
                </a:endParaRPr>
              </a:p>
              <a:p>
                <a:pPr marL="285750" indent="-285750">
                  <a:spcBef>
                    <a:spcPts val="600"/>
                  </a:spcBef>
                  <a:buFont typeface="Arial" panose="020B0604020202020204" pitchFamily="34" charset="0"/>
                  <a:buChar char="•"/>
                </a:pPr>
                <a:r>
                  <a:rPr lang="en-US" altLang="zh-CN" sz="1400" b="1">
                    <a:solidFill>
                      <a:schemeClr val="accent2">
                        <a:lumMod val="50000"/>
                      </a:schemeClr>
                    </a:solidFill>
                    <a:latin typeface="Cambria" panose="02040503050406030204" pitchFamily="18" charset="0"/>
                    <a:ea typeface="Cambria" panose="02040503050406030204" pitchFamily="18" charset="0"/>
                  </a:rPr>
                  <a:t>1</a:t>
                </a:r>
                <a:r>
                  <a:rPr lang="zh-CN" altLang="en-US" sz="1400" b="1">
                    <a:solidFill>
                      <a:schemeClr val="accent2">
                        <a:lumMod val="50000"/>
                      </a:schemeClr>
                    </a:solidFill>
                    <a:latin typeface="宋体" panose="02010600030101010101" pitchFamily="2" charset="-122"/>
                    <a:ea typeface="宋体" panose="02010600030101010101" pitchFamily="2" charset="-122"/>
                  </a:rPr>
                  <a:t>代表任意的永真式，例如</a:t>
                </a:r>
                <a14:m>
                  <m:oMath xmlns:m="http://schemas.openxmlformats.org/officeDocument/2006/math">
                    <m:d>
                      <m:dPr>
                        <m:ctrlPr>
                          <a:rPr lang="en-US" altLang="zh-CN" sz="1400" b="1" i="1" smtClean="0">
                            <a:solidFill>
                              <a:schemeClr val="accent2">
                                <a:lumMod val="50000"/>
                              </a:schemeClr>
                            </a:solidFill>
                            <a:latin typeface="Cambria Math" panose="02040503050406030204" pitchFamily="18" charset="0"/>
                            <a:ea typeface="楷体" panose="02010609060101010101" pitchFamily="49" charset="-122"/>
                          </a:rPr>
                        </m:ctrlPr>
                      </m:dPr>
                      <m:e>
                        <m:r>
                          <a:rPr lang="en-US" altLang="zh-CN" sz="1400" b="1" i="1" smtClean="0">
                            <a:solidFill>
                              <a:schemeClr val="accent2">
                                <a:lumMod val="50000"/>
                              </a:schemeClr>
                            </a:solidFill>
                            <a:latin typeface="Cambria Math" panose="02040503050406030204" pitchFamily="18" charset="0"/>
                            <a:ea typeface="楷体" panose="02010609060101010101" pitchFamily="49" charset="-122"/>
                          </a:rPr>
                          <m:t>𝒑</m:t>
                        </m:r>
                        <m:r>
                          <a:rPr lang="en-US" altLang="zh-CN" sz="1400" b="1" i="1" smtClean="0">
                            <a:solidFill>
                              <a:schemeClr val="accent2">
                                <a:lumMod val="50000"/>
                              </a:schemeClr>
                            </a:solidFill>
                            <a:latin typeface="Cambria Math" panose="02040503050406030204" pitchFamily="18" charset="0"/>
                            <a:ea typeface="楷体" panose="02010609060101010101" pitchFamily="49" charset="-122"/>
                          </a:rPr>
                          <m:t>∨¬</m:t>
                        </m:r>
                        <m:r>
                          <a:rPr lang="en-US" altLang="zh-CN" sz="1400" b="1" i="1" smtClean="0">
                            <a:solidFill>
                              <a:schemeClr val="accent2">
                                <a:lumMod val="50000"/>
                              </a:schemeClr>
                            </a:solidFill>
                            <a:latin typeface="Cambria Math" panose="02040503050406030204" pitchFamily="18" charset="0"/>
                            <a:ea typeface="楷体" panose="02010609060101010101" pitchFamily="49" charset="-122"/>
                          </a:rPr>
                          <m:t>𝒑</m:t>
                        </m:r>
                      </m:e>
                    </m:d>
                  </m:oMath>
                </a14:m>
                <a:endParaRPr lang="zh-CN" altLang="en-US" sz="1400" b="1">
                  <a:solidFill>
                    <a:schemeClr val="accent2">
                      <a:lumMod val="50000"/>
                    </a:schemeClr>
                  </a:solidFill>
                  <a:latin typeface="宋体" panose="02010600030101010101" pitchFamily="2" charset="-122"/>
                  <a:ea typeface="宋体" panose="02010600030101010101" pitchFamily="2" charset="-122"/>
                </a:endParaRPr>
              </a:p>
            </p:txBody>
          </p:sp>
        </mc:Choice>
        <mc:Fallback xmlns="">
          <p:sp>
            <p:nvSpPr>
              <p:cNvPr id="4" name="文本框 3">
                <a:extLst>
                  <a:ext uri="{FF2B5EF4-FFF2-40B4-BE49-F238E27FC236}">
                    <a16:creationId xmlns:a16="http://schemas.microsoft.com/office/drawing/2014/main" id="{1E63C852-A7D0-4102-8B02-6E01AD59A318}"/>
                  </a:ext>
                </a:extLst>
              </p:cNvPr>
              <p:cNvSpPr txBox="1">
                <a:spLocks noRot="1" noChangeAspect="1" noMove="1" noResize="1" noEditPoints="1" noAdjustHandles="1" noChangeArrowheads="1" noChangeShapeType="1" noTextEdit="1"/>
              </p:cNvSpPr>
              <p:nvPr/>
            </p:nvSpPr>
            <p:spPr>
              <a:xfrm>
                <a:off x="7880942" y="989129"/>
                <a:ext cx="3669063" cy="1677382"/>
              </a:xfrm>
              <a:prstGeom prst="rect">
                <a:avLst/>
              </a:prstGeom>
              <a:blipFill>
                <a:blip r:embed="rId3"/>
                <a:stretch>
                  <a:fillRect l="-997" r="-664" b="-290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B8F901AA-6DF6-42C5-9D6A-E9E4A1702E18}"/>
                  </a:ext>
                </a:extLst>
              </p:cNvPr>
              <p:cNvSpPr txBox="1"/>
              <p:nvPr/>
            </p:nvSpPr>
            <p:spPr>
              <a:xfrm>
                <a:off x="7880942" y="2813745"/>
                <a:ext cx="3669063" cy="3521029"/>
              </a:xfrm>
              <a:prstGeom prst="rect">
                <a:avLst/>
              </a:prstGeom>
              <a:solidFill>
                <a:schemeClr val="accent2">
                  <a:lumMod val="20000"/>
                  <a:lumOff val="80000"/>
                  <a:alpha val="50000"/>
                </a:schemeClr>
              </a:solidFill>
            </p:spPr>
            <p:txBody>
              <a:bodyPr wrap="square" rtlCol="0">
                <a:spAutoFit/>
              </a:bodyPr>
              <a:lstStyle/>
              <a:p>
                <a:pPr>
                  <a:lnSpc>
                    <a:spcPts val="2000"/>
                  </a:lnSpc>
                  <a:spcBef>
                    <a:spcPts val="600"/>
                  </a:spcBef>
                </a:pPr>
                <a:r>
                  <a:rPr lang="zh-CN" altLang="en-US" sz="1600" b="1">
                    <a:solidFill>
                      <a:srgbClr val="002060"/>
                    </a:solidFill>
                    <a:latin typeface="楷体" panose="02010609060101010101" pitchFamily="49" charset="-122"/>
                    <a:ea typeface="楷体" panose="02010609060101010101" pitchFamily="49" charset="-122"/>
                  </a:rPr>
                  <a:t>基本逻辑等值式模式主要与合取和析取运算的运算性质有关</a:t>
                </a:r>
              </a:p>
              <a:p>
                <a:pPr marL="285750" indent="-285750">
                  <a:lnSpc>
                    <a:spcPts val="2000"/>
                  </a:lnSpc>
                  <a:spcBef>
                    <a:spcPts val="600"/>
                  </a:spcBef>
                  <a:buFont typeface="Arial" panose="020B0604020202020204" pitchFamily="34" charset="0"/>
                  <a:buChar char="•"/>
                </a:pPr>
                <a:r>
                  <a:rPr lang="zh-CN" altLang="en-US" sz="1400" b="1">
                    <a:solidFill>
                      <a:schemeClr val="accent2">
                        <a:lumMod val="50000"/>
                      </a:schemeClr>
                    </a:solidFill>
                    <a:latin typeface="黑体" panose="02010609060101010101" pitchFamily="49" charset="-122"/>
                    <a:ea typeface="黑体" panose="02010609060101010101" pitchFamily="49" charset="-122"/>
                    <a:cs typeface="Arial" panose="020B0604020202020204" pitchFamily="34" charset="0"/>
                  </a:rPr>
                  <a:t>同一律</a:t>
                </a:r>
                <a:r>
                  <a:rPr lang="en-US" altLang="zh-CN" sz="1400">
                    <a:solidFill>
                      <a:schemeClr val="accent6">
                        <a:lumMod val="50000"/>
                      </a:schemeClr>
                    </a:solidFill>
                    <a:latin typeface="Arial" panose="020B0604020202020204" pitchFamily="34" charset="0"/>
                    <a:ea typeface="宋体" panose="02010600030101010101" pitchFamily="2" charset="-122"/>
                    <a:cs typeface="Arial" panose="020B0604020202020204" pitchFamily="34" charset="0"/>
                  </a:rPr>
                  <a:t>(identity law)</a:t>
                </a:r>
                <a:r>
                  <a:rPr lang="zh-CN" altLang="en-US" sz="1400" b="1">
                    <a:solidFill>
                      <a:schemeClr val="accent6">
                        <a:lumMod val="50000"/>
                      </a:schemeClr>
                    </a:solidFill>
                    <a:latin typeface="Arial" panose="020B0604020202020204" pitchFamily="34" charset="0"/>
                    <a:ea typeface="宋体" panose="02010600030101010101" pitchFamily="2" charset="-122"/>
                    <a:cs typeface="Arial" panose="020B0604020202020204" pitchFamily="34" charset="0"/>
                  </a:rPr>
                  <a:t>表明永真式是合取的单位元，矛盾式是析取的单位元</a:t>
                </a:r>
              </a:p>
              <a:p>
                <a:pPr marL="285750" indent="-285750">
                  <a:lnSpc>
                    <a:spcPts val="2000"/>
                  </a:lnSpc>
                  <a:spcBef>
                    <a:spcPts val="600"/>
                  </a:spcBef>
                  <a:buFont typeface="Arial" panose="020B0604020202020204" pitchFamily="34" charset="0"/>
                  <a:buChar char="•"/>
                </a:pPr>
                <a:r>
                  <a:rPr lang="zh-CN" altLang="en-US" sz="1400" b="1">
                    <a:solidFill>
                      <a:schemeClr val="accent2">
                        <a:lumMod val="50000"/>
                      </a:schemeClr>
                    </a:solidFill>
                    <a:latin typeface="黑体" panose="02010609060101010101" pitchFamily="49" charset="-122"/>
                    <a:ea typeface="黑体" panose="02010609060101010101" pitchFamily="49" charset="-122"/>
                    <a:cs typeface="Arial" panose="020B0604020202020204" pitchFamily="34" charset="0"/>
                  </a:rPr>
                  <a:t>零律</a:t>
                </a:r>
                <a:r>
                  <a:rPr lang="en-US" altLang="zh-CN" sz="1400">
                    <a:solidFill>
                      <a:schemeClr val="accent6">
                        <a:lumMod val="50000"/>
                      </a:schemeClr>
                    </a:solidFill>
                    <a:latin typeface="Arial" panose="020B0604020202020204" pitchFamily="34" charset="0"/>
                    <a:ea typeface="宋体" panose="02010600030101010101" pitchFamily="2" charset="-122"/>
                    <a:cs typeface="Arial" panose="020B0604020202020204" pitchFamily="34" charset="0"/>
                  </a:rPr>
                  <a:t>(zero law)</a:t>
                </a:r>
                <a:r>
                  <a:rPr lang="zh-CN" altLang="en-US" sz="1400" b="1">
                    <a:solidFill>
                      <a:schemeClr val="accent6">
                        <a:lumMod val="50000"/>
                      </a:schemeClr>
                    </a:solidFill>
                    <a:latin typeface="Arial" panose="020B0604020202020204" pitchFamily="34" charset="0"/>
                    <a:ea typeface="宋体" panose="02010600030101010101" pitchFamily="2" charset="-122"/>
                    <a:cs typeface="Arial" panose="020B0604020202020204" pitchFamily="34" charset="0"/>
                  </a:rPr>
                  <a:t>表明矛盾式是合取的零元，而永真式是析取的零元</a:t>
                </a:r>
              </a:p>
              <a:p>
                <a:pPr marL="285750" indent="-285750">
                  <a:lnSpc>
                    <a:spcPts val="2000"/>
                  </a:lnSpc>
                  <a:spcBef>
                    <a:spcPts val="600"/>
                  </a:spcBef>
                  <a:buFont typeface="Arial" panose="020B0604020202020204" pitchFamily="34" charset="0"/>
                  <a:buChar char="•"/>
                </a:pPr>
                <a:r>
                  <a:rPr lang="zh-CN" altLang="en-US" sz="1400" b="1">
                    <a:solidFill>
                      <a:schemeClr val="accent2">
                        <a:lumMod val="50000"/>
                      </a:schemeClr>
                    </a:solidFill>
                    <a:latin typeface="黑体" panose="02010609060101010101" pitchFamily="49" charset="-122"/>
                    <a:ea typeface="黑体" panose="02010609060101010101" pitchFamily="49" charset="-122"/>
                    <a:cs typeface="Arial" panose="020B0604020202020204" pitchFamily="34" charset="0"/>
                  </a:rPr>
                  <a:t>吸收律</a:t>
                </a:r>
                <a:r>
                  <a:rPr lang="en-US" altLang="zh-CN" sz="1400">
                    <a:solidFill>
                      <a:schemeClr val="accent6">
                        <a:lumMod val="50000"/>
                      </a:schemeClr>
                    </a:solidFill>
                    <a:latin typeface="Arial" panose="020B0604020202020204" pitchFamily="34" charset="0"/>
                    <a:ea typeface="宋体" panose="02010600030101010101" pitchFamily="2" charset="-122"/>
                    <a:cs typeface="Arial" panose="020B0604020202020204" pitchFamily="34" charset="0"/>
                  </a:rPr>
                  <a:t>(absorption law)</a:t>
                </a:r>
                <a:r>
                  <a:rPr lang="zh-CN" altLang="en-US" sz="1400" b="1">
                    <a:solidFill>
                      <a:schemeClr val="accent6">
                        <a:lumMod val="50000"/>
                      </a:schemeClr>
                    </a:solidFill>
                    <a:latin typeface="Arial" panose="020B0604020202020204" pitchFamily="34" charset="0"/>
                    <a:ea typeface="宋体" panose="02010600030101010101" pitchFamily="2" charset="-122"/>
                    <a:cs typeface="Arial" panose="020B0604020202020204" pitchFamily="34" charset="0"/>
                  </a:rPr>
                  <a:t>是数集运算不具备的性质，需特别留意吸收律的使用</a:t>
                </a:r>
              </a:p>
              <a:p>
                <a:pPr marL="285750" indent="-285750">
                  <a:lnSpc>
                    <a:spcPts val="2000"/>
                  </a:lnSpc>
                  <a:spcBef>
                    <a:spcPts val="600"/>
                  </a:spcBef>
                  <a:buFont typeface="Arial" panose="020B0604020202020204" pitchFamily="34" charset="0"/>
                  <a:buChar char="•"/>
                </a:pPr>
                <a:r>
                  <a:rPr lang="zh-CN" altLang="en-US" sz="1400" b="1">
                    <a:solidFill>
                      <a:schemeClr val="accent6">
                        <a:lumMod val="50000"/>
                      </a:schemeClr>
                    </a:solidFill>
                    <a:latin typeface="宋体" panose="02010600030101010101" pitchFamily="2" charset="-122"/>
                    <a:ea typeface="宋体" panose="02010600030101010101" pitchFamily="2" charset="-122"/>
                  </a:rPr>
                  <a:t>有些学生在碰到</a:t>
                </a:r>
                <a14:m>
                  <m:oMath xmlns:m="http://schemas.openxmlformats.org/officeDocument/2006/math">
                    <m:r>
                      <a:rPr lang="en-US" altLang="zh-CN" sz="1400" b="1" i="1" smtClean="0">
                        <a:solidFill>
                          <a:schemeClr val="accent6">
                            <a:lumMod val="50000"/>
                          </a:schemeClr>
                        </a:solidFill>
                        <a:latin typeface="Cambria Math" panose="02040503050406030204" pitchFamily="18" charset="0"/>
                      </a:rPr>
                      <m:t>𝑨</m:t>
                    </m:r>
                    <m:r>
                      <a:rPr lang="en-US" altLang="zh-CN" sz="1400" b="1" i="1" smtClean="0">
                        <a:solidFill>
                          <a:schemeClr val="accent6">
                            <a:lumMod val="50000"/>
                          </a:schemeClr>
                        </a:solidFill>
                        <a:latin typeface="Cambria Math" panose="02040503050406030204" pitchFamily="18" charset="0"/>
                      </a:rPr>
                      <m:t>∧</m:t>
                    </m:r>
                    <m:d>
                      <m:dPr>
                        <m:ctrlPr>
                          <a:rPr lang="en-US" altLang="zh-CN" sz="1400" b="1" i="1" smtClean="0">
                            <a:solidFill>
                              <a:schemeClr val="accent6">
                                <a:lumMod val="50000"/>
                              </a:schemeClr>
                            </a:solidFill>
                            <a:latin typeface="Cambria Math" panose="02040503050406030204" pitchFamily="18" charset="0"/>
                          </a:rPr>
                        </m:ctrlPr>
                      </m:dPr>
                      <m:e>
                        <m:r>
                          <a:rPr lang="en-US" altLang="zh-CN" sz="1400" b="1" i="1" smtClean="0">
                            <a:solidFill>
                              <a:schemeClr val="accent6">
                                <a:lumMod val="50000"/>
                              </a:schemeClr>
                            </a:solidFill>
                            <a:latin typeface="Cambria Math" panose="02040503050406030204" pitchFamily="18" charset="0"/>
                          </a:rPr>
                          <m:t>𝑨</m:t>
                        </m:r>
                        <m:r>
                          <a:rPr lang="en-US" altLang="zh-CN" sz="1400" b="1" i="1" smtClean="0">
                            <a:solidFill>
                              <a:schemeClr val="accent6">
                                <a:lumMod val="50000"/>
                              </a:schemeClr>
                            </a:solidFill>
                            <a:latin typeface="Cambria Math" panose="02040503050406030204" pitchFamily="18" charset="0"/>
                          </a:rPr>
                          <m:t>∨</m:t>
                        </m:r>
                        <m:r>
                          <a:rPr lang="en-US" altLang="zh-CN" sz="1400" b="1" i="1" smtClean="0">
                            <a:solidFill>
                              <a:schemeClr val="accent6">
                                <a:lumMod val="50000"/>
                              </a:schemeClr>
                            </a:solidFill>
                            <a:latin typeface="Cambria Math" panose="02040503050406030204" pitchFamily="18" charset="0"/>
                          </a:rPr>
                          <m:t>𝑩</m:t>
                        </m:r>
                      </m:e>
                    </m:d>
                  </m:oMath>
                </a14:m>
                <a:r>
                  <a:rPr lang="zh-CN" altLang="en-US" sz="1400" b="1">
                    <a:solidFill>
                      <a:schemeClr val="accent6">
                        <a:lumMod val="50000"/>
                      </a:schemeClr>
                    </a:solidFill>
                    <a:latin typeface="宋体" panose="02010600030101010101" pitchFamily="2" charset="-122"/>
                    <a:ea typeface="宋体" panose="02010600030101010101" pitchFamily="2" charset="-122"/>
                  </a:rPr>
                  <a:t>这种形式的公式时更容易想到分配律而不是吸收律</a:t>
                </a:r>
                <a:endParaRPr lang="en-US" altLang="zh-CN" sz="1400" b="1">
                  <a:solidFill>
                    <a:schemeClr val="accent6">
                      <a:lumMod val="50000"/>
                    </a:schemeClr>
                  </a:solidFill>
                  <a:latin typeface="宋体" panose="02010600030101010101" pitchFamily="2" charset="-122"/>
                  <a:ea typeface="宋体" panose="02010600030101010101" pitchFamily="2" charset="-122"/>
                </a:endParaRPr>
              </a:p>
              <a:p>
                <a:pPr marL="285750" indent="-285750">
                  <a:lnSpc>
                    <a:spcPts val="2000"/>
                  </a:lnSpc>
                  <a:spcBef>
                    <a:spcPts val="600"/>
                  </a:spcBef>
                  <a:buFont typeface="Arial" panose="020B0604020202020204" pitchFamily="34" charset="0"/>
                  <a:buChar char="•"/>
                </a:pPr>
                <a:r>
                  <a:rPr lang="zh-CN" altLang="en-US" sz="1400" b="1">
                    <a:solidFill>
                      <a:schemeClr val="accent2">
                        <a:lumMod val="50000"/>
                      </a:schemeClr>
                    </a:solidFill>
                    <a:latin typeface="黑体" panose="02010609060101010101" pitchFamily="49" charset="-122"/>
                    <a:ea typeface="黑体" panose="02010609060101010101" pitchFamily="49" charset="-122"/>
                    <a:cs typeface="Arial" panose="020B0604020202020204" pitchFamily="34" charset="0"/>
                  </a:rPr>
                  <a:t>蕴涵等值式</a:t>
                </a:r>
                <a:r>
                  <a:rPr lang="zh-CN" altLang="en-US" sz="1400" b="1">
                    <a:solidFill>
                      <a:schemeClr val="accent6">
                        <a:lumMod val="50000"/>
                      </a:schemeClr>
                    </a:solidFill>
                    <a:latin typeface="宋体" panose="02010600030101010101" pitchFamily="2" charset="-122"/>
                    <a:ea typeface="宋体" panose="02010600030101010101" pitchFamily="2" charset="-122"/>
                  </a:rPr>
                  <a:t>和</a:t>
                </a:r>
                <a:r>
                  <a:rPr lang="zh-CN" altLang="en-US" sz="1400" b="1">
                    <a:solidFill>
                      <a:schemeClr val="accent2">
                        <a:lumMod val="50000"/>
                      </a:schemeClr>
                    </a:solidFill>
                    <a:latin typeface="黑体" panose="02010609060101010101" pitchFamily="49" charset="-122"/>
                    <a:ea typeface="黑体" panose="02010609060101010101" pitchFamily="49" charset="-122"/>
                    <a:cs typeface="Arial" panose="020B0604020202020204" pitchFamily="34" charset="0"/>
                  </a:rPr>
                  <a:t>双蕴涵等值式</a:t>
                </a:r>
                <a:r>
                  <a:rPr lang="zh-CN" altLang="en-US" sz="1400" b="1">
                    <a:solidFill>
                      <a:schemeClr val="accent6">
                        <a:lumMod val="50000"/>
                      </a:schemeClr>
                    </a:solidFill>
                    <a:latin typeface="宋体" panose="02010600030101010101" pitchFamily="2" charset="-122"/>
                    <a:ea typeface="宋体" panose="02010600030101010101" pitchFamily="2" charset="-122"/>
                  </a:rPr>
                  <a:t>将含有蕴涵和双蕴涵的公式变为只含与、或、非的公式</a:t>
                </a:r>
              </a:p>
            </p:txBody>
          </p:sp>
        </mc:Choice>
        <mc:Fallback xmlns="">
          <p:sp>
            <p:nvSpPr>
              <p:cNvPr id="6" name="文本框 5">
                <a:extLst>
                  <a:ext uri="{FF2B5EF4-FFF2-40B4-BE49-F238E27FC236}">
                    <a16:creationId xmlns:a16="http://schemas.microsoft.com/office/drawing/2014/main" id="{B8F901AA-6DF6-42C5-9D6A-E9E4A1702E18}"/>
                  </a:ext>
                </a:extLst>
              </p:cNvPr>
              <p:cNvSpPr txBox="1">
                <a:spLocks noRot="1" noChangeAspect="1" noMove="1" noResize="1" noEditPoints="1" noAdjustHandles="1" noChangeArrowheads="1" noChangeShapeType="1" noTextEdit="1"/>
              </p:cNvSpPr>
              <p:nvPr/>
            </p:nvSpPr>
            <p:spPr>
              <a:xfrm>
                <a:off x="7880942" y="2813745"/>
                <a:ext cx="3669063" cy="3521029"/>
              </a:xfrm>
              <a:prstGeom prst="rect">
                <a:avLst/>
              </a:prstGeom>
              <a:blipFill>
                <a:blip r:embed="rId4"/>
                <a:stretch>
                  <a:fillRect l="-997" t="-1040" r="-2326" b="-867"/>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19695090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命题逻辑的等值演算</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第四讲</a:t>
            </a:r>
            <a:r>
              <a:rPr lang="en-US" altLang="zh-CN">
                <a:latin typeface="楷体" panose="02010609060101010101" pitchFamily="49" charset="-122"/>
                <a:ea typeface="楷体" panose="02010609060101010101" pitchFamily="49" charset="-122"/>
              </a:rPr>
              <a:t>	</a:t>
            </a:r>
            <a:r>
              <a:rPr lang="zh-CN" altLang="en-US">
                <a:latin typeface="楷体" panose="02010609060101010101" pitchFamily="49" charset="-122"/>
                <a:ea typeface="楷体" panose="02010609060101010101" pitchFamily="49" charset="-122"/>
              </a:rPr>
              <a:t>命题逻辑的等值演算</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6</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13</a:t>
            </a:fld>
            <a:r>
              <a:rPr lang="en-US" altLang="zh-CN" dirty="0">
                <a:latin typeface="Arial" panose="020B0604020202020204" pitchFamily="34" charset="0"/>
                <a:ea typeface="楷体" panose="02010609060101010101" pitchFamily="49" charset="-122"/>
                <a:cs typeface="Arial" panose="020B0604020202020204" pitchFamily="34" charset="0"/>
              </a:rPr>
              <a:t>/26</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等值置换</a:t>
            </a:r>
          </a:p>
        </p:txBody>
      </p:sp>
      <p:sp>
        <p:nvSpPr>
          <p:cNvPr id="11" name="矩形: 圆角 10">
            <a:extLst>
              <a:ext uri="{FF2B5EF4-FFF2-40B4-BE49-F238E27FC236}">
                <a16:creationId xmlns:a16="http://schemas.microsoft.com/office/drawing/2014/main" id="{971913F5-4B5E-4759-BFE9-EB3AF91D6614}"/>
              </a:ext>
            </a:extLst>
          </p:cNvPr>
          <p:cNvSpPr/>
          <p:nvPr/>
        </p:nvSpPr>
        <p:spPr>
          <a:xfrm>
            <a:off x="505903" y="1147471"/>
            <a:ext cx="4053016" cy="459280"/>
          </a:xfrm>
          <a:prstGeom prst="roundRect">
            <a:avLst/>
          </a:prstGeom>
          <a:solidFill>
            <a:schemeClr val="accent4">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400" b="1">
                <a:solidFill>
                  <a:schemeClr val="accent2">
                    <a:lumMod val="50000"/>
                  </a:schemeClr>
                </a:solidFill>
              </a:rPr>
              <a:t>什么是命题逻辑的等值演算？</a:t>
            </a:r>
            <a:endParaRPr lang="zh-CN" altLang="en-US" sz="2400" b="1" dirty="0">
              <a:solidFill>
                <a:schemeClr val="accent2">
                  <a:lumMod val="50000"/>
                </a:schemeClr>
              </a:solidFill>
            </a:endParaRPr>
          </a:p>
        </p:txBody>
      </p:sp>
      <p:sp>
        <p:nvSpPr>
          <p:cNvPr id="12" name="文本框 11">
            <a:extLst>
              <a:ext uri="{FF2B5EF4-FFF2-40B4-BE49-F238E27FC236}">
                <a16:creationId xmlns:a16="http://schemas.microsoft.com/office/drawing/2014/main" id="{32D5BB37-5063-441B-961D-E1CD2CDD068B}"/>
              </a:ext>
            </a:extLst>
          </p:cNvPr>
          <p:cNvSpPr txBox="1"/>
          <p:nvPr/>
        </p:nvSpPr>
        <p:spPr>
          <a:xfrm>
            <a:off x="1273701" y="1814579"/>
            <a:ext cx="9644595" cy="907300"/>
          </a:xfrm>
          <a:prstGeom prst="rect">
            <a:avLst/>
          </a:prstGeom>
          <a:solidFill>
            <a:srgbClr val="F9E5E5"/>
          </a:solidFill>
        </p:spPr>
        <p:txBody>
          <a:bodyPr wrap="square" rtlCol="0">
            <a:spAutoFit/>
          </a:bodyPr>
          <a:lstStyle/>
          <a:p>
            <a:pPr>
              <a:lnSpc>
                <a:spcPts val="3400"/>
              </a:lnSpc>
            </a:pPr>
            <a:r>
              <a:rPr lang="zh-CN" altLang="en-US" sz="2400" b="1">
                <a:solidFill>
                  <a:srgbClr val="002060"/>
                </a:solidFill>
                <a:latin typeface="楷体" panose="02010609060101010101" pitchFamily="49" charset="-122"/>
                <a:ea typeface="楷体" panose="02010609060101010101" pitchFamily="49" charset="-122"/>
              </a:rPr>
              <a:t>根据</a:t>
            </a:r>
            <a:r>
              <a:rPr lang="zh-CN" altLang="en-US" sz="2400" b="1">
                <a:solidFill>
                  <a:srgbClr val="C00000"/>
                </a:solidFill>
                <a:latin typeface="黑体" panose="02010609060101010101" pitchFamily="49" charset="-122"/>
                <a:ea typeface="黑体" panose="02010609060101010101" pitchFamily="49" charset="-122"/>
              </a:rPr>
              <a:t>基本逻辑等值式模式</a:t>
            </a:r>
            <a:r>
              <a:rPr lang="zh-CN" altLang="en-US" sz="2400" b="1">
                <a:solidFill>
                  <a:srgbClr val="002060"/>
                </a:solidFill>
                <a:latin typeface="楷体" panose="02010609060101010101" pitchFamily="49" charset="-122"/>
                <a:ea typeface="楷体" panose="02010609060101010101" pitchFamily="49" charset="-122"/>
              </a:rPr>
              <a:t>，从基本逻辑等值式出发，通过</a:t>
            </a:r>
            <a:r>
              <a:rPr lang="zh-CN" altLang="en-US" sz="2400" b="1">
                <a:solidFill>
                  <a:srgbClr val="C00000"/>
                </a:solidFill>
                <a:latin typeface="黑体" panose="02010609060101010101" pitchFamily="49" charset="-122"/>
                <a:ea typeface="黑体" panose="02010609060101010101" pitchFamily="49" charset="-122"/>
              </a:rPr>
              <a:t>等值子公式置换</a:t>
            </a:r>
            <a:r>
              <a:rPr lang="zh-CN" altLang="en-US" sz="2400" b="1">
                <a:solidFill>
                  <a:srgbClr val="002060"/>
                </a:solidFill>
                <a:latin typeface="楷体" panose="02010609060101010101" pitchFamily="49" charset="-122"/>
                <a:ea typeface="楷体" panose="02010609060101010101" pitchFamily="49" charset="-122"/>
              </a:rPr>
              <a:t>的方式对公式进行演算变形，从而验证两个公式逻辑等值的过程</a:t>
            </a:r>
            <a:endParaRPr lang="zh-CN" altLang="en-US" b="1">
              <a:solidFill>
                <a:schemeClr val="accent6">
                  <a:lumMod val="50000"/>
                </a:schemeClr>
              </a:solidFill>
              <a:latin typeface="宋体" panose="02010600030101010101" pitchFamily="2" charset="-122"/>
              <a:ea typeface="宋体" panose="02010600030101010101" pitchFamily="2" charset="-122"/>
            </a:endParaRPr>
          </a:p>
        </p:txBody>
      </p:sp>
      <p:sp>
        <p:nvSpPr>
          <p:cNvPr id="29" name="矩形: 圆角 28">
            <a:extLst>
              <a:ext uri="{FF2B5EF4-FFF2-40B4-BE49-F238E27FC236}">
                <a16:creationId xmlns:a16="http://schemas.microsoft.com/office/drawing/2014/main" id="{50AF504B-EABC-4B16-8C0E-04654F949299}"/>
              </a:ext>
            </a:extLst>
          </p:cNvPr>
          <p:cNvSpPr/>
          <p:nvPr/>
        </p:nvSpPr>
        <p:spPr>
          <a:xfrm>
            <a:off x="505903" y="3147527"/>
            <a:ext cx="3474039" cy="459280"/>
          </a:xfrm>
          <a:prstGeom prst="roundRect">
            <a:avLst/>
          </a:prstGeom>
          <a:solidFill>
            <a:schemeClr val="accent4">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400" b="1">
                <a:solidFill>
                  <a:schemeClr val="accent2">
                    <a:lumMod val="50000"/>
                  </a:schemeClr>
                </a:solidFill>
              </a:rPr>
              <a:t>什么是等值子公式置换？</a:t>
            </a:r>
            <a:endParaRPr lang="zh-CN" altLang="en-US" sz="2400" b="1" dirty="0">
              <a:solidFill>
                <a:schemeClr val="accent2">
                  <a:lumMod val="50000"/>
                </a:schemeClr>
              </a:solidFill>
            </a:endParaRPr>
          </a:p>
        </p:txBody>
      </p:sp>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5E8864D7-2B80-47A7-8648-06C9AE22FCEE}"/>
                  </a:ext>
                </a:extLst>
              </p:cNvPr>
              <p:cNvSpPr txBox="1"/>
              <p:nvPr/>
            </p:nvSpPr>
            <p:spPr>
              <a:xfrm>
                <a:off x="505903" y="3921321"/>
                <a:ext cx="5237055" cy="2154821"/>
              </a:xfrm>
              <a:prstGeom prst="rect">
                <a:avLst/>
              </a:prstGeom>
              <a:solidFill>
                <a:schemeClr val="accent5">
                  <a:lumMod val="20000"/>
                  <a:lumOff val="80000"/>
                </a:schemeClr>
              </a:solidFill>
            </p:spPr>
            <p:txBody>
              <a:bodyPr wrap="square" rtlCol="0">
                <a:spAutoFit/>
              </a:bodyPr>
              <a:lstStyle/>
              <a:p>
                <a:pPr algn="ctr">
                  <a:spcBef>
                    <a:spcPts val="600"/>
                  </a:spcBef>
                  <a:spcAft>
                    <a:spcPts val="600"/>
                  </a:spcAft>
                </a:pPr>
                <a:r>
                  <a:rPr lang="zh-CN" altLang="en-US" sz="2000" b="1">
                    <a:solidFill>
                      <a:srgbClr val="C00000"/>
                    </a:solidFill>
                    <a:latin typeface="黑体" panose="02010609060101010101" pitchFamily="49" charset="-122"/>
                    <a:ea typeface="黑体" panose="02010609060101010101" pitchFamily="49" charset="-122"/>
                  </a:rPr>
                  <a:t>等值置换定理</a:t>
                </a:r>
                <a:endParaRPr lang="en-US" altLang="zh-CN" sz="2000" b="1">
                  <a:solidFill>
                    <a:srgbClr val="C00000"/>
                  </a:solidFill>
                  <a:latin typeface="黑体" panose="02010609060101010101" pitchFamily="49" charset="-122"/>
                  <a:ea typeface="黑体" panose="02010609060101010101" pitchFamily="49" charset="-122"/>
                </a:endParaRPr>
              </a:p>
              <a:p>
                <a:pPr>
                  <a:lnSpc>
                    <a:spcPts val="3000"/>
                  </a:lnSpc>
                  <a:spcBef>
                    <a:spcPts val="600"/>
                  </a:spcBef>
                  <a:spcAft>
                    <a:spcPts val="600"/>
                  </a:spcAft>
                </a:pPr>
                <a:r>
                  <a:rPr lang="zh-CN" altLang="en-US" sz="2000" b="1">
                    <a:solidFill>
                      <a:srgbClr val="002060"/>
                    </a:solidFill>
                    <a:latin typeface="+mn-ea"/>
                  </a:rPr>
                  <a:t>设命题逻辑公式</a:t>
                </a:r>
                <a14:m>
                  <m:oMath xmlns:m="http://schemas.openxmlformats.org/officeDocument/2006/math">
                    <m:r>
                      <a:rPr lang="en-US" altLang="zh-CN" sz="2000" b="1" i="1" smtClean="0">
                        <a:solidFill>
                          <a:srgbClr val="002060"/>
                        </a:solidFill>
                        <a:latin typeface="Cambria Math" panose="02040503050406030204" pitchFamily="18" charset="0"/>
                      </a:rPr>
                      <m:t>𝑩</m:t>
                    </m:r>
                  </m:oMath>
                </a14:m>
                <a:r>
                  <a:rPr lang="zh-CN" altLang="en-US" sz="2000" b="1">
                    <a:solidFill>
                      <a:srgbClr val="002060"/>
                    </a:solidFill>
                    <a:latin typeface="+mn-ea"/>
                  </a:rPr>
                  <a:t>是公式</a:t>
                </a:r>
                <a14:m>
                  <m:oMath xmlns:m="http://schemas.openxmlformats.org/officeDocument/2006/math">
                    <m:r>
                      <a:rPr lang="en-US" altLang="zh-CN" sz="2000" b="1" i="1" smtClean="0">
                        <a:solidFill>
                          <a:srgbClr val="002060"/>
                        </a:solidFill>
                        <a:latin typeface="Cambria Math" panose="02040503050406030204" pitchFamily="18" charset="0"/>
                      </a:rPr>
                      <m:t>𝑨</m:t>
                    </m:r>
                  </m:oMath>
                </a14:m>
                <a:r>
                  <a:rPr lang="zh-CN" altLang="en-US" sz="2000" b="1">
                    <a:solidFill>
                      <a:srgbClr val="002060"/>
                    </a:solidFill>
                    <a:latin typeface="+mn-ea"/>
                  </a:rPr>
                  <a:t>的子公式，且公式</a:t>
                </a:r>
                <a14:m>
                  <m:oMath xmlns:m="http://schemas.openxmlformats.org/officeDocument/2006/math">
                    <m:r>
                      <a:rPr lang="en-US" altLang="zh-CN" sz="2000" b="1" i="1" smtClean="0">
                        <a:solidFill>
                          <a:srgbClr val="002060"/>
                        </a:solidFill>
                        <a:latin typeface="Cambria Math" panose="02040503050406030204" pitchFamily="18" charset="0"/>
                      </a:rPr>
                      <m:t>𝑩</m:t>
                    </m:r>
                  </m:oMath>
                </a14:m>
                <a:r>
                  <a:rPr lang="zh-CN" altLang="en-US" sz="2000" b="1">
                    <a:solidFill>
                      <a:srgbClr val="002060"/>
                    </a:solidFill>
                    <a:latin typeface="+mn-ea"/>
                  </a:rPr>
                  <a:t>与公式</a:t>
                </a:r>
                <a14:m>
                  <m:oMath xmlns:m="http://schemas.openxmlformats.org/officeDocument/2006/math">
                    <m:r>
                      <a:rPr lang="en-US" altLang="zh-CN" sz="2000" b="1" i="1" smtClean="0">
                        <a:solidFill>
                          <a:srgbClr val="002060"/>
                        </a:solidFill>
                        <a:latin typeface="Cambria Math" panose="02040503050406030204" pitchFamily="18" charset="0"/>
                      </a:rPr>
                      <m:t>𝑩</m:t>
                    </m:r>
                    <m:r>
                      <a:rPr lang="en-US" altLang="zh-CN" sz="2000" b="1" i="1" smtClean="0">
                        <a:solidFill>
                          <a:srgbClr val="002060"/>
                        </a:solidFill>
                        <a:latin typeface="Cambria Math" panose="02040503050406030204" pitchFamily="18" charset="0"/>
                      </a:rPr>
                      <m:t>′</m:t>
                    </m:r>
                  </m:oMath>
                </a14:m>
                <a:r>
                  <a:rPr lang="zh-CN" altLang="en-US" sz="2000" b="1">
                    <a:solidFill>
                      <a:srgbClr val="002060"/>
                    </a:solidFill>
                    <a:latin typeface="+mn-ea"/>
                  </a:rPr>
                  <a:t>逻辑等值</a:t>
                </a:r>
              </a:p>
              <a:p>
                <a:pPr marL="342900" indent="-342900">
                  <a:lnSpc>
                    <a:spcPts val="2800"/>
                  </a:lnSpc>
                  <a:spcBef>
                    <a:spcPts val="600"/>
                  </a:spcBef>
                  <a:spcAft>
                    <a:spcPts val="600"/>
                  </a:spcAft>
                  <a:buFont typeface="Arial" panose="020B0604020202020204" pitchFamily="34" charset="0"/>
                  <a:buChar char="•"/>
                </a:pPr>
                <a:r>
                  <a:rPr lang="zh-CN" altLang="en-US" b="1">
                    <a:solidFill>
                      <a:srgbClr val="C00000"/>
                    </a:solidFill>
                    <a:latin typeface="楷体" panose="02010609060101010101" pitchFamily="49" charset="-122"/>
                    <a:ea typeface="楷体" panose="02010609060101010101" pitchFamily="49" charset="-122"/>
                  </a:rPr>
                  <a:t>若使用</a:t>
                </a:r>
                <a14:m>
                  <m:oMath xmlns:m="http://schemas.openxmlformats.org/officeDocument/2006/math">
                    <m:r>
                      <a:rPr lang="en-US" altLang="zh-CN" b="1" i="1" smtClean="0">
                        <a:solidFill>
                          <a:srgbClr val="C00000"/>
                        </a:solidFill>
                        <a:latin typeface="Cambria Math" panose="02040503050406030204" pitchFamily="18" charset="0"/>
                        <a:ea typeface="楷体" panose="02010609060101010101" pitchFamily="49" charset="-122"/>
                      </a:rPr>
                      <m:t>𝑩</m:t>
                    </m:r>
                    <m:r>
                      <a:rPr lang="en-US" altLang="zh-CN" b="1" i="1" smtClean="0">
                        <a:solidFill>
                          <a:srgbClr val="C00000"/>
                        </a:solidFill>
                        <a:latin typeface="Cambria Math" panose="02040503050406030204" pitchFamily="18" charset="0"/>
                        <a:ea typeface="楷体" panose="02010609060101010101" pitchFamily="49" charset="-122"/>
                      </a:rPr>
                      <m:t>′</m:t>
                    </m:r>
                  </m:oMath>
                </a14:m>
                <a:r>
                  <a:rPr lang="zh-CN" altLang="en-US" b="1">
                    <a:solidFill>
                      <a:srgbClr val="C00000"/>
                    </a:solidFill>
                    <a:latin typeface="楷体" panose="02010609060101010101" pitchFamily="49" charset="-122"/>
                    <a:ea typeface="楷体" panose="02010609060101010101" pitchFamily="49" charset="-122"/>
                  </a:rPr>
                  <a:t>置换</a:t>
                </a:r>
                <a:r>
                  <a:rPr lang="en-US" altLang="zh-CN" b="1">
                    <a:solidFill>
                      <a:srgbClr val="C00000"/>
                    </a:solidFill>
                    <a:latin typeface="楷体" panose="02010609060101010101" pitchFamily="49" charset="-122"/>
                    <a:ea typeface="楷体" panose="02010609060101010101" pitchFamily="49" charset="-122"/>
                  </a:rPr>
                  <a:t>(replace)</a:t>
                </a:r>
                <a:r>
                  <a:rPr lang="zh-CN" altLang="en-US" b="1">
                    <a:solidFill>
                      <a:srgbClr val="C00000"/>
                    </a:solidFill>
                    <a:latin typeface="楷体" panose="02010609060101010101" pitchFamily="49" charset="-122"/>
                    <a:ea typeface="楷体" panose="02010609060101010101" pitchFamily="49" charset="-122"/>
                  </a:rPr>
                  <a:t>公式</a:t>
                </a:r>
                <a14:m>
                  <m:oMath xmlns:m="http://schemas.openxmlformats.org/officeDocument/2006/math">
                    <m:r>
                      <a:rPr lang="en-US" altLang="zh-CN" b="1" i="1" smtClean="0">
                        <a:solidFill>
                          <a:srgbClr val="C00000"/>
                        </a:solidFill>
                        <a:latin typeface="Cambria Math" panose="02040503050406030204" pitchFamily="18" charset="0"/>
                        <a:ea typeface="楷体" panose="02010609060101010101" pitchFamily="49" charset="-122"/>
                      </a:rPr>
                      <m:t>𝑨</m:t>
                    </m:r>
                  </m:oMath>
                </a14:m>
                <a:r>
                  <a:rPr lang="zh-CN" altLang="en-US" b="1">
                    <a:solidFill>
                      <a:srgbClr val="C00000"/>
                    </a:solidFill>
                    <a:latin typeface="楷体" panose="02010609060101010101" pitchFamily="49" charset="-122"/>
                    <a:ea typeface="楷体" panose="02010609060101010101" pitchFamily="49" charset="-122"/>
                  </a:rPr>
                  <a:t>的一处或多处子公式</a:t>
                </a:r>
                <a14:m>
                  <m:oMath xmlns:m="http://schemas.openxmlformats.org/officeDocument/2006/math">
                    <m:r>
                      <a:rPr lang="en-US" altLang="zh-CN" b="1" i="1" smtClean="0">
                        <a:solidFill>
                          <a:srgbClr val="C00000"/>
                        </a:solidFill>
                        <a:latin typeface="Cambria Math" panose="02040503050406030204" pitchFamily="18" charset="0"/>
                        <a:ea typeface="楷体" panose="02010609060101010101" pitchFamily="49" charset="-122"/>
                      </a:rPr>
                      <m:t>𝑩</m:t>
                    </m:r>
                  </m:oMath>
                </a14:m>
                <a:r>
                  <a:rPr lang="zh-CN" altLang="en-US" b="1">
                    <a:solidFill>
                      <a:srgbClr val="C00000"/>
                    </a:solidFill>
                    <a:latin typeface="楷体" panose="02010609060101010101" pitchFamily="49" charset="-122"/>
                    <a:ea typeface="楷体" panose="02010609060101010101" pitchFamily="49" charset="-122"/>
                  </a:rPr>
                  <a:t>得到的公式是</a:t>
                </a:r>
                <a14:m>
                  <m:oMath xmlns:m="http://schemas.openxmlformats.org/officeDocument/2006/math">
                    <m:r>
                      <a:rPr lang="en-US" altLang="zh-CN" b="1" i="1" smtClean="0">
                        <a:solidFill>
                          <a:srgbClr val="C00000"/>
                        </a:solidFill>
                        <a:latin typeface="Cambria Math" panose="02040503050406030204" pitchFamily="18" charset="0"/>
                        <a:ea typeface="楷体" panose="02010609060101010101" pitchFamily="49" charset="-122"/>
                      </a:rPr>
                      <m:t>𝑨</m:t>
                    </m:r>
                    <m:r>
                      <a:rPr lang="en-US" altLang="zh-CN" b="1" i="1" smtClean="0">
                        <a:solidFill>
                          <a:srgbClr val="C00000"/>
                        </a:solidFill>
                        <a:latin typeface="Cambria Math" panose="02040503050406030204" pitchFamily="18" charset="0"/>
                        <a:ea typeface="楷体" panose="02010609060101010101" pitchFamily="49" charset="-122"/>
                      </a:rPr>
                      <m:t>′</m:t>
                    </m:r>
                  </m:oMath>
                </a14:m>
                <a:r>
                  <a:rPr lang="zh-CN" altLang="en-US" b="1">
                    <a:solidFill>
                      <a:srgbClr val="C00000"/>
                    </a:solidFill>
                    <a:latin typeface="楷体" panose="02010609060101010101" pitchFamily="49" charset="-122"/>
                    <a:ea typeface="楷体" panose="02010609060101010101" pitchFamily="49" charset="-122"/>
                  </a:rPr>
                  <a:t>，则</a:t>
                </a:r>
                <a14:m>
                  <m:oMath xmlns:m="http://schemas.openxmlformats.org/officeDocument/2006/math">
                    <m:r>
                      <a:rPr lang="en-US" altLang="zh-CN" b="1" i="1" smtClean="0">
                        <a:solidFill>
                          <a:srgbClr val="C00000"/>
                        </a:solidFill>
                        <a:latin typeface="Cambria Math" panose="02040503050406030204" pitchFamily="18" charset="0"/>
                        <a:ea typeface="楷体" panose="02010609060101010101" pitchFamily="49" charset="-122"/>
                      </a:rPr>
                      <m:t>𝑨</m:t>
                    </m:r>
                    <m:r>
                      <a:rPr lang="en-US" altLang="zh-CN" b="1" i="1" smtClean="0">
                        <a:solidFill>
                          <a:srgbClr val="C00000"/>
                        </a:solidFill>
                        <a:latin typeface="Cambria Math" panose="02040503050406030204" pitchFamily="18" charset="0"/>
                        <a:ea typeface="楷体" panose="02010609060101010101" pitchFamily="49" charset="-122"/>
                      </a:rPr>
                      <m:t>′</m:t>
                    </m:r>
                  </m:oMath>
                </a14:m>
                <a:r>
                  <a:rPr lang="zh-CN" altLang="en-US" b="1">
                    <a:solidFill>
                      <a:srgbClr val="C00000"/>
                    </a:solidFill>
                    <a:latin typeface="楷体" panose="02010609060101010101" pitchFamily="49" charset="-122"/>
                    <a:ea typeface="楷体" panose="02010609060101010101" pitchFamily="49" charset="-122"/>
                  </a:rPr>
                  <a:t>与</a:t>
                </a:r>
                <a14:m>
                  <m:oMath xmlns:m="http://schemas.openxmlformats.org/officeDocument/2006/math">
                    <m:r>
                      <a:rPr lang="en-US" altLang="zh-CN" b="1" i="1" smtClean="0">
                        <a:solidFill>
                          <a:srgbClr val="C00000"/>
                        </a:solidFill>
                        <a:latin typeface="Cambria Math" panose="02040503050406030204" pitchFamily="18" charset="0"/>
                        <a:ea typeface="楷体" panose="02010609060101010101" pitchFamily="49" charset="-122"/>
                      </a:rPr>
                      <m:t>𝑨</m:t>
                    </m:r>
                  </m:oMath>
                </a14:m>
                <a:r>
                  <a:rPr lang="zh-CN" altLang="en-US" b="1">
                    <a:solidFill>
                      <a:srgbClr val="C00000"/>
                    </a:solidFill>
                    <a:latin typeface="楷体" panose="02010609060101010101" pitchFamily="49" charset="-122"/>
                    <a:ea typeface="楷体" panose="02010609060101010101" pitchFamily="49" charset="-122"/>
                  </a:rPr>
                  <a:t>也逻辑等值</a:t>
                </a:r>
              </a:p>
            </p:txBody>
          </p:sp>
        </mc:Choice>
        <mc:Fallback xmlns="">
          <p:sp>
            <p:nvSpPr>
              <p:cNvPr id="2" name="文本框 1">
                <a:extLst>
                  <a:ext uri="{FF2B5EF4-FFF2-40B4-BE49-F238E27FC236}">
                    <a16:creationId xmlns:a16="http://schemas.microsoft.com/office/drawing/2014/main" id="{5E8864D7-2B80-47A7-8648-06C9AE22FCEE}"/>
                  </a:ext>
                </a:extLst>
              </p:cNvPr>
              <p:cNvSpPr txBox="1">
                <a:spLocks noRot="1" noChangeAspect="1" noMove="1" noResize="1" noEditPoints="1" noAdjustHandles="1" noChangeArrowheads="1" noChangeShapeType="1" noTextEdit="1"/>
              </p:cNvSpPr>
              <p:nvPr/>
            </p:nvSpPr>
            <p:spPr>
              <a:xfrm>
                <a:off x="505903" y="3921321"/>
                <a:ext cx="5237055" cy="2154821"/>
              </a:xfrm>
              <a:prstGeom prst="rect">
                <a:avLst/>
              </a:prstGeom>
              <a:blipFill>
                <a:blip r:embed="rId2"/>
                <a:stretch>
                  <a:fillRect l="-1281" t="-1412" b="-2825"/>
                </a:stretch>
              </a:blipFill>
            </p:spPr>
            <p:txBody>
              <a:bodyPr/>
              <a:lstStyle/>
              <a:p>
                <a:r>
                  <a:rPr lang="zh-CN" altLang="en-US">
                    <a:noFill/>
                  </a:rPr>
                  <a:t> </a:t>
                </a:r>
              </a:p>
            </p:txBody>
          </p:sp>
        </mc:Fallback>
      </mc:AlternateContent>
      <p:grpSp>
        <p:nvGrpSpPr>
          <p:cNvPr id="51" name="组合 50">
            <a:extLst>
              <a:ext uri="{FF2B5EF4-FFF2-40B4-BE49-F238E27FC236}">
                <a16:creationId xmlns:a16="http://schemas.microsoft.com/office/drawing/2014/main" id="{41043AF7-CBDA-4CA5-8EE3-60797518EFC1}"/>
              </a:ext>
            </a:extLst>
          </p:cNvPr>
          <p:cNvGrpSpPr/>
          <p:nvPr/>
        </p:nvGrpSpPr>
        <p:grpSpPr>
          <a:xfrm>
            <a:off x="5328518" y="2946416"/>
            <a:ext cx="6477094" cy="774315"/>
            <a:chOff x="5341675" y="3101541"/>
            <a:chExt cx="6477094" cy="774315"/>
          </a:xfrm>
        </p:grpSpPr>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2D084E7F-2D37-4099-840E-0EC79654D22E}"/>
                    </a:ext>
                  </a:extLst>
                </p:cNvPr>
                <p:cNvSpPr txBox="1"/>
                <p:nvPr/>
              </p:nvSpPr>
              <p:spPr>
                <a:xfrm>
                  <a:off x="5341675" y="3101541"/>
                  <a:ext cx="6477094" cy="404983"/>
                </a:xfrm>
                <a:prstGeom prst="rect">
                  <a:avLst/>
                </a:prstGeom>
                <a:solidFill>
                  <a:schemeClr val="accent5">
                    <a:lumMod val="20000"/>
                    <a:lumOff val="80000"/>
                  </a:schemeClr>
                </a:solidFill>
              </p:spPr>
              <p:txBody>
                <a:bodyPr wrap="none" rtlCol="0">
                  <a:spAutoFit/>
                </a:bodyPr>
                <a:lstStyle/>
                <a:p>
                  <a:r>
                    <a:rPr lang="zh-CN" altLang="en-US" b="1">
                      <a:solidFill>
                        <a:schemeClr val="accent6">
                          <a:lumMod val="50000"/>
                        </a:schemeClr>
                      </a:solidFill>
                    </a:rPr>
                    <a:t>公式</a:t>
                  </a:r>
                  <a14:m>
                    <m:oMath xmlns:m="http://schemas.openxmlformats.org/officeDocument/2006/math">
                      <m:r>
                        <a:rPr lang="en-US" altLang="zh-CN" b="1" i="1" smtClean="0">
                          <a:solidFill>
                            <a:schemeClr val="accent6">
                              <a:lumMod val="50000"/>
                            </a:schemeClr>
                          </a:solidFill>
                          <a:latin typeface="Cambria Math" panose="02040503050406030204" pitchFamily="18" charset="0"/>
                        </a:rPr>
                        <m:t>𝑩</m:t>
                      </m:r>
                      <m:r>
                        <a:rPr lang="en-US" altLang="zh-CN" b="1" i="1" smtClean="0">
                          <a:solidFill>
                            <a:schemeClr val="accent6">
                              <a:lumMod val="50000"/>
                            </a:schemeClr>
                          </a:solidFill>
                          <a:latin typeface="Cambria Math" panose="02040503050406030204" pitchFamily="18" charset="0"/>
                        </a:rPr>
                        <m:t> = </m:t>
                      </m:r>
                      <m:r>
                        <a:rPr lang="en-US" altLang="zh-CN" b="1" i="1">
                          <a:solidFill>
                            <a:schemeClr val="accent6">
                              <a:lumMod val="50000"/>
                            </a:schemeClr>
                          </a:solidFill>
                          <a:latin typeface="Cambria Math" panose="02040503050406030204" pitchFamily="18" charset="0"/>
                        </a:rPr>
                        <m:t>𝒑</m:t>
                      </m:r>
                      <m:r>
                        <a:rPr lang="en-US" altLang="zh-CN" b="1" i="1">
                          <a:solidFill>
                            <a:schemeClr val="accent6">
                              <a:lumMod val="50000"/>
                            </a:schemeClr>
                          </a:solidFill>
                          <a:latin typeface="Cambria Math" panose="02040503050406030204" pitchFamily="18" charset="0"/>
                        </a:rPr>
                        <m:t>→</m:t>
                      </m:r>
                      <m:r>
                        <a:rPr lang="en-US" altLang="zh-CN" b="1" i="1" smtClean="0">
                          <a:solidFill>
                            <a:schemeClr val="accent6">
                              <a:lumMod val="50000"/>
                            </a:schemeClr>
                          </a:solidFill>
                          <a:latin typeface="Cambria Math" panose="02040503050406030204" pitchFamily="18" charset="0"/>
                        </a:rPr>
                        <m:t>𝒒</m:t>
                      </m:r>
                    </m:oMath>
                  </a14:m>
                  <a:r>
                    <a:rPr lang="zh-CN" altLang="en-US" b="1">
                      <a:solidFill>
                        <a:schemeClr val="accent6">
                          <a:lumMod val="50000"/>
                        </a:schemeClr>
                      </a:solidFill>
                    </a:rPr>
                    <a:t>是公式</a:t>
                  </a:r>
                  <a14:m>
                    <m:oMath xmlns:m="http://schemas.openxmlformats.org/officeDocument/2006/math">
                      <m:r>
                        <a:rPr lang="en-US" altLang="zh-CN" b="1" i="1" smtClean="0">
                          <a:solidFill>
                            <a:schemeClr val="accent6">
                              <a:lumMod val="50000"/>
                            </a:schemeClr>
                          </a:solidFill>
                          <a:latin typeface="Cambria Math" panose="02040503050406030204" pitchFamily="18" charset="0"/>
                        </a:rPr>
                        <m:t>𝑨</m:t>
                      </m:r>
                      <m:r>
                        <a:rPr lang="en-US" altLang="zh-CN" b="1" i="1" smtClean="0">
                          <a:solidFill>
                            <a:schemeClr val="accent6">
                              <a:lumMod val="50000"/>
                            </a:schemeClr>
                          </a:solidFill>
                          <a:latin typeface="Cambria Math" panose="02040503050406030204" pitchFamily="18" charset="0"/>
                        </a:rPr>
                        <m:t> = </m:t>
                      </m:r>
                      <m:d>
                        <m:dPr>
                          <m:ctrlPr>
                            <a:rPr lang="en-US" altLang="zh-CN" b="1" i="1">
                              <a:solidFill>
                                <a:schemeClr val="accent6">
                                  <a:lumMod val="50000"/>
                                </a:schemeClr>
                              </a:solidFill>
                              <a:latin typeface="Cambria Math" panose="02040503050406030204" pitchFamily="18" charset="0"/>
                            </a:rPr>
                          </m:ctrlPr>
                        </m:dPr>
                        <m:e>
                          <m:r>
                            <a:rPr lang="en-US" altLang="zh-CN" b="1" i="1">
                              <a:solidFill>
                                <a:schemeClr val="accent6">
                                  <a:lumMod val="50000"/>
                                </a:schemeClr>
                              </a:solidFill>
                              <a:latin typeface="Cambria Math" panose="02040503050406030204" pitchFamily="18" charset="0"/>
                            </a:rPr>
                            <m:t>𝒑</m:t>
                          </m:r>
                          <m:r>
                            <a:rPr lang="en-US" altLang="zh-CN" b="1" i="1">
                              <a:solidFill>
                                <a:schemeClr val="accent6">
                                  <a:lumMod val="50000"/>
                                </a:schemeClr>
                              </a:solidFill>
                              <a:latin typeface="Cambria Math" panose="02040503050406030204" pitchFamily="18" charset="0"/>
                            </a:rPr>
                            <m:t>→</m:t>
                          </m:r>
                          <m:r>
                            <a:rPr lang="en-US" altLang="zh-CN" b="1" i="1">
                              <a:solidFill>
                                <a:schemeClr val="accent6">
                                  <a:lumMod val="50000"/>
                                </a:schemeClr>
                              </a:solidFill>
                              <a:latin typeface="Cambria Math" panose="02040503050406030204" pitchFamily="18" charset="0"/>
                            </a:rPr>
                            <m:t>𝒒</m:t>
                          </m:r>
                        </m:e>
                      </m:d>
                      <m:r>
                        <a:rPr lang="en-US" altLang="zh-CN" b="1" i="1">
                          <a:solidFill>
                            <a:schemeClr val="accent6">
                              <a:lumMod val="50000"/>
                            </a:schemeClr>
                          </a:solidFill>
                          <a:latin typeface="Cambria Math" panose="02040503050406030204" pitchFamily="18" charset="0"/>
                        </a:rPr>
                        <m:t>∧</m:t>
                      </m:r>
                      <m:d>
                        <m:dPr>
                          <m:ctrlPr>
                            <a:rPr lang="en-US" altLang="zh-CN" b="1" i="1">
                              <a:solidFill>
                                <a:schemeClr val="accent6">
                                  <a:lumMod val="50000"/>
                                </a:schemeClr>
                              </a:solidFill>
                              <a:latin typeface="Cambria Math" panose="02040503050406030204" pitchFamily="18" charset="0"/>
                            </a:rPr>
                          </m:ctrlPr>
                        </m:dPr>
                        <m:e>
                          <m:r>
                            <a:rPr lang="en-US" altLang="zh-CN" b="1" i="1">
                              <a:solidFill>
                                <a:schemeClr val="accent6">
                                  <a:lumMod val="50000"/>
                                </a:schemeClr>
                              </a:solidFill>
                              <a:latin typeface="Cambria Math" panose="02040503050406030204" pitchFamily="18" charset="0"/>
                            </a:rPr>
                            <m:t>𝒓</m:t>
                          </m:r>
                          <m:r>
                            <a:rPr lang="en-US" altLang="zh-CN" b="1" i="1">
                              <a:solidFill>
                                <a:schemeClr val="accent6">
                                  <a:lumMod val="50000"/>
                                </a:schemeClr>
                              </a:solidFill>
                              <a:latin typeface="Cambria Math" panose="02040503050406030204" pitchFamily="18" charset="0"/>
                            </a:rPr>
                            <m:t>→</m:t>
                          </m:r>
                          <m:d>
                            <m:dPr>
                              <m:ctrlPr>
                                <a:rPr lang="en-US" altLang="zh-CN" b="1" i="1">
                                  <a:solidFill>
                                    <a:schemeClr val="accent6">
                                      <a:lumMod val="50000"/>
                                    </a:schemeClr>
                                  </a:solidFill>
                                  <a:latin typeface="Cambria Math" panose="02040503050406030204" pitchFamily="18" charset="0"/>
                                </a:rPr>
                              </m:ctrlPr>
                            </m:dPr>
                            <m:e>
                              <m:r>
                                <a:rPr lang="en-US" altLang="zh-CN" b="1" i="1">
                                  <a:solidFill>
                                    <a:schemeClr val="accent6">
                                      <a:lumMod val="50000"/>
                                    </a:schemeClr>
                                  </a:solidFill>
                                  <a:latin typeface="Cambria Math" panose="02040503050406030204" pitchFamily="18" charset="0"/>
                                </a:rPr>
                                <m:t>𝒑</m:t>
                              </m:r>
                              <m:r>
                                <a:rPr lang="en-US" altLang="zh-CN" b="1" i="1">
                                  <a:solidFill>
                                    <a:schemeClr val="accent6">
                                      <a:lumMod val="50000"/>
                                    </a:schemeClr>
                                  </a:solidFill>
                                  <a:latin typeface="Cambria Math" panose="02040503050406030204" pitchFamily="18" charset="0"/>
                                </a:rPr>
                                <m:t>→</m:t>
                              </m:r>
                              <m:r>
                                <a:rPr lang="en-US" altLang="zh-CN" b="1" i="1">
                                  <a:solidFill>
                                    <a:schemeClr val="accent6">
                                      <a:lumMod val="50000"/>
                                    </a:schemeClr>
                                  </a:solidFill>
                                  <a:latin typeface="Cambria Math" panose="02040503050406030204" pitchFamily="18" charset="0"/>
                                </a:rPr>
                                <m:t>𝒒</m:t>
                              </m:r>
                            </m:e>
                          </m:d>
                        </m:e>
                      </m:d>
                    </m:oMath>
                  </a14:m>
                  <a:r>
                    <a:rPr lang="zh-CN" altLang="en-US" b="1">
                      <a:solidFill>
                        <a:schemeClr val="accent6">
                          <a:lumMod val="50000"/>
                        </a:schemeClr>
                      </a:solidFill>
                    </a:rPr>
                    <a:t>的子公式</a:t>
                  </a:r>
                </a:p>
              </p:txBody>
            </p:sp>
          </mc:Choice>
          <mc:Fallback xmlns="">
            <p:sp>
              <p:nvSpPr>
                <p:cNvPr id="6" name="文本框 5">
                  <a:extLst>
                    <a:ext uri="{FF2B5EF4-FFF2-40B4-BE49-F238E27FC236}">
                      <a16:creationId xmlns:a16="http://schemas.microsoft.com/office/drawing/2014/main" id="{2D084E7F-2D37-4099-840E-0EC79654D22E}"/>
                    </a:ext>
                  </a:extLst>
                </p:cNvPr>
                <p:cNvSpPr txBox="1">
                  <a:spLocks noRot="1" noChangeAspect="1" noMove="1" noResize="1" noEditPoints="1" noAdjustHandles="1" noChangeArrowheads="1" noChangeShapeType="1" noTextEdit="1"/>
                </p:cNvSpPr>
                <p:nvPr/>
              </p:nvSpPr>
              <p:spPr>
                <a:xfrm>
                  <a:off x="5341675" y="3101541"/>
                  <a:ext cx="6477094" cy="404983"/>
                </a:xfrm>
                <a:prstGeom prst="rect">
                  <a:avLst/>
                </a:prstGeom>
                <a:blipFill>
                  <a:blip r:embed="rId3"/>
                  <a:stretch>
                    <a:fillRect l="-753" t="-1493" r="-94" b="-1940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0" name="文本框 29">
                  <a:extLst>
                    <a:ext uri="{FF2B5EF4-FFF2-40B4-BE49-F238E27FC236}">
                      <a16:creationId xmlns:a16="http://schemas.microsoft.com/office/drawing/2014/main" id="{172F1C24-F16E-46A4-9F20-5CBF3035D151}"/>
                    </a:ext>
                  </a:extLst>
                </p:cNvPr>
                <p:cNvSpPr txBox="1"/>
                <p:nvPr/>
              </p:nvSpPr>
              <p:spPr>
                <a:xfrm>
                  <a:off x="5802163" y="3506524"/>
                  <a:ext cx="6016606" cy="369332"/>
                </a:xfrm>
                <a:prstGeom prst="rect">
                  <a:avLst/>
                </a:prstGeom>
                <a:solidFill>
                  <a:schemeClr val="accent5">
                    <a:lumMod val="20000"/>
                    <a:lumOff val="80000"/>
                  </a:schemeClr>
                </a:solidFill>
              </p:spPr>
              <p:txBody>
                <a:bodyPr wrap="square" rtlCol="0">
                  <a:spAutoFit/>
                </a:bodyPr>
                <a:lstStyle/>
                <a:p>
                  <a:r>
                    <a:rPr lang="zh-CN" altLang="en-US" b="1">
                      <a:solidFill>
                        <a:schemeClr val="accent2">
                          <a:lumMod val="50000"/>
                        </a:schemeClr>
                      </a:solidFill>
                    </a:rPr>
                    <a:t>公式</a:t>
                  </a:r>
                  <a14:m>
                    <m:oMath xmlns:m="http://schemas.openxmlformats.org/officeDocument/2006/math">
                      <m:r>
                        <a:rPr lang="en-US" altLang="zh-CN" b="1" i="1" smtClean="0">
                          <a:solidFill>
                            <a:schemeClr val="accent2">
                              <a:lumMod val="50000"/>
                            </a:schemeClr>
                          </a:solidFill>
                          <a:latin typeface="Cambria Math" panose="02040503050406030204" pitchFamily="18" charset="0"/>
                        </a:rPr>
                        <m:t>𝑩</m:t>
                      </m:r>
                      <m:r>
                        <a:rPr lang="en-US" altLang="zh-CN" b="1" i="1" smtClean="0">
                          <a:solidFill>
                            <a:schemeClr val="accent2">
                              <a:lumMod val="50000"/>
                            </a:schemeClr>
                          </a:solidFill>
                          <a:latin typeface="Cambria Math" panose="02040503050406030204" pitchFamily="18" charset="0"/>
                        </a:rPr>
                        <m:t> = </m:t>
                      </m:r>
                      <m:r>
                        <a:rPr lang="en-US" altLang="zh-CN" b="1" i="1">
                          <a:solidFill>
                            <a:schemeClr val="accent2">
                              <a:lumMod val="50000"/>
                            </a:schemeClr>
                          </a:solidFill>
                          <a:latin typeface="Cambria Math" panose="02040503050406030204" pitchFamily="18" charset="0"/>
                        </a:rPr>
                        <m:t>𝒑</m:t>
                      </m:r>
                      <m:r>
                        <a:rPr lang="en-US" altLang="zh-CN" b="1" i="1">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𝒒</m:t>
                      </m:r>
                    </m:oMath>
                  </a14:m>
                  <a:r>
                    <a:rPr lang="zh-CN" altLang="en-US" b="1">
                      <a:solidFill>
                        <a:schemeClr val="accent2">
                          <a:lumMod val="50000"/>
                        </a:schemeClr>
                      </a:solidFill>
                    </a:rPr>
                    <a:t>与公式</a:t>
                  </a:r>
                  <a14:m>
                    <m:oMath xmlns:m="http://schemas.openxmlformats.org/officeDocument/2006/math">
                      <m:sSup>
                        <m:sSupPr>
                          <m:ctrlPr>
                            <a:rPr lang="en-US" altLang="zh-CN" b="1" i="1" smtClean="0">
                              <a:solidFill>
                                <a:schemeClr val="accent2">
                                  <a:lumMod val="50000"/>
                                </a:schemeClr>
                              </a:solidFill>
                              <a:latin typeface="Cambria Math" panose="02040503050406030204" pitchFamily="18" charset="0"/>
                            </a:rPr>
                          </m:ctrlPr>
                        </m:sSupPr>
                        <m:e>
                          <m:r>
                            <a:rPr lang="en-US" altLang="zh-CN" b="1" i="1" smtClean="0">
                              <a:solidFill>
                                <a:schemeClr val="accent2">
                                  <a:lumMod val="50000"/>
                                </a:schemeClr>
                              </a:solidFill>
                              <a:latin typeface="Cambria Math" panose="02040503050406030204" pitchFamily="18" charset="0"/>
                            </a:rPr>
                            <m:t>𝑩</m:t>
                          </m:r>
                        </m:e>
                        <m:sup>
                          <m:r>
                            <a:rPr lang="en-US" altLang="zh-CN" b="1" i="1" smtClean="0">
                              <a:solidFill>
                                <a:schemeClr val="accent2">
                                  <a:lumMod val="50000"/>
                                </a:schemeClr>
                              </a:solidFill>
                              <a:latin typeface="Cambria Math" panose="02040503050406030204" pitchFamily="18" charset="0"/>
                            </a:rPr>
                            <m:t>′</m:t>
                          </m:r>
                        </m:sup>
                      </m:sSup>
                      <m:r>
                        <a:rPr lang="en-US" altLang="zh-CN" b="1" i="1">
                          <a:solidFill>
                            <a:schemeClr val="accent2">
                              <a:lumMod val="50000"/>
                            </a:schemeClr>
                          </a:solidFill>
                          <a:latin typeface="Cambria Math" panose="02040503050406030204" pitchFamily="18" charset="0"/>
                        </a:rPr>
                        <m:t>= ¬</m:t>
                      </m:r>
                      <m:r>
                        <a:rPr lang="en-US" altLang="zh-CN" b="1" i="1">
                          <a:solidFill>
                            <a:schemeClr val="accent2">
                              <a:lumMod val="50000"/>
                            </a:schemeClr>
                          </a:solidFill>
                          <a:latin typeface="Cambria Math" panose="02040503050406030204" pitchFamily="18" charset="0"/>
                        </a:rPr>
                        <m:t>𝒑</m:t>
                      </m:r>
                      <m:r>
                        <a:rPr lang="en-US" altLang="zh-CN" b="1" i="1">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𝒒</m:t>
                      </m:r>
                    </m:oMath>
                  </a14:m>
                  <a:r>
                    <a:rPr lang="zh-CN" altLang="en-US" b="1">
                      <a:solidFill>
                        <a:schemeClr val="accent2">
                          <a:lumMod val="50000"/>
                        </a:schemeClr>
                      </a:solidFill>
                    </a:rPr>
                    <a:t>逻辑等值</a:t>
                  </a:r>
                  <a:r>
                    <a:rPr lang="en-US" altLang="zh-CN" b="1">
                      <a:solidFill>
                        <a:schemeClr val="accent2">
                          <a:lumMod val="50000"/>
                        </a:schemeClr>
                      </a:solidFill>
                    </a:rPr>
                    <a:t>(</a:t>
                  </a:r>
                  <a:r>
                    <a:rPr lang="zh-CN" altLang="en-US" b="1">
                      <a:solidFill>
                        <a:schemeClr val="accent2">
                          <a:lumMod val="50000"/>
                        </a:schemeClr>
                      </a:solidFill>
                    </a:rPr>
                    <a:t>蕴涵等值式）</a:t>
                  </a:r>
                </a:p>
              </p:txBody>
            </p:sp>
          </mc:Choice>
          <mc:Fallback xmlns="">
            <p:sp>
              <p:nvSpPr>
                <p:cNvPr id="30" name="文本框 29">
                  <a:extLst>
                    <a:ext uri="{FF2B5EF4-FFF2-40B4-BE49-F238E27FC236}">
                      <a16:creationId xmlns:a16="http://schemas.microsoft.com/office/drawing/2014/main" id="{172F1C24-F16E-46A4-9F20-5CBF3035D151}"/>
                    </a:ext>
                  </a:extLst>
                </p:cNvPr>
                <p:cNvSpPr txBox="1">
                  <a:spLocks noRot="1" noChangeAspect="1" noMove="1" noResize="1" noEditPoints="1" noAdjustHandles="1" noChangeArrowheads="1" noChangeShapeType="1" noTextEdit="1"/>
                </p:cNvSpPr>
                <p:nvPr/>
              </p:nvSpPr>
              <p:spPr>
                <a:xfrm>
                  <a:off x="5802163" y="3506524"/>
                  <a:ext cx="6016606" cy="369332"/>
                </a:xfrm>
                <a:prstGeom prst="rect">
                  <a:avLst/>
                </a:prstGeom>
                <a:blipFill>
                  <a:blip r:embed="rId4"/>
                  <a:stretch>
                    <a:fillRect l="-912" t="-10000" r="-4559" b="-26667"/>
                  </a:stretch>
                </a:blipFill>
              </p:spPr>
              <p:txBody>
                <a:bodyPr/>
                <a:lstStyle/>
                <a:p>
                  <a:r>
                    <a:rPr lang="zh-CN" altLang="en-US">
                      <a:noFill/>
                    </a:rPr>
                    <a:t> </a:t>
                  </a:r>
                </a:p>
              </p:txBody>
            </p:sp>
          </mc:Fallback>
        </mc:AlternateContent>
      </p:grpSp>
      <p:grpSp>
        <p:nvGrpSpPr>
          <p:cNvPr id="55" name="组合 54">
            <a:extLst>
              <a:ext uri="{FF2B5EF4-FFF2-40B4-BE49-F238E27FC236}">
                <a16:creationId xmlns:a16="http://schemas.microsoft.com/office/drawing/2014/main" id="{1EAD3BAA-2D42-4172-AC67-4AC4E69B17EB}"/>
              </a:ext>
            </a:extLst>
          </p:cNvPr>
          <p:cNvGrpSpPr/>
          <p:nvPr/>
        </p:nvGrpSpPr>
        <p:grpSpPr>
          <a:xfrm>
            <a:off x="6285134" y="3792854"/>
            <a:ext cx="5315361" cy="1207280"/>
            <a:chOff x="6242918" y="3798896"/>
            <a:chExt cx="5315361" cy="1207280"/>
          </a:xfrm>
        </p:grpSpPr>
        <p:grpSp>
          <p:nvGrpSpPr>
            <p:cNvPr id="45" name="组合 44">
              <a:extLst>
                <a:ext uri="{FF2B5EF4-FFF2-40B4-BE49-F238E27FC236}">
                  <a16:creationId xmlns:a16="http://schemas.microsoft.com/office/drawing/2014/main" id="{22EB95C2-2E94-4CE3-B4F6-184584F39B8D}"/>
                </a:ext>
              </a:extLst>
            </p:cNvPr>
            <p:cNvGrpSpPr/>
            <p:nvPr/>
          </p:nvGrpSpPr>
          <p:grpSpPr>
            <a:xfrm>
              <a:off x="6334382" y="3876719"/>
              <a:ext cx="5159673" cy="1072455"/>
              <a:chOff x="6310351" y="4041987"/>
              <a:chExt cx="5159673" cy="1072455"/>
            </a:xfrm>
          </p:grpSpPr>
          <mc:AlternateContent xmlns:mc="http://schemas.openxmlformats.org/markup-compatibility/2006" xmlns:a14="http://schemas.microsoft.com/office/drawing/2010/main">
            <mc:Choice Requires="a14">
              <p:sp>
                <p:nvSpPr>
                  <p:cNvPr id="31" name="文本框 30">
                    <a:extLst>
                      <a:ext uri="{FF2B5EF4-FFF2-40B4-BE49-F238E27FC236}">
                        <a16:creationId xmlns:a16="http://schemas.microsoft.com/office/drawing/2014/main" id="{9733A466-1882-4F9D-A212-635C88B09D2E}"/>
                      </a:ext>
                    </a:extLst>
                  </p:cNvPr>
                  <p:cNvSpPr txBox="1"/>
                  <p:nvPr/>
                </p:nvSpPr>
                <p:spPr>
                  <a:xfrm>
                    <a:off x="6358121" y="4041987"/>
                    <a:ext cx="3235501" cy="312650"/>
                  </a:xfrm>
                  <a:prstGeom prst="rect">
                    <a:avLst/>
                  </a:prstGeom>
                  <a:solidFill>
                    <a:schemeClr val="accent6">
                      <a:lumMod val="20000"/>
                      <a:lumOff val="80000"/>
                    </a:schemeClr>
                  </a:solidFill>
                </p:spPr>
                <p:txBody>
                  <a:bodyPr wrap="none" tIns="0" bIns="0" rtlCol="0">
                    <a:spAutoFit/>
                  </a:bodyPr>
                  <a:lstStyle/>
                  <a:p>
                    <a:pPr/>
                    <a14:m>
                      <m:oMathPara xmlns:m="http://schemas.openxmlformats.org/officeDocument/2006/math">
                        <m:oMathParaPr>
                          <m:jc m:val="centerGroup"/>
                        </m:oMathParaPr>
                        <m:oMath xmlns:m="http://schemas.openxmlformats.org/officeDocument/2006/math">
                          <m:r>
                            <a:rPr lang="en-US" altLang="zh-CN" i="1">
                              <a:solidFill>
                                <a:schemeClr val="accent6">
                                  <a:lumMod val="50000"/>
                                </a:schemeClr>
                              </a:solidFill>
                              <a:latin typeface="Cambria Math" panose="02040503050406030204" pitchFamily="18" charset="0"/>
                            </a:rPr>
                            <m:t>𝐴</m:t>
                          </m:r>
                          <m:r>
                            <a:rPr lang="en-US" altLang="zh-CN" i="1">
                              <a:solidFill>
                                <a:schemeClr val="accent6">
                                  <a:lumMod val="50000"/>
                                </a:schemeClr>
                              </a:solidFill>
                              <a:latin typeface="Cambria Math" panose="02040503050406030204" pitchFamily="18" charset="0"/>
                            </a:rPr>
                            <m:t> = </m:t>
                          </m:r>
                          <m:d>
                            <m:dPr>
                              <m:ctrlPr>
                                <a:rPr lang="en-US" altLang="zh-CN" i="1">
                                  <a:solidFill>
                                    <a:schemeClr val="accent6">
                                      <a:lumMod val="50000"/>
                                    </a:schemeClr>
                                  </a:solidFill>
                                  <a:latin typeface="Cambria Math" panose="02040503050406030204" pitchFamily="18" charset="0"/>
                                </a:rPr>
                              </m:ctrlPr>
                            </m:dPr>
                            <m:e>
                              <m:r>
                                <a:rPr lang="en-US" altLang="zh-CN" i="1">
                                  <a:solidFill>
                                    <a:schemeClr val="accent6">
                                      <a:lumMod val="50000"/>
                                    </a:schemeClr>
                                  </a:solidFill>
                                  <a:latin typeface="Cambria Math" panose="02040503050406030204" pitchFamily="18" charset="0"/>
                                </a:rPr>
                                <m:t>𝑝</m:t>
                              </m:r>
                              <m:r>
                                <a:rPr lang="en-US" altLang="zh-CN" i="1">
                                  <a:solidFill>
                                    <a:schemeClr val="accent6">
                                      <a:lumMod val="50000"/>
                                    </a:schemeClr>
                                  </a:solidFill>
                                  <a:latin typeface="Cambria Math" panose="02040503050406030204" pitchFamily="18" charset="0"/>
                                </a:rPr>
                                <m:t>→</m:t>
                              </m:r>
                              <m:r>
                                <a:rPr lang="en-US" altLang="zh-CN" i="1">
                                  <a:solidFill>
                                    <a:schemeClr val="accent6">
                                      <a:lumMod val="50000"/>
                                    </a:schemeClr>
                                  </a:solidFill>
                                  <a:latin typeface="Cambria Math" panose="02040503050406030204" pitchFamily="18" charset="0"/>
                                </a:rPr>
                                <m:t>𝑞</m:t>
                              </m:r>
                            </m:e>
                          </m:d>
                          <m:r>
                            <a:rPr lang="en-US" altLang="zh-CN" i="1">
                              <a:solidFill>
                                <a:schemeClr val="accent6">
                                  <a:lumMod val="50000"/>
                                </a:schemeClr>
                              </a:solidFill>
                              <a:latin typeface="Cambria Math" panose="02040503050406030204" pitchFamily="18" charset="0"/>
                            </a:rPr>
                            <m:t>∧</m:t>
                          </m:r>
                          <m:d>
                            <m:dPr>
                              <m:ctrlPr>
                                <a:rPr lang="en-US" altLang="zh-CN" i="1">
                                  <a:solidFill>
                                    <a:schemeClr val="accent6">
                                      <a:lumMod val="50000"/>
                                    </a:schemeClr>
                                  </a:solidFill>
                                  <a:latin typeface="Cambria Math" panose="02040503050406030204" pitchFamily="18" charset="0"/>
                                </a:rPr>
                              </m:ctrlPr>
                            </m:dPr>
                            <m:e>
                              <m:r>
                                <a:rPr lang="en-US" altLang="zh-CN" i="1">
                                  <a:solidFill>
                                    <a:schemeClr val="accent6">
                                      <a:lumMod val="50000"/>
                                    </a:schemeClr>
                                  </a:solidFill>
                                  <a:latin typeface="Cambria Math" panose="02040503050406030204" pitchFamily="18" charset="0"/>
                                </a:rPr>
                                <m:t>𝑟</m:t>
                              </m:r>
                              <m:r>
                                <a:rPr lang="en-US" altLang="zh-CN" i="1">
                                  <a:solidFill>
                                    <a:schemeClr val="accent6">
                                      <a:lumMod val="50000"/>
                                    </a:schemeClr>
                                  </a:solidFill>
                                  <a:latin typeface="Cambria Math" panose="02040503050406030204" pitchFamily="18" charset="0"/>
                                </a:rPr>
                                <m:t>→</m:t>
                              </m:r>
                              <m:d>
                                <m:dPr>
                                  <m:ctrlPr>
                                    <a:rPr lang="en-US" altLang="zh-CN" i="1">
                                      <a:solidFill>
                                        <a:schemeClr val="accent6">
                                          <a:lumMod val="50000"/>
                                        </a:schemeClr>
                                      </a:solidFill>
                                      <a:latin typeface="Cambria Math" panose="02040503050406030204" pitchFamily="18" charset="0"/>
                                    </a:rPr>
                                  </m:ctrlPr>
                                </m:dPr>
                                <m:e>
                                  <m:r>
                                    <a:rPr lang="en-US" altLang="zh-CN" i="1">
                                      <a:solidFill>
                                        <a:schemeClr val="accent6">
                                          <a:lumMod val="50000"/>
                                        </a:schemeClr>
                                      </a:solidFill>
                                      <a:latin typeface="Cambria Math" panose="02040503050406030204" pitchFamily="18" charset="0"/>
                                    </a:rPr>
                                    <m:t>𝑝</m:t>
                                  </m:r>
                                  <m:r>
                                    <a:rPr lang="en-US" altLang="zh-CN" i="1">
                                      <a:solidFill>
                                        <a:schemeClr val="accent6">
                                          <a:lumMod val="50000"/>
                                        </a:schemeClr>
                                      </a:solidFill>
                                      <a:latin typeface="Cambria Math" panose="02040503050406030204" pitchFamily="18" charset="0"/>
                                    </a:rPr>
                                    <m:t>→</m:t>
                                  </m:r>
                                  <m:r>
                                    <a:rPr lang="en-US" altLang="zh-CN" i="1">
                                      <a:solidFill>
                                        <a:schemeClr val="accent6">
                                          <a:lumMod val="50000"/>
                                        </a:schemeClr>
                                      </a:solidFill>
                                      <a:latin typeface="Cambria Math" panose="02040503050406030204" pitchFamily="18" charset="0"/>
                                    </a:rPr>
                                    <m:t>𝑞</m:t>
                                  </m:r>
                                </m:e>
                              </m:d>
                            </m:e>
                          </m:d>
                        </m:oMath>
                      </m:oMathPara>
                    </a14:m>
                    <a:endParaRPr lang="zh-CN" altLang="en-US"/>
                  </a:p>
                </p:txBody>
              </p:sp>
            </mc:Choice>
            <mc:Fallback xmlns="">
              <p:sp>
                <p:nvSpPr>
                  <p:cNvPr id="31" name="文本框 30">
                    <a:extLst>
                      <a:ext uri="{FF2B5EF4-FFF2-40B4-BE49-F238E27FC236}">
                        <a16:creationId xmlns:a16="http://schemas.microsoft.com/office/drawing/2014/main" id="{9733A466-1882-4F9D-A212-635C88B09D2E}"/>
                      </a:ext>
                    </a:extLst>
                  </p:cNvPr>
                  <p:cNvSpPr txBox="1">
                    <a:spLocks noRot="1" noChangeAspect="1" noMove="1" noResize="1" noEditPoints="1" noAdjustHandles="1" noChangeArrowheads="1" noChangeShapeType="1" noTextEdit="1"/>
                  </p:cNvSpPr>
                  <p:nvPr/>
                </p:nvSpPr>
                <p:spPr>
                  <a:xfrm>
                    <a:off x="6358121" y="4041987"/>
                    <a:ext cx="3235501" cy="312650"/>
                  </a:xfrm>
                  <a:prstGeom prst="rect">
                    <a:avLst/>
                  </a:prstGeom>
                  <a:blipFill>
                    <a:blip r:embed="rId5"/>
                    <a:stretch>
                      <a:fillRect b="-1960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5" name="文本框 34">
                    <a:extLst>
                      <a:ext uri="{FF2B5EF4-FFF2-40B4-BE49-F238E27FC236}">
                        <a16:creationId xmlns:a16="http://schemas.microsoft.com/office/drawing/2014/main" id="{13DC3093-7995-4E59-9D74-F38185C7CA1D}"/>
                      </a:ext>
                    </a:extLst>
                  </p:cNvPr>
                  <p:cNvSpPr txBox="1"/>
                  <p:nvPr/>
                </p:nvSpPr>
                <p:spPr>
                  <a:xfrm>
                    <a:off x="6310351" y="4801792"/>
                    <a:ext cx="3331040" cy="312650"/>
                  </a:xfrm>
                  <a:prstGeom prst="rect">
                    <a:avLst/>
                  </a:prstGeom>
                  <a:solidFill>
                    <a:schemeClr val="accent6">
                      <a:lumMod val="40000"/>
                      <a:lumOff val="60000"/>
                    </a:schemeClr>
                  </a:solidFill>
                </p:spPr>
                <p:txBody>
                  <a:bodyPr wrap="none" tIns="0" bIns="0" rtlCol="0">
                    <a:spAutoFit/>
                  </a:bodyPr>
                  <a:lstStyle/>
                  <a:p>
                    <a:pPr/>
                    <a14:m>
                      <m:oMathPara xmlns:m="http://schemas.openxmlformats.org/officeDocument/2006/math">
                        <m:oMathParaPr>
                          <m:jc m:val="centerGroup"/>
                        </m:oMathParaPr>
                        <m:oMath xmlns:m="http://schemas.openxmlformats.org/officeDocument/2006/math">
                          <m:r>
                            <a:rPr lang="en-US" altLang="zh-CN" i="1">
                              <a:solidFill>
                                <a:schemeClr val="accent6">
                                  <a:lumMod val="50000"/>
                                </a:schemeClr>
                              </a:solidFill>
                              <a:latin typeface="Cambria Math" panose="02040503050406030204" pitchFamily="18" charset="0"/>
                            </a:rPr>
                            <m:t>𝐴</m:t>
                          </m:r>
                          <m:r>
                            <a:rPr lang="en-US" altLang="zh-CN" i="1" smtClean="0">
                              <a:solidFill>
                                <a:schemeClr val="accent6">
                                  <a:lumMod val="50000"/>
                                </a:schemeClr>
                              </a:solidFill>
                              <a:latin typeface="Cambria Math" panose="02040503050406030204" pitchFamily="18" charset="0"/>
                            </a:rPr>
                            <m:t>′</m:t>
                          </m:r>
                          <m:r>
                            <a:rPr lang="en-US" altLang="zh-CN" i="1">
                              <a:solidFill>
                                <a:schemeClr val="accent6">
                                  <a:lumMod val="50000"/>
                                </a:schemeClr>
                              </a:solidFill>
                              <a:latin typeface="Cambria Math" panose="02040503050406030204" pitchFamily="18" charset="0"/>
                            </a:rPr>
                            <m:t>= </m:t>
                          </m:r>
                          <m:d>
                            <m:dPr>
                              <m:ctrlPr>
                                <a:rPr lang="en-US" altLang="zh-CN" i="1" smtClean="0">
                                  <a:solidFill>
                                    <a:schemeClr val="accent6">
                                      <a:lumMod val="50000"/>
                                    </a:schemeClr>
                                  </a:solidFill>
                                  <a:latin typeface="Cambria Math" panose="02040503050406030204" pitchFamily="18" charset="0"/>
                                </a:rPr>
                              </m:ctrlPr>
                            </m:dPr>
                            <m:e>
                              <m:r>
                                <a:rPr lang="en-US" altLang="zh-CN" i="1">
                                  <a:solidFill>
                                    <a:schemeClr val="accent6">
                                      <a:lumMod val="50000"/>
                                    </a:schemeClr>
                                  </a:solidFill>
                                  <a:latin typeface="Cambria Math" panose="02040503050406030204" pitchFamily="18" charset="0"/>
                                </a:rPr>
                                <m:t>¬</m:t>
                              </m:r>
                              <m:r>
                                <a:rPr lang="en-US" altLang="zh-CN" i="1">
                                  <a:solidFill>
                                    <a:schemeClr val="accent6">
                                      <a:lumMod val="50000"/>
                                    </a:schemeClr>
                                  </a:solidFill>
                                  <a:latin typeface="Cambria Math" panose="02040503050406030204" pitchFamily="18" charset="0"/>
                                </a:rPr>
                                <m:t>𝑝</m:t>
                              </m:r>
                              <m:r>
                                <a:rPr lang="en-US" altLang="zh-CN" i="1">
                                  <a:solidFill>
                                    <a:schemeClr val="accent6">
                                      <a:lumMod val="50000"/>
                                    </a:schemeClr>
                                  </a:solidFill>
                                  <a:latin typeface="Cambria Math" panose="02040503050406030204" pitchFamily="18" charset="0"/>
                                </a:rPr>
                                <m:t>∨</m:t>
                              </m:r>
                              <m:r>
                                <a:rPr lang="en-US" altLang="zh-CN" i="1">
                                  <a:solidFill>
                                    <a:schemeClr val="accent6">
                                      <a:lumMod val="50000"/>
                                    </a:schemeClr>
                                  </a:solidFill>
                                  <a:latin typeface="Cambria Math" panose="02040503050406030204" pitchFamily="18" charset="0"/>
                                </a:rPr>
                                <m:t>𝑞</m:t>
                              </m:r>
                            </m:e>
                          </m:d>
                          <m:r>
                            <a:rPr lang="en-US" altLang="zh-CN" i="1">
                              <a:solidFill>
                                <a:schemeClr val="accent6">
                                  <a:lumMod val="50000"/>
                                </a:schemeClr>
                              </a:solidFill>
                              <a:latin typeface="Cambria Math" panose="02040503050406030204" pitchFamily="18" charset="0"/>
                            </a:rPr>
                            <m:t>∧</m:t>
                          </m:r>
                          <m:d>
                            <m:dPr>
                              <m:ctrlPr>
                                <a:rPr lang="en-US" altLang="zh-CN" i="1">
                                  <a:solidFill>
                                    <a:schemeClr val="accent6">
                                      <a:lumMod val="50000"/>
                                    </a:schemeClr>
                                  </a:solidFill>
                                  <a:latin typeface="Cambria Math" panose="02040503050406030204" pitchFamily="18" charset="0"/>
                                </a:rPr>
                              </m:ctrlPr>
                            </m:dPr>
                            <m:e>
                              <m:r>
                                <a:rPr lang="en-US" altLang="zh-CN" i="1">
                                  <a:solidFill>
                                    <a:schemeClr val="accent6">
                                      <a:lumMod val="50000"/>
                                    </a:schemeClr>
                                  </a:solidFill>
                                  <a:latin typeface="Cambria Math" panose="02040503050406030204" pitchFamily="18" charset="0"/>
                                </a:rPr>
                                <m:t>𝑟</m:t>
                              </m:r>
                              <m:r>
                                <a:rPr lang="en-US" altLang="zh-CN" i="1">
                                  <a:solidFill>
                                    <a:schemeClr val="accent6">
                                      <a:lumMod val="50000"/>
                                    </a:schemeClr>
                                  </a:solidFill>
                                  <a:latin typeface="Cambria Math" panose="02040503050406030204" pitchFamily="18" charset="0"/>
                                </a:rPr>
                                <m:t>→</m:t>
                              </m:r>
                              <m:d>
                                <m:dPr>
                                  <m:ctrlPr>
                                    <a:rPr lang="en-US" altLang="zh-CN" i="1">
                                      <a:solidFill>
                                        <a:schemeClr val="accent6">
                                          <a:lumMod val="50000"/>
                                        </a:schemeClr>
                                      </a:solidFill>
                                      <a:latin typeface="Cambria Math" panose="02040503050406030204" pitchFamily="18" charset="0"/>
                                    </a:rPr>
                                  </m:ctrlPr>
                                </m:dPr>
                                <m:e>
                                  <m:r>
                                    <a:rPr lang="en-US" altLang="zh-CN" i="1">
                                      <a:solidFill>
                                        <a:schemeClr val="accent6">
                                          <a:lumMod val="50000"/>
                                        </a:schemeClr>
                                      </a:solidFill>
                                      <a:latin typeface="Cambria Math" panose="02040503050406030204" pitchFamily="18" charset="0"/>
                                    </a:rPr>
                                    <m:t>𝑝</m:t>
                                  </m:r>
                                  <m:r>
                                    <a:rPr lang="en-US" altLang="zh-CN" i="1">
                                      <a:solidFill>
                                        <a:schemeClr val="accent6">
                                          <a:lumMod val="50000"/>
                                        </a:schemeClr>
                                      </a:solidFill>
                                      <a:latin typeface="Cambria Math" panose="02040503050406030204" pitchFamily="18" charset="0"/>
                                    </a:rPr>
                                    <m:t>→</m:t>
                                  </m:r>
                                  <m:r>
                                    <a:rPr lang="en-US" altLang="zh-CN" i="1">
                                      <a:solidFill>
                                        <a:schemeClr val="accent6">
                                          <a:lumMod val="50000"/>
                                        </a:schemeClr>
                                      </a:solidFill>
                                      <a:latin typeface="Cambria Math" panose="02040503050406030204" pitchFamily="18" charset="0"/>
                                    </a:rPr>
                                    <m:t>𝑞</m:t>
                                  </m:r>
                                </m:e>
                              </m:d>
                            </m:e>
                          </m:d>
                        </m:oMath>
                      </m:oMathPara>
                    </a14:m>
                    <a:endParaRPr lang="zh-CN" altLang="en-US"/>
                  </a:p>
                </p:txBody>
              </p:sp>
            </mc:Choice>
            <mc:Fallback xmlns="">
              <p:sp>
                <p:nvSpPr>
                  <p:cNvPr id="35" name="文本框 34">
                    <a:extLst>
                      <a:ext uri="{FF2B5EF4-FFF2-40B4-BE49-F238E27FC236}">
                        <a16:creationId xmlns:a16="http://schemas.microsoft.com/office/drawing/2014/main" id="{13DC3093-7995-4E59-9D74-F38185C7CA1D}"/>
                      </a:ext>
                    </a:extLst>
                  </p:cNvPr>
                  <p:cNvSpPr txBox="1">
                    <a:spLocks noRot="1" noChangeAspect="1" noMove="1" noResize="1" noEditPoints="1" noAdjustHandles="1" noChangeArrowheads="1" noChangeShapeType="1" noTextEdit="1"/>
                  </p:cNvSpPr>
                  <p:nvPr/>
                </p:nvSpPr>
                <p:spPr>
                  <a:xfrm>
                    <a:off x="6310351" y="4801792"/>
                    <a:ext cx="3331040" cy="312650"/>
                  </a:xfrm>
                  <a:prstGeom prst="rect">
                    <a:avLst/>
                  </a:prstGeom>
                  <a:blipFill>
                    <a:blip r:embed="rId6"/>
                    <a:stretch>
                      <a:fillRect b="-19608"/>
                    </a:stretch>
                  </a:blipFill>
                </p:spPr>
                <p:txBody>
                  <a:bodyPr/>
                  <a:lstStyle/>
                  <a:p>
                    <a:r>
                      <a:rPr lang="zh-CN" altLang="en-US">
                        <a:noFill/>
                      </a:rPr>
                      <a:t> </a:t>
                    </a:r>
                  </a:p>
                </p:txBody>
              </p:sp>
            </mc:Fallback>
          </mc:AlternateContent>
          <p:sp>
            <p:nvSpPr>
              <p:cNvPr id="43" name="箭头: 上下 42">
                <a:extLst>
                  <a:ext uri="{FF2B5EF4-FFF2-40B4-BE49-F238E27FC236}">
                    <a16:creationId xmlns:a16="http://schemas.microsoft.com/office/drawing/2014/main" id="{14A07A3D-5E06-4226-B472-0FEC976E4619}"/>
                  </a:ext>
                </a:extLst>
              </p:cNvPr>
              <p:cNvSpPr/>
              <p:nvPr/>
            </p:nvSpPr>
            <p:spPr>
              <a:xfrm>
                <a:off x="7908058" y="4381089"/>
                <a:ext cx="115582" cy="394251"/>
              </a:xfrm>
              <a:prstGeom prst="upDownArrow">
                <a:avLst/>
              </a:prstGeom>
              <a:solidFill>
                <a:schemeClr val="accent1">
                  <a:alpha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44" name="文本框 43">
                    <a:extLst>
                      <a:ext uri="{FF2B5EF4-FFF2-40B4-BE49-F238E27FC236}">
                        <a16:creationId xmlns:a16="http://schemas.microsoft.com/office/drawing/2014/main" id="{DC24FD3A-E970-4358-946B-1B9D494663F9}"/>
                      </a:ext>
                    </a:extLst>
                  </p:cNvPr>
                  <p:cNvSpPr txBox="1"/>
                  <p:nvPr/>
                </p:nvSpPr>
                <p:spPr>
                  <a:xfrm>
                    <a:off x="8138984" y="4432460"/>
                    <a:ext cx="3331040" cy="246221"/>
                  </a:xfrm>
                  <a:prstGeom prst="rect">
                    <a:avLst/>
                  </a:prstGeom>
                  <a:solidFill>
                    <a:schemeClr val="accent4">
                      <a:lumMod val="20000"/>
                      <a:lumOff val="80000"/>
                    </a:schemeClr>
                  </a:solidFill>
                </p:spPr>
                <p:txBody>
                  <a:bodyPr wrap="square" tIns="0" bIns="0" rtlCol="0">
                    <a:spAutoFit/>
                  </a:bodyPr>
                  <a:lstStyle/>
                  <a:p>
                    <a14:m>
                      <m:oMath xmlns:m="http://schemas.openxmlformats.org/officeDocument/2006/math">
                        <m:sSup>
                          <m:sSupPr>
                            <m:ctrlPr>
                              <a:rPr lang="en-US" altLang="zh-CN" sz="1600" i="1" smtClean="0">
                                <a:solidFill>
                                  <a:srgbClr val="C00000"/>
                                </a:solidFill>
                                <a:latin typeface="Cambria Math" panose="02040503050406030204" pitchFamily="18" charset="0"/>
                              </a:rPr>
                            </m:ctrlPr>
                          </m:sSupPr>
                          <m:e>
                            <m:r>
                              <a:rPr lang="en-US" altLang="zh-CN" sz="1600" i="1" smtClean="0">
                                <a:solidFill>
                                  <a:srgbClr val="C00000"/>
                                </a:solidFill>
                                <a:latin typeface="Cambria Math" panose="02040503050406030204" pitchFamily="18" charset="0"/>
                              </a:rPr>
                              <m:t>𝐵</m:t>
                            </m:r>
                          </m:e>
                          <m:sup>
                            <m:r>
                              <a:rPr lang="en-US" altLang="zh-CN" sz="1600" i="1" smtClean="0">
                                <a:solidFill>
                                  <a:srgbClr val="C00000"/>
                                </a:solidFill>
                                <a:latin typeface="Cambria Math" panose="02040503050406030204" pitchFamily="18" charset="0"/>
                              </a:rPr>
                              <m:t>′</m:t>
                            </m:r>
                          </m:sup>
                        </m:sSup>
                      </m:oMath>
                    </a14:m>
                    <a:r>
                      <a:rPr lang="zh-CN" altLang="en-US" sz="1600">
                        <a:solidFill>
                          <a:srgbClr val="C00000"/>
                        </a:solidFill>
                        <a:latin typeface="楷体" panose="02010609060101010101" pitchFamily="49" charset="-122"/>
                        <a:ea typeface="楷体" panose="02010609060101010101" pitchFamily="49" charset="-122"/>
                      </a:rPr>
                      <a:t>置换公式</a:t>
                    </a:r>
                    <a14:m>
                      <m:oMath xmlns:m="http://schemas.openxmlformats.org/officeDocument/2006/math">
                        <m:r>
                          <a:rPr lang="en-US" altLang="zh-CN" sz="1600" i="1" smtClean="0">
                            <a:solidFill>
                              <a:srgbClr val="C00000"/>
                            </a:solidFill>
                            <a:latin typeface="Cambria Math" panose="02040503050406030204" pitchFamily="18" charset="0"/>
                          </a:rPr>
                          <m:t>𝐵</m:t>
                        </m:r>
                      </m:oMath>
                    </a14:m>
                    <a:r>
                      <a:rPr lang="zh-CN" altLang="en-US" sz="1600">
                        <a:solidFill>
                          <a:srgbClr val="C00000"/>
                        </a:solidFill>
                        <a:latin typeface="楷体" panose="02010609060101010101" pitchFamily="49" charset="-122"/>
                        <a:ea typeface="楷体" panose="02010609060101010101" pitchFamily="49" charset="-122"/>
                      </a:rPr>
                      <a:t>在公式</a:t>
                    </a:r>
                    <a14:m>
                      <m:oMath xmlns:m="http://schemas.openxmlformats.org/officeDocument/2006/math">
                        <m:r>
                          <a:rPr lang="en-US" altLang="zh-CN" sz="1600" i="1" smtClean="0">
                            <a:solidFill>
                              <a:srgbClr val="C00000"/>
                            </a:solidFill>
                            <a:latin typeface="Cambria Math" panose="02040503050406030204" pitchFamily="18" charset="0"/>
                          </a:rPr>
                          <m:t>𝐴</m:t>
                        </m:r>
                      </m:oMath>
                    </a14:m>
                    <a:r>
                      <a:rPr lang="zh-CN" altLang="en-US" sz="1600">
                        <a:solidFill>
                          <a:srgbClr val="C00000"/>
                        </a:solidFill>
                        <a:latin typeface="楷体" panose="02010609060101010101" pitchFamily="49" charset="-122"/>
                        <a:ea typeface="楷体" panose="02010609060101010101" pitchFamily="49" charset="-122"/>
                      </a:rPr>
                      <a:t>的前一处出现</a:t>
                    </a:r>
                    <a:endParaRPr lang="zh-CN" altLang="en-US" sz="1600">
                      <a:latin typeface="楷体" panose="02010609060101010101" pitchFamily="49" charset="-122"/>
                      <a:ea typeface="楷体" panose="02010609060101010101" pitchFamily="49" charset="-122"/>
                    </a:endParaRPr>
                  </a:p>
                </p:txBody>
              </p:sp>
            </mc:Choice>
            <mc:Fallback xmlns="">
              <p:sp>
                <p:nvSpPr>
                  <p:cNvPr id="44" name="文本框 43">
                    <a:extLst>
                      <a:ext uri="{FF2B5EF4-FFF2-40B4-BE49-F238E27FC236}">
                        <a16:creationId xmlns:a16="http://schemas.microsoft.com/office/drawing/2014/main" id="{DC24FD3A-E970-4358-946B-1B9D494663F9}"/>
                      </a:ext>
                    </a:extLst>
                  </p:cNvPr>
                  <p:cNvSpPr txBox="1">
                    <a:spLocks noRot="1" noChangeAspect="1" noMove="1" noResize="1" noEditPoints="1" noAdjustHandles="1" noChangeArrowheads="1" noChangeShapeType="1" noTextEdit="1"/>
                  </p:cNvSpPr>
                  <p:nvPr/>
                </p:nvSpPr>
                <p:spPr>
                  <a:xfrm>
                    <a:off x="8138984" y="4432460"/>
                    <a:ext cx="3331040" cy="246221"/>
                  </a:xfrm>
                  <a:prstGeom prst="rect">
                    <a:avLst/>
                  </a:prstGeom>
                  <a:blipFill>
                    <a:blip r:embed="rId7"/>
                    <a:stretch>
                      <a:fillRect t="-27500" b="-50000"/>
                    </a:stretch>
                  </a:blipFill>
                </p:spPr>
                <p:txBody>
                  <a:bodyPr/>
                  <a:lstStyle/>
                  <a:p>
                    <a:r>
                      <a:rPr lang="zh-CN" altLang="en-US">
                        <a:noFill/>
                      </a:rPr>
                      <a:t> </a:t>
                    </a:r>
                  </a:p>
                </p:txBody>
              </p:sp>
            </mc:Fallback>
          </mc:AlternateContent>
        </p:grpSp>
        <p:sp>
          <p:nvSpPr>
            <p:cNvPr id="53" name="矩形: 圆角 52">
              <a:extLst>
                <a:ext uri="{FF2B5EF4-FFF2-40B4-BE49-F238E27FC236}">
                  <a16:creationId xmlns:a16="http://schemas.microsoft.com/office/drawing/2014/main" id="{D88FA4BE-96CF-49F6-80D3-EC72E20034A8}"/>
                </a:ext>
              </a:extLst>
            </p:cNvPr>
            <p:cNvSpPr/>
            <p:nvPr/>
          </p:nvSpPr>
          <p:spPr>
            <a:xfrm>
              <a:off x="6242918" y="3798896"/>
              <a:ext cx="5315361" cy="1207280"/>
            </a:xfrm>
            <a:prstGeom prst="roundRect">
              <a:avLst/>
            </a:prstGeom>
            <a:noFill/>
            <a:ln>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56" name="组合 55">
            <a:extLst>
              <a:ext uri="{FF2B5EF4-FFF2-40B4-BE49-F238E27FC236}">
                <a16:creationId xmlns:a16="http://schemas.microsoft.com/office/drawing/2014/main" id="{36573567-A6F7-463A-8A23-1272C55C2061}"/>
              </a:ext>
            </a:extLst>
          </p:cNvPr>
          <p:cNvGrpSpPr/>
          <p:nvPr/>
        </p:nvGrpSpPr>
        <p:grpSpPr>
          <a:xfrm>
            <a:off x="6154345" y="5144338"/>
            <a:ext cx="5576938" cy="1207280"/>
            <a:chOff x="6178694" y="5129287"/>
            <a:chExt cx="5576938" cy="1207280"/>
          </a:xfrm>
        </p:grpSpPr>
        <p:grpSp>
          <p:nvGrpSpPr>
            <p:cNvPr id="52" name="组合 51">
              <a:extLst>
                <a:ext uri="{FF2B5EF4-FFF2-40B4-BE49-F238E27FC236}">
                  <a16:creationId xmlns:a16="http://schemas.microsoft.com/office/drawing/2014/main" id="{E21AF462-A479-4241-824F-9CFADD5924F5}"/>
                </a:ext>
              </a:extLst>
            </p:cNvPr>
            <p:cNvGrpSpPr/>
            <p:nvPr/>
          </p:nvGrpSpPr>
          <p:grpSpPr>
            <a:xfrm>
              <a:off x="6285134" y="5195905"/>
              <a:ext cx="5400963" cy="1072455"/>
              <a:chOff x="6285134" y="5193123"/>
              <a:chExt cx="5400963" cy="1072455"/>
            </a:xfrm>
          </p:grpSpPr>
          <mc:AlternateContent xmlns:mc="http://schemas.openxmlformats.org/markup-compatibility/2006" xmlns:a14="http://schemas.microsoft.com/office/drawing/2010/main">
            <mc:Choice Requires="a14">
              <p:sp>
                <p:nvSpPr>
                  <p:cNvPr id="47" name="文本框 46">
                    <a:extLst>
                      <a:ext uri="{FF2B5EF4-FFF2-40B4-BE49-F238E27FC236}">
                        <a16:creationId xmlns:a16="http://schemas.microsoft.com/office/drawing/2014/main" id="{D56E3E9E-16FB-45AE-A4DE-8502A0A2AD08}"/>
                      </a:ext>
                    </a:extLst>
                  </p:cNvPr>
                  <p:cNvSpPr txBox="1"/>
                  <p:nvPr/>
                </p:nvSpPr>
                <p:spPr>
                  <a:xfrm>
                    <a:off x="6334382" y="5193123"/>
                    <a:ext cx="3281794" cy="312650"/>
                  </a:xfrm>
                  <a:prstGeom prst="rect">
                    <a:avLst/>
                  </a:prstGeom>
                  <a:solidFill>
                    <a:schemeClr val="accent6">
                      <a:lumMod val="20000"/>
                      <a:lumOff val="80000"/>
                    </a:schemeClr>
                  </a:solidFill>
                </p:spPr>
                <p:txBody>
                  <a:bodyPr wrap="square" tIns="0" bIns="0" rtlCol="0">
                    <a:spAutoFit/>
                  </a:bodyPr>
                  <a:lstStyle/>
                  <a:p>
                    <a:pPr/>
                    <a14:m>
                      <m:oMathPara xmlns:m="http://schemas.openxmlformats.org/officeDocument/2006/math">
                        <m:oMathParaPr>
                          <m:jc m:val="centerGroup"/>
                        </m:oMathParaPr>
                        <m:oMath xmlns:m="http://schemas.openxmlformats.org/officeDocument/2006/math">
                          <m:r>
                            <a:rPr lang="en-US" altLang="zh-CN" i="1">
                              <a:solidFill>
                                <a:schemeClr val="accent6">
                                  <a:lumMod val="50000"/>
                                </a:schemeClr>
                              </a:solidFill>
                              <a:latin typeface="Cambria Math" panose="02040503050406030204" pitchFamily="18" charset="0"/>
                            </a:rPr>
                            <m:t>𝐴</m:t>
                          </m:r>
                          <m:r>
                            <a:rPr lang="en-US" altLang="zh-CN" i="1">
                              <a:solidFill>
                                <a:schemeClr val="accent6">
                                  <a:lumMod val="50000"/>
                                </a:schemeClr>
                              </a:solidFill>
                              <a:latin typeface="Cambria Math" panose="02040503050406030204" pitchFamily="18" charset="0"/>
                            </a:rPr>
                            <m:t> = </m:t>
                          </m:r>
                          <m:d>
                            <m:dPr>
                              <m:ctrlPr>
                                <a:rPr lang="en-US" altLang="zh-CN" i="1">
                                  <a:solidFill>
                                    <a:schemeClr val="accent6">
                                      <a:lumMod val="50000"/>
                                    </a:schemeClr>
                                  </a:solidFill>
                                  <a:latin typeface="Cambria Math" panose="02040503050406030204" pitchFamily="18" charset="0"/>
                                </a:rPr>
                              </m:ctrlPr>
                            </m:dPr>
                            <m:e>
                              <m:r>
                                <a:rPr lang="en-US" altLang="zh-CN" i="1">
                                  <a:solidFill>
                                    <a:schemeClr val="accent6">
                                      <a:lumMod val="50000"/>
                                    </a:schemeClr>
                                  </a:solidFill>
                                  <a:latin typeface="Cambria Math" panose="02040503050406030204" pitchFamily="18" charset="0"/>
                                </a:rPr>
                                <m:t>𝑝</m:t>
                              </m:r>
                              <m:r>
                                <a:rPr lang="en-US" altLang="zh-CN" i="1">
                                  <a:solidFill>
                                    <a:schemeClr val="accent6">
                                      <a:lumMod val="50000"/>
                                    </a:schemeClr>
                                  </a:solidFill>
                                  <a:latin typeface="Cambria Math" panose="02040503050406030204" pitchFamily="18" charset="0"/>
                                </a:rPr>
                                <m:t>→</m:t>
                              </m:r>
                              <m:r>
                                <a:rPr lang="en-US" altLang="zh-CN" i="1">
                                  <a:solidFill>
                                    <a:schemeClr val="accent6">
                                      <a:lumMod val="50000"/>
                                    </a:schemeClr>
                                  </a:solidFill>
                                  <a:latin typeface="Cambria Math" panose="02040503050406030204" pitchFamily="18" charset="0"/>
                                </a:rPr>
                                <m:t>𝑞</m:t>
                              </m:r>
                            </m:e>
                          </m:d>
                          <m:r>
                            <a:rPr lang="en-US" altLang="zh-CN" i="1">
                              <a:solidFill>
                                <a:schemeClr val="accent6">
                                  <a:lumMod val="50000"/>
                                </a:schemeClr>
                              </a:solidFill>
                              <a:latin typeface="Cambria Math" panose="02040503050406030204" pitchFamily="18" charset="0"/>
                            </a:rPr>
                            <m:t>∧</m:t>
                          </m:r>
                          <m:d>
                            <m:dPr>
                              <m:ctrlPr>
                                <a:rPr lang="en-US" altLang="zh-CN" i="1">
                                  <a:solidFill>
                                    <a:schemeClr val="accent6">
                                      <a:lumMod val="50000"/>
                                    </a:schemeClr>
                                  </a:solidFill>
                                  <a:latin typeface="Cambria Math" panose="02040503050406030204" pitchFamily="18" charset="0"/>
                                </a:rPr>
                              </m:ctrlPr>
                            </m:dPr>
                            <m:e>
                              <m:r>
                                <a:rPr lang="en-US" altLang="zh-CN" i="1">
                                  <a:solidFill>
                                    <a:schemeClr val="accent6">
                                      <a:lumMod val="50000"/>
                                    </a:schemeClr>
                                  </a:solidFill>
                                  <a:latin typeface="Cambria Math" panose="02040503050406030204" pitchFamily="18" charset="0"/>
                                </a:rPr>
                                <m:t>𝑟</m:t>
                              </m:r>
                              <m:r>
                                <a:rPr lang="en-US" altLang="zh-CN" i="1">
                                  <a:solidFill>
                                    <a:schemeClr val="accent6">
                                      <a:lumMod val="50000"/>
                                    </a:schemeClr>
                                  </a:solidFill>
                                  <a:latin typeface="Cambria Math" panose="02040503050406030204" pitchFamily="18" charset="0"/>
                                </a:rPr>
                                <m:t>→</m:t>
                              </m:r>
                              <m:d>
                                <m:dPr>
                                  <m:ctrlPr>
                                    <a:rPr lang="en-US" altLang="zh-CN" i="1">
                                      <a:solidFill>
                                        <a:schemeClr val="accent6">
                                          <a:lumMod val="50000"/>
                                        </a:schemeClr>
                                      </a:solidFill>
                                      <a:latin typeface="Cambria Math" panose="02040503050406030204" pitchFamily="18" charset="0"/>
                                    </a:rPr>
                                  </m:ctrlPr>
                                </m:dPr>
                                <m:e>
                                  <m:r>
                                    <a:rPr lang="en-US" altLang="zh-CN" i="1">
                                      <a:solidFill>
                                        <a:schemeClr val="accent6">
                                          <a:lumMod val="50000"/>
                                        </a:schemeClr>
                                      </a:solidFill>
                                      <a:latin typeface="Cambria Math" panose="02040503050406030204" pitchFamily="18" charset="0"/>
                                    </a:rPr>
                                    <m:t>𝑝</m:t>
                                  </m:r>
                                  <m:r>
                                    <a:rPr lang="en-US" altLang="zh-CN" i="1">
                                      <a:solidFill>
                                        <a:schemeClr val="accent6">
                                          <a:lumMod val="50000"/>
                                        </a:schemeClr>
                                      </a:solidFill>
                                      <a:latin typeface="Cambria Math" panose="02040503050406030204" pitchFamily="18" charset="0"/>
                                    </a:rPr>
                                    <m:t>→</m:t>
                                  </m:r>
                                  <m:r>
                                    <a:rPr lang="en-US" altLang="zh-CN" i="1">
                                      <a:solidFill>
                                        <a:schemeClr val="accent6">
                                          <a:lumMod val="50000"/>
                                        </a:schemeClr>
                                      </a:solidFill>
                                      <a:latin typeface="Cambria Math" panose="02040503050406030204" pitchFamily="18" charset="0"/>
                                    </a:rPr>
                                    <m:t>𝑞</m:t>
                                  </m:r>
                                </m:e>
                              </m:d>
                            </m:e>
                          </m:d>
                        </m:oMath>
                      </m:oMathPara>
                    </a14:m>
                    <a:endParaRPr lang="zh-CN" altLang="en-US"/>
                  </a:p>
                </p:txBody>
              </p:sp>
            </mc:Choice>
            <mc:Fallback xmlns="">
              <p:sp>
                <p:nvSpPr>
                  <p:cNvPr id="47" name="文本框 46">
                    <a:extLst>
                      <a:ext uri="{FF2B5EF4-FFF2-40B4-BE49-F238E27FC236}">
                        <a16:creationId xmlns:a16="http://schemas.microsoft.com/office/drawing/2014/main" id="{D56E3E9E-16FB-45AE-A4DE-8502A0A2AD08}"/>
                      </a:ext>
                    </a:extLst>
                  </p:cNvPr>
                  <p:cNvSpPr txBox="1">
                    <a:spLocks noRot="1" noChangeAspect="1" noMove="1" noResize="1" noEditPoints="1" noAdjustHandles="1" noChangeArrowheads="1" noChangeShapeType="1" noTextEdit="1"/>
                  </p:cNvSpPr>
                  <p:nvPr/>
                </p:nvSpPr>
                <p:spPr>
                  <a:xfrm>
                    <a:off x="6334382" y="5193123"/>
                    <a:ext cx="3281794" cy="312650"/>
                  </a:xfrm>
                  <a:prstGeom prst="rect">
                    <a:avLst/>
                  </a:prstGeom>
                  <a:blipFill>
                    <a:blip r:embed="rId8"/>
                    <a:stretch>
                      <a:fillRect b="-1960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8" name="文本框 47">
                    <a:extLst>
                      <a:ext uri="{FF2B5EF4-FFF2-40B4-BE49-F238E27FC236}">
                        <a16:creationId xmlns:a16="http://schemas.microsoft.com/office/drawing/2014/main" id="{2E175FE0-687F-48C7-A44B-26E73640E6B8}"/>
                      </a:ext>
                    </a:extLst>
                  </p:cNvPr>
                  <p:cNvSpPr txBox="1"/>
                  <p:nvPr/>
                </p:nvSpPr>
                <p:spPr>
                  <a:xfrm>
                    <a:off x="6285134" y="5952928"/>
                    <a:ext cx="3515794" cy="312650"/>
                  </a:xfrm>
                  <a:prstGeom prst="rect">
                    <a:avLst/>
                  </a:prstGeom>
                  <a:solidFill>
                    <a:schemeClr val="accent6">
                      <a:lumMod val="40000"/>
                      <a:lumOff val="60000"/>
                    </a:schemeClr>
                  </a:solidFill>
                </p:spPr>
                <p:txBody>
                  <a:bodyPr wrap="square" tIns="0" bIns="0" rtlCol="0">
                    <a:spAutoFit/>
                  </a:bodyPr>
                  <a:lstStyle/>
                  <a:p>
                    <a:pPr/>
                    <a14:m>
                      <m:oMathPara xmlns:m="http://schemas.openxmlformats.org/officeDocument/2006/math">
                        <m:oMathParaPr>
                          <m:jc m:val="centerGroup"/>
                        </m:oMathParaPr>
                        <m:oMath xmlns:m="http://schemas.openxmlformats.org/officeDocument/2006/math">
                          <m:r>
                            <a:rPr lang="en-US" altLang="zh-CN" i="1">
                              <a:solidFill>
                                <a:schemeClr val="accent6">
                                  <a:lumMod val="50000"/>
                                </a:schemeClr>
                              </a:solidFill>
                              <a:latin typeface="Cambria Math" panose="02040503050406030204" pitchFamily="18" charset="0"/>
                            </a:rPr>
                            <m:t>𝐴</m:t>
                          </m:r>
                          <m:r>
                            <a:rPr lang="en-US" altLang="zh-CN" i="1" smtClean="0">
                              <a:solidFill>
                                <a:schemeClr val="accent6">
                                  <a:lumMod val="50000"/>
                                </a:schemeClr>
                              </a:solidFill>
                              <a:latin typeface="Cambria Math" panose="02040503050406030204" pitchFamily="18" charset="0"/>
                            </a:rPr>
                            <m:t>′</m:t>
                          </m:r>
                          <m:r>
                            <a:rPr lang="en-US" altLang="zh-CN" i="1">
                              <a:solidFill>
                                <a:schemeClr val="accent6">
                                  <a:lumMod val="50000"/>
                                </a:schemeClr>
                              </a:solidFill>
                              <a:latin typeface="Cambria Math" panose="02040503050406030204" pitchFamily="18" charset="0"/>
                            </a:rPr>
                            <m:t>′= </m:t>
                          </m:r>
                          <m:d>
                            <m:dPr>
                              <m:ctrlPr>
                                <a:rPr lang="en-US" altLang="zh-CN" i="1" smtClean="0">
                                  <a:solidFill>
                                    <a:schemeClr val="accent6">
                                      <a:lumMod val="50000"/>
                                    </a:schemeClr>
                                  </a:solidFill>
                                  <a:latin typeface="Cambria Math" panose="02040503050406030204" pitchFamily="18" charset="0"/>
                                </a:rPr>
                              </m:ctrlPr>
                            </m:dPr>
                            <m:e>
                              <m:r>
                                <a:rPr lang="en-US" altLang="zh-CN" i="1">
                                  <a:solidFill>
                                    <a:schemeClr val="accent6">
                                      <a:lumMod val="50000"/>
                                    </a:schemeClr>
                                  </a:solidFill>
                                  <a:latin typeface="Cambria Math" panose="02040503050406030204" pitchFamily="18" charset="0"/>
                                </a:rPr>
                                <m:t>¬</m:t>
                              </m:r>
                              <m:r>
                                <a:rPr lang="en-US" altLang="zh-CN" i="1">
                                  <a:solidFill>
                                    <a:schemeClr val="accent6">
                                      <a:lumMod val="50000"/>
                                    </a:schemeClr>
                                  </a:solidFill>
                                  <a:latin typeface="Cambria Math" panose="02040503050406030204" pitchFamily="18" charset="0"/>
                                </a:rPr>
                                <m:t>𝑝</m:t>
                              </m:r>
                              <m:r>
                                <a:rPr lang="en-US" altLang="zh-CN" i="1">
                                  <a:solidFill>
                                    <a:schemeClr val="accent6">
                                      <a:lumMod val="50000"/>
                                    </a:schemeClr>
                                  </a:solidFill>
                                  <a:latin typeface="Cambria Math" panose="02040503050406030204" pitchFamily="18" charset="0"/>
                                </a:rPr>
                                <m:t>∨</m:t>
                              </m:r>
                              <m:r>
                                <a:rPr lang="en-US" altLang="zh-CN" i="1">
                                  <a:solidFill>
                                    <a:schemeClr val="accent6">
                                      <a:lumMod val="50000"/>
                                    </a:schemeClr>
                                  </a:solidFill>
                                  <a:latin typeface="Cambria Math" panose="02040503050406030204" pitchFamily="18" charset="0"/>
                                </a:rPr>
                                <m:t>𝑞</m:t>
                              </m:r>
                            </m:e>
                          </m:d>
                          <m:r>
                            <a:rPr lang="en-US" altLang="zh-CN" i="1">
                              <a:solidFill>
                                <a:schemeClr val="accent6">
                                  <a:lumMod val="50000"/>
                                </a:schemeClr>
                              </a:solidFill>
                              <a:latin typeface="Cambria Math" panose="02040503050406030204" pitchFamily="18" charset="0"/>
                            </a:rPr>
                            <m:t>∧</m:t>
                          </m:r>
                          <m:d>
                            <m:dPr>
                              <m:ctrlPr>
                                <a:rPr lang="en-US" altLang="zh-CN" i="1">
                                  <a:solidFill>
                                    <a:schemeClr val="accent6">
                                      <a:lumMod val="50000"/>
                                    </a:schemeClr>
                                  </a:solidFill>
                                  <a:latin typeface="Cambria Math" panose="02040503050406030204" pitchFamily="18" charset="0"/>
                                </a:rPr>
                              </m:ctrlPr>
                            </m:dPr>
                            <m:e>
                              <m:r>
                                <a:rPr lang="en-US" altLang="zh-CN" i="1">
                                  <a:solidFill>
                                    <a:schemeClr val="accent6">
                                      <a:lumMod val="50000"/>
                                    </a:schemeClr>
                                  </a:solidFill>
                                  <a:latin typeface="Cambria Math" panose="02040503050406030204" pitchFamily="18" charset="0"/>
                                </a:rPr>
                                <m:t>𝑟</m:t>
                              </m:r>
                              <m:r>
                                <a:rPr lang="en-US" altLang="zh-CN" i="1">
                                  <a:solidFill>
                                    <a:schemeClr val="accent6">
                                      <a:lumMod val="50000"/>
                                    </a:schemeClr>
                                  </a:solidFill>
                                  <a:latin typeface="Cambria Math" panose="02040503050406030204" pitchFamily="18" charset="0"/>
                                </a:rPr>
                                <m:t>→</m:t>
                              </m:r>
                              <m:d>
                                <m:dPr>
                                  <m:ctrlPr>
                                    <a:rPr lang="en-US" altLang="zh-CN" i="1">
                                      <a:solidFill>
                                        <a:schemeClr val="accent6">
                                          <a:lumMod val="50000"/>
                                        </a:schemeClr>
                                      </a:solidFill>
                                      <a:latin typeface="Cambria Math" panose="02040503050406030204" pitchFamily="18" charset="0"/>
                                    </a:rPr>
                                  </m:ctrlPr>
                                </m:dPr>
                                <m:e>
                                  <m:r>
                                    <a:rPr lang="en-US" altLang="zh-CN" i="1">
                                      <a:solidFill>
                                        <a:schemeClr val="accent6">
                                          <a:lumMod val="50000"/>
                                        </a:schemeClr>
                                      </a:solidFill>
                                      <a:latin typeface="Cambria Math" panose="02040503050406030204" pitchFamily="18" charset="0"/>
                                    </a:rPr>
                                    <m:t>¬</m:t>
                                  </m:r>
                                  <m:r>
                                    <a:rPr lang="en-US" altLang="zh-CN" i="1">
                                      <a:solidFill>
                                        <a:schemeClr val="accent6">
                                          <a:lumMod val="50000"/>
                                        </a:schemeClr>
                                      </a:solidFill>
                                      <a:latin typeface="Cambria Math" panose="02040503050406030204" pitchFamily="18" charset="0"/>
                                    </a:rPr>
                                    <m:t>𝑝</m:t>
                                  </m:r>
                                  <m:r>
                                    <a:rPr lang="en-US" altLang="zh-CN" i="1">
                                      <a:solidFill>
                                        <a:schemeClr val="accent6">
                                          <a:lumMod val="50000"/>
                                        </a:schemeClr>
                                      </a:solidFill>
                                      <a:latin typeface="Cambria Math" panose="02040503050406030204" pitchFamily="18" charset="0"/>
                                    </a:rPr>
                                    <m:t>∨</m:t>
                                  </m:r>
                                  <m:r>
                                    <a:rPr lang="en-US" altLang="zh-CN" i="1">
                                      <a:solidFill>
                                        <a:schemeClr val="accent6">
                                          <a:lumMod val="50000"/>
                                        </a:schemeClr>
                                      </a:solidFill>
                                      <a:latin typeface="Cambria Math" panose="02040503050406030204" pitchFamily="18" charset="0"/>
                                    </a:rPr>
                                    <m:t>𝑞</m:t>
                                  </m:r>
                                </m:e>
                              </m:d>
                            </m:e>
                          </m:d>
                        </m:oMath>
                      </m:oMathPara>
                    </a14:m>
                    <a:endParaRPr lang="zh-CN" altLang="en-US"/>
                  </a:p>
                </p:txBody>
              </p:sp>
            </mc:Choice>
            <mc:Fallback xmlns="">
              <p:sp>
                <p:nvSpPr>
                  <p:cNvPr id="48" name="文本框 47">
                    <a:extLst>
                      <a:ext uri="{FF2B5EF4-FFF2-40B4-BE49-F238E27FC236}">
                        <a16:creationId xmlns:a16="http://schemas.microsoft.com/office/drawing/2014/main" id="{2E175FE0-687F-48C7-A44B-26E73640E6B8}"/>
                      </a:ext>
                    </a:extLst>
                  </p:cNvPr>
                  <p:cNvSpPr txBox="1">
                    <a:spLocks noRot="1" noChangeAspect="1" noMove="1" noResize="1" noEditPoints="1" noAdjustHandles="1" noChangeArrowheads="1" noChangeShapeType="1" noTextEdit="1"/>
                  </p:cNvSpPr>
                  <p:nvPr/>
                </p:nvSpPr>
                <p:spPr>
                  <a:xfrm>
                    <a:off x="6285134" y="5952928"/>
                    <a:ext cx="3515794" cy="312650"/>
                  </a:xfrm>
                  <a:prstGeom prst="rect">
                    <a:avLst/>
                  </a:prstGeom>
                  <a:blipFill>
                    <a:blip r:embed="rId9"/>
                    <a:stretch>
                      <a:fillRect b="-17308"/>
                    </a:stretch>
                  </a:blipFill>
                </p:spPr>
                <p:txBody>
                  <a:bodyPr/>
                  <a:lstStyle/>
                  <a:p>
                    <a:r>
                      <a:rPr lang="zh-CN" altLang="en-US">
                        <a:noFill/>
                      </a:rPr>
                      <a:t> </a:t>
                    </a:r>
                  </a:p>
                </p:txBody>
              </p:sp>
            </mc:Fallback>
          </mc:AlternateContent>
          <p:sp>
            <p:nvSpPr>
              <p:cNvPr id="49" name="箭头: 上下 48">
                <a:extLst>
                  <a:ext uri="{FF2B5EF4-FFF2-40B4-BE49-F238E27FC236}">
                    <a16:creationId xmlns:a16="http://schemas.microsoft.com/office/drawing/2014/main" id="{FA6132F2-E2A3-4179-A64F-E5357954C46C}"/>
                  </a:ext>
                </a:extLst>
              </p:cNvPr>
              <p:cNvSpPr/>
              <p:nvPr/>
            </p:nvSpPr>
            <p:spPr>
              <a:xfrm>
                <a:off x="7932237" y="5532225"/>
                <a:ext cx="121992" cy="394251"/>
              </a:xfrm>
              <a:prstGeom prst="upDownArrow">
                <a:avLst/>
              </a:prstGeom>
              <a:solidFill>
                <a:schemeClr val="accent1">
                  <a:alpha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50" name="文本框 49">
                    <a:extLst>
                      <a:ext uri="{FF2B5EF4-FFF2-40B4-BE49-F238E27FC236}">
                        <a16:creationId xmlns:a16="http://schemas.microsoft.com/office/drawing/2014/main" id="{DF94E21E-FDC8-41A3-9165-9741CE754B00}"/>
                      </a:ext>
                    </a:extLst>
                  </p:cNvPr>
                  <p:cNvSpPr txBox="1"/>
                  <p:nvPr/>
                </p:nvSpPr>
                <p:spPr>
                  <a:xfrm>
                    <a:off x="8170303" y="5583596"/>
                    <a:ext cx="3515794" cy="246221"/>
                  </a:xfrm>
                  <a:prstGeom prst="rect">
                    <a:avLst/>
                  </a:prstGeom>
                  <a:solidFill>
                    <a:schemeClr val="accent4">
                      <a:lumMod val="20000"/>
                      <a:lumOff val="80000"/>
                    </a:schemeClr>
                  </a:solidFill>
                </p:spPr>
                <p:txBody>
                  <a:bodyPr wrap="square" tIns="0" bIns="0" rtlCol="0">
                    <a:spAutoFit/>
                  </a:bodyPr>
                  <a:lstStyle/>
                  <a:p>
                    <a14:m>
                      <m:oMath xmlns:m="http://schemas.openxmlformats.org/officeDocument/2006/math">
                        <m:sSup>
                          <m:sSupPr>
                            <m:ctrlPr>
                              <a:rPr lang="en-US" altLang="zh-CN" sz="1600" i="1" smtClean="0">
                                <a:solidFill>
                                  <a:srgbClr val="C00000"/>
                                </a:solidFill>
                                <a:latin typeface="Cambria Math" panose="02040503050406030204" pitchFamily="18" charset="0"/>
                              </a:rPr>
                            </m:ctrlPr>
                          </m:sSupPr>
                          <m:e>
                            <m:r>
                              <a:rPr lang="en-US" altLang="zh-CN" sz="1600" i="1" smtClean="0">
                                <a:solidFill>
                                  <a:srgbClr val="C00000"/>
                                </a:solidFill>
                                <a:latin typeface="Cambria Math" panose="02040503050406030204" pitchFamily="18" charset="0"/>
                              </a:rPr>
                              <m:t>𝐵</m:t>
                            </m:r>
                          </m:e>
                          <m:sup>
                            <m:r>
                              <a:rPr lang="en-US" altLang="zh-CN" sz="1600" i="1" smtClean="0">
                                <a:solidFill>
                                  <a:srgbClr val="C00000"/>
                                </a:solidFill>
                                <a:latin typeface="Cambria Math" panose="02040503050406030204" pitchFamily="18" charset="0"/>
                              </a:rPr>
                              <m:t>′</m:t>
                            </m:r>
                          </m:sup>
                        </m:sSup>
                      </m:oMath>
                    </a14:m>
                    <a:r>
                      <a:rPr lang="zh-CN" altLang="en-US" sz="1600">
                        <a:solidFill>
                          <a:srgbClr val="C00000"/>
                        </a:solidFill>
                        <a:latin typeface="楷体" panose="02010609060101010101" pitchFamily="49" charset="-122"/>
                        <a:ea typeface="楷体" panose="02010609060101010101" pitchFamily="49" charset="-122"/>
                      </a:rPr>
                      <a:t>置换公式</a:t>
                    </a:r>
                    <a14:m>
                      <m:oMath xmlns:m="http://schemas.openxmlformats.org/officeDocument/2006/math">
                        <m:r>
                          <a:rPr lang="en-US" altLang="zh-CN" sz="1600" i="1" smtClean="0">
                            <a:solidFill>
                              <a:srgbClr val="C00000"/>
                            </a:solidFill>
                            <a:latin typeface="Cambria Math" panose="02040503050406030204" pitchFamily="18" charset="0"/>
                          </a:rPr>
                          <m:t>𝐵</m:t>
                        </m:r>
                      </m:oMath>
                    </a14:m>
                    <a:r>
                      <a:rPr lang="zh-CN" altLang="en-US" sz="1600">
                        <a:solidFill>
                          <a:srgbClr val="C00000"/>
                        </a:solidFill>
                        <a:latin typeface="楷体" panose="02010609060101010101" pitchFamily="49" charset="-122"/>
                        <a:ea typeface="楷体" panose="02010609060101010101" pitchFamily="49" charset="-122"/>
                      </a:rPr>
                      <a:t>在公式</a:t>
                    </a:r>
                    <a14:m>
                      <m:oMath xmlns:m="http://schemas.openxmlformats.org/officeDocument/2006/math">
                        <m:r>
                          <a:rPr lang="en-US" altLang="zh-CN" sz="1600" i="1" smtClean="0">
                            <a:solidFill>
                              <a:srgbClr val="C00000"/>
                            </a:solidFill>
                            <a:latin typeface="Cambria Math" panose="02040503050406030204" pitchFamily="18" charset="0"/>
                          </a:rPr>
                          <m:t>𝐴</m:t>
                        </m:r>
                      </m:oMath>
                    </a14:m>
                    <a:r>
                      <a:rPr lang="zh-CN" altLang="en-US" sz="1600">
                        <a:solidFill>
                          <a:srgbClr val="C00000"/>
                        </a:solidFill>
                        <a:latin typeface="楷体" panose="02010609060101010101" pitchFamily="49" charset="-122"/>
                        <a:ea typeface="楷体" panose="02010609060101010101" pitchFamily="49" charset="-122"/>
                      </a:rPr>
                      <a:t>的所有两处出现</a:t>
                    </a:r>
                    <a:endParaRPr lang="zh-CN" altLang="en-US" sz="1600">
                      <a:latin typeface="楷体" panose="02010609060101010101" pitchFamily="49" charset="-122"/>
                      <a:ea typeface="楷体" panose="02010609060101010101" pitchFamily="49" charset="-122"/>
                    </a:endParaRPr>
                  </a:p>
                </p:txBody>
              </p:sp>
            </mc:Choice>
            <mc:Fallback xmlns="">
              <p:sp>
                <p:nvSpPr>
                  <p:cNvPr id="50" name="文本框 49">
                    <a:extLst>
                      <a:ext uri="{FF2B5EF4-FFF2-40B4-BE49-F238E27FC236}">
                        <a16:creationId xmlns:a16="http://schemas.microsoft.com/office/drawing/2014/main" id="{DF94E21E-FDC8-41A3-9165-9741CE754B00}"/>
                      </a:ext>
                    </a:extLst>
                  </p:cNvPr>
                  <p:cNvSpPr txBox="1">
                    <a:spLocks noRot="1" noChangeAspect="1" noMove="1" noResize="1" noEditPoints="1" noAdjustHandles="1" noChangeArrowheads="1" noChangeShapeType="1" noTextEdit="1"/>
                  </p:cNvSpPr>
                  <p:nvPr/>
                </p:nvSpPr>
                <p:spPr>
                  <a:xfrm>
                    <a:off x="8170303" y="5583596"/>
                    <a:ext cx="3515794" cy="246221"/>
                  </a:xfrm>
                  <a:prstGeom prst="rect">
                    <a:avLst/>
                  </a:prstGeom>
                  <a:blipFill>
                    <a:blip r:embed="rId10"/>
                    <a:stretch>
                      <a:fillRect t="-30000" r="-520" b="-47500"/>
                    </a:stretch>
                  </a:blipFill>
                </p:spPr>
                <p:txBody>
                  <a:bodyPr/>
                  <a:lstStyle/>
                  <a:p>
                    <a:r>
                      <a:rPr lang="zh-CN" altLang="en-US">
                        <a:noFill/>
                      </a:rPr>
                      <a:t> </a:t>
                    </a:r>
                  </a:p>
                </p:txBody>
              </p:sp>
            </mc:Fallback>
          </mc:AlternateContent>
        </p:grpSp>
        <p:sp>
          <p:nvSpPr>
            <p:cNvPr id="54" name="矩形: 圆角 53">
              <a:extLst>
                <a:ext uri="{FF2B5EF4-FFF2-40B4-BE49-F238E27FC236}">
                  <a16:creationId xmlns:a16="http://schemas.microsoft.com/office/drawing/2014/main" id="{C8523858-46E7-4743-A062-4266744AE3B8}"/>
                </a:ext>
              </a:extLst>
            </p:cNvPr>
            <p:cNvSpPr/>
            <p:nvPr/>
          </p:nvSpPr>
          <p:spPr>
            <a:xfrm>
              <a:off x="6178694" y="5129287"/>
              <a:ext cx="5576938" cy="1207280"/>
            </a:xfrm>
            <a:prstGeom prst="roundRect">
              <a:avLst/>
            </a:prstGeom>
            <a:noFill/>
            <a:ln>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mc:AlternateContent xmlns:mc="http://schemas.openxmlformats.org/markup-compatibility/2006" xmlns:a14="http://schemas.microsoft.com/office/drawing/2010/main">
        <mc:Choice Requires="a14">
          <p:sp>
            <p:nvSpPr>
              <p:cNvPr id="57" name="文本框 56">
                <a:extLst>
                  <a:ext uri="{FF2B5EF4-FFF2-40B4-BE49-F238E27FC236}">
                    <a16:creationId xmlns:a16="http://schemas.microsoft.com/office/drawing/2014/main" id="{EDCCC615-94FC-4E82-ADF2-4025793AF789}"/>
                  </a:ext>
                </a:extLst>
              </p:cNvPr>
              <p:cNvSpPr txBox="1"/>
              <p:nvPr/>
            </p:nvSpPr>
            <p:spPr>
              <a:xfrm>
                <a:off x="10181259" y="4590340"/>
                <a:ext cx="975373" cy="369332"/>
              </a:xfrm>
              <a:prstGeom prst="rect">
                <a:avLst/>
              </a:prstGeom>
              <a:solidFill>
                <a:schemeClr val="accent4">
                  <a:lumMod val="40000"/>
                  <a:lumOff val="60000"/>
                </a:schemeClr>
              </a:solid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i="1" smtClean="0">
                          <a:solidFill>
                            <a:schemeClr val="tx1"/>
                          </a:solidFill>
                          <a:latin typeface="Cambria Math" panose="02040503050406030204" pitchFamily="18" charset="0"/>
                        </a:rPr>
                        <m:t>𝐴</m:t>
                      </m:r>
                      <m:r>
                        <a:rPr lang="en-US" altLang="zh-CN" i="1" smtClean="0">
                          <a:solidFill>
                            <a:schemeClr val="tx1"/>
                          </a:solidFill>
                          <a:latin typeface="Cambria Math" panose="02040503050406030204" pitchFamily="18" charset="0"/>
                        </a:rPr>
                        <m:t>≡</m:t>
                      </m:r>
                      <m:r>
                        <a:rPr lang="en-US" altLang="zh-CN" i="1" smtClean="0">
                          <a:solidFill>
                            <a:schemeClr val="tx1"/>
                          </a:solidFill>
                          <a:latin typeface="Cambria Math" panose="02040503050406030204" pitchFamily="18" charset="0"/>
                        </a:rPr>
                        <m:t>𝐴</m:t>
                      </m:r>
                      <m:r>
                        <a:rPr lang="en-US" altLang="zh-CN" i="1">
                          <a:solidFill>
                            <a:schemeClr val="tx1"/>
                          </a:solidFill>
                          <a:latin typeface="Cambria Math" panose="02040503050406030204" pitchFamily="18" charset="0"/>
                        </a:rPr>
                        <m:t>′</m:t>
                      </m:r>
                    </m:oMath>
                  </m:oMathPara>
                </a14:m>
                <a:endParaRPr lang="zh-CN" altLang="en-US">
                  <a:solidFill>
                    <a:schemeClr val="tx1"/>
                  </a:solidFill>
                </a:endParaRPr>
              </a:p>
            </p:txBody>
          </p:sp>
        </mc:Choice>
        <mc:Fallback xmlns="">
          <p:sp>
            <p:nvSpPr>
              <p:cNvPr id="57" name="文本框 56">
                <a:extLst>
                  <a:ext uri="{FF2B5EF4-FFF2-40B4-BE49-F238E27FC236}">
                    <a16:creationId xmlns:a16="http://schemas.microsoft.com/office/drawing/2014/main" id="{EDCCC615-94FC-4E82-ADF2-4025793AF789}"/>
                  </a:ext>
                </a:extLst>
              </p:cNvPr>
              <p:cNvSpPr txBox="1">
                <a:spLocks noRot="1" noChangeAspect="1" noMove="1" noResize="1" noEditPoints="1" noAdjustHandles="1" noChangeArrowheads="1" noChangeShapeType="1" noTextEdit="1"/>
              </p:cNvSpPr>
              <p:nvPr/>
            </p:nvSpPr>
            <p:spPr>
              <a:xfrm>
                <a:off x="10181259" y="4590340"/>
                <a:ext cx="975373" cy="369332"/>
              </a:xfrm>
              <a:prstGeom prst="rect">
                <a:avLst/>
              </a:prstGeom>
              <a:blipFill>
                <a:blip r:embed="rId11"/>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8" name="文本框 57">
                <a:extLst>
                  <a:ext uri="{FF2B5EF4-FFF2-40B4-BE49-F238E27FC236}">
                    <a16:creationId xmlns:a16="http://schemas.microsoft.com/office/drawing/2014/main" id="{407CFA49-36B2-4F9D-A12B-142189EA2C8F}"/>
                  </a:ext>
                </a:extLst>
              </p:cNvPr>
              <p:cNvSpPr txBox="1"/>
              <p:nvPr/>
            </p:nvSpPr>
            <p:spPr>
              <a:xfrm>
                <a:off x="10141426" y="5925473"/>
                <a:ext cx="1055040" cy="369332"/>
              </a:xfrm>
              <a:prstGeom prst="rect">
                <a:avLst/>
              </a:prstGeom>
              <a:solidFill>
                <a:schemeClr val="accent4">
                  <a:lumMod val="40000"/>
                  <a:lumOff val="60000"/>
                </a:schemeClr>
              </a:solid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i="1" smtClean="0">
                          <a:latin typeface="Cambria Math" panose="02040503050406030204" pitchFamily="18" charset="0"/>
                        </a:rPr>
                        <m:t>𝐴</m:t>
                      </m:r>
                      <m:r>
                        <a:rPr lang="en-US" altLang="zh-CN" i="1" smtClean="0">
                          <a:latin typeface="Cambria Math" panose="02040503050406030204" pitchFamily="18" charset="0"/>
                        </a:rPr>
                        <m:t>≡</m:t>
                      </m:r>
                      <m:sSup>
                        <m:sSupPr>
                          <m:ctrlPr>
                            <a:rPr lang="en-US" altLang="zh-CN" i="1" smtClean="0">
                              <a:solidFill>
                                <a:schemeClr val="accent6">
                                  <a:lumMod val="50000"/>
                                </a:schemeClr>
                              </a:solidFill>
                              <a:latin typeface="Cambria Math" panose="02040503050406030204" pitchFamily="18" charset="0"/>
                            </a:rPr>
                          </m:ctrlPr>
                        </m:sSupPr>
                        <m:e>
                          <m:r>
                            <a:rPr lang="en-US" altLang="zh-CN" i="1" smtClean="0">
                              <a:latin typeface="Cambria Math" panose="02040503050406030204" pitchFamily="18" charset="0"/>
                            </a:rPr>
                            <m:t>𝐴</m:t>
                          </m:r>
                        </m:e>
                        <m:sup>
                          <m:r>
                            <a:rPr lang="en-US" altLang="zh-CN" i="1" smtClean="0">
                              <a:solidFill>
                                <a:schemeClr val="accent6">
                                  <a:lumMod val="50000"/>
                                </a:schemeClr>
                              </a:solidFill>
                              <a:latin typeface="Cambria Math" panose="02040503050406030204" pitchFamily="18" charset="0"/>
                            </a:rPr>
                            <m:t>′</m:t>
                          </m:r>
                          <m:r>
                            <a:rPr lang="en-US" altLang="zh-CN" i="1">
                              <a:solidFill>
                                <a:schemeClr val="accent6">
                                  <a:lumMod val="50000"/>
                                </a:schemeClr>
                              </a:solidFill>
                              <a:latin typeface="Cambria Math" panose="02040503050406030204" pitchFamily="18" charset="0"/>
                            </a:rPr>
                            <m:t>′</m:t>
                          </m:r>
                        </m:sup>
                      </m:sSup>
                    </m:oMath>
                  </m:oMathPara>
                </a14:m>
                <a:endParaRPr lang="zh-CN" altLang="en-US"/>
              </a:p>
            </p:txBody>
          </p:sp>
        </mc:Choice>
        <mc:Fallback xmlns="">
          <p:sp>
            <p:nvSpPr>
              <p:cNvPr id="58" name="文本框 57">
                <a:extLst>
                  <a:ext uri="{FF2B5EF4-FFF2-40B4-BE49-F238E27FC236}">
                    <a16:creationId xmlns:a16="http://schemas.microsoft.com/office/drawing/2014/main" id="{407CFA49-36B2-4F9D-A12B-142189EA2C8F}"/>
                  </a:ext>
                </a:extLst>
              </p:cNvPr>
              <p:cNvSpPr txBox="1">
                <a:spLocks noRot="1" noChangeAspect="1" noMove="1" noResize="1" noEditPoints="1" noAdjustHandles="1" noChangeArrowheads="1" noChangeShapeType="1" noTextEdit="1"/>
              </p:cNvSpPr>
              <p:nvPr/>
            </p:nvSpPr>
            <p:spPr>
              <a:xfrm>
                <a:off x="10141426" y="5925473"/>
                <a:ext cx="1055040" cy="369332"/>
              </a:xfrm>
              <a:prstGeom prst="rect">
                <a:avLst/>
              </a:prstGeom>
              <a:blipFill>
                <a:blip r:embed="rId12"/>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0667787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51"/>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5"/>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animBg="1"/>
      <p:bldP spid="2" grpId="0" animBg="1"/>
      <p:bldP spid="57" grpId="0" animBg="1"/>
      <p:bldP spid="58"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命题逻辑的等值演算</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第四讲</a:t>
            </a:r>
            <a:r>
              <a:rPr lang="en-US" altLang="zh-CN">
                <a:latin typeface="楷体" panose="02010609060101010101" pitchFamily="49" charset="-122"/>
                <a:ea typeface="楷体" panose="02010609060101010101" pitchFamily="49" charset="-122"/>
              </a:rPr>
              <a:t>	</a:t>
            </a:r>
            <a:r>
              <a:rPr lang="zh-CN" altLang="en-US">
                <a:latin typeface="楷体" panose="02010609060101010101" pitchFamily="49" charset="-122"/>
                <a:ea typeface="楷体" panose="02010609060101010101" pitchFamily="49" charset="-122"/>
              </a:rPr>
              <a:t>命题逻辑的等值演算</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6</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14</a:t>
            </a:fld>
            <a:r>
              <a:rPr lang="en-US" altLang="zh-CN" dirty="0">
                <a:latin typeface="Arial" panose="020B0604020202020204" pitchFamily="34" charset="0"/>
                <a:ea typeface="楷体" panose="02010609060101010101" pitchFamily="49" charset="-122"/>
                <a:cs typeface="Arial" panose="020B0604020202020204" pitchFamily="34" charset="0"/>
              </a:rPr>
              <a:t>/26</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等值演算过程</a:t>
            </a:r>
          </a:p>
        </p:txBody>
      </p:sp>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81A1BAB4-A45A-42DC-8184-B5F134A5BB4A}"/>
                  </a:ext>
                </a:extLst>
              </p:cNvPr>
              <p:cNvSpPr txBox="1"/>
              <p:nvPr/>
            </p:nvSpPr>
            <p:spPr>
              <a:xfrm>
                <a:off x="2158063" y="1140182"/>
                <a:ext cx="7875874" cy="1781963"/>
              </a:xfrm>
              <a:prstGeom prst="rect">
                <a:avLst/>
              </a:prstGeom>
              <a:solidFill>
                <a:schemeClr val="accent4">
                  <a:lumMod val="20000"/>
                  <a:lumOff val="80000"/>
                </a:schemeClr>
              </a:solidFill>
            </p:spPr>
            <p:txBody>
              <a:bodyPr wrap="none" rtlCol="0">
                <a:spAutoFit/>
              </a:bodyPr>
              <a:lstStyle/>
              <a:p>
                <a:pPr algn="ctr">
                  <a:lnSpc>
                    <a:spcPts val="3400"/>
                  </a:lnSpc>
                </a:pPr>
                <a:r>
                  <a:rPr lang="zh-CN" altLang="en-US" sz="2400">
                    <a:solidFill>
                      <a:srgbClr val="002060"/>
                    </a:solidFill>
                    <a:latin typeface="黑体" panose="02010609060101010101" pitchFamily="49" charset="-122"/>
                    <a:ea typeface="黑体" panose="02010609060101010101" pitchFamily="49" charset="-122"/>
                  </a:rPr>
                  <a:t>等值演算过程</a:t>
                </a:r>
                <a:endParaRPr lang="en-US" altLang="zh-CN" sz="2400">
                  <a:solidFill>
                    <a:srgbClr val="002060"/>
                  </a:solidFill>
                  <a:latin typeface="黑体" panose="02010609060101010101" pitchFamily="49" charset="-122"/>
                  <a:ea typeface="黑体" panose="02010609060101010101" pitchFamily="49" charset="-122"/>
                </a:endParaRPr>
              </a:p>
              <a:p>
                <a:pPr>
                  <a:lnSpc>
                    <a:spcPts val="3400"/>
                  </a:lnSpc>
                </a:pPr>
                <a:r>
                  <a:rPr lang="zh-CN" altLang="en-US" sz="2000" b="1">
                    <a:solidFill>
                      <a:schemeClr val="accent6">
                        <a:lumMod val="50000"/>
                      </a:schemeClr>
                    </a:solidFill>
                    <a:latin typeface="+mn-ea"/>
                  </a:rPr>
                  <a:t>利用基本等值式模式的实例，为证明逻辑等值式</a:t>
                </a:r>
                <a14:m>
                  <m:oMath xmlns:m="http://schemas.openxmlformats.org/officeDocument/2006/math">
                    <m:r>
                      <a:rPr lang="en-US" altLang="zh-CN" sz="2000" b="1" i="1" smtClean="0">
                        <a:solidFill>
                          <a:schemeClr val="accent6">
                            <a:lumMod val="50000"/>
                          </a:schemeClr>
                        </a:solidFill>
                        <a:latin typeface="Cambria Math" panose="02040503050406030204" pitchFamily="18" charset="0"/>
                      </a:rPr>
                      <m:t>𝑨</m:t>
                    </m:r>
                    <m:r>
                      <a:rPr lang="en-US" altLang="zh-CN" sz="2000" b="1" i="1" smtClean="0">
                        <a:solidFill>
                          <a:schemeClr val="accent6">
                            <a:lumMod val="50000"/>
                          </a:schemeClr>
                        </a:solidFill>
                        <a:latin typeface="Cambria Math" panose="02040503050406030204" pitchFamily="18" charset="0"/>
                      </a:rPr>
                      <m:t>≡</m:t>
                    </m:r>
                    <m:r>
                      <a:rPr lang="en-US" altLang="zh-CN" sz="2000" b="1" i="1" smtClean="0">
                        <a:solidFill>
                          <a:schemeClr val="accent6">
                            <a:lumMod val="50000"/>
                          </a:schemeClr>
                        </a:solidFill>
                        <a:latin typeface="Cambria Math" panose="02040503050406030204" pitchFamily="18" charset="0"/>
                      </a:rPr>
                      <m:t>𝑩</m:t>
                    </m:r>
                  </m:oMath>
                </a14:m>
                <a:endParaRPr lang="zh-CN" altLang="en-US" sz="2000" b="1">
                  <a:solidFill>
                    <a:schemeClr val="accent6">
                      <a:lumMod val="50000"/>
                    </a:schemeClr>
                  </a:solidFill>
                  <a:latin typeface="+mn-ea"/>
                </a:endParaRPr>
              </a:p>
              <a:p>
                <a:pPr marL="342900" indent="-342900">
                  <a:lnSpc>
                    <a:spcPts val="3400"/>
                  </a:lnSpc>
                  <a:buFont typeface="Arial" panose="020B0604020202020204" pitchFamily="34" charset="0"/>
                  <a:buChar char="•"/>
                </a:pPr>
                <a:r>
                  <a:rPr lang="zh-CN" altLang="en-US" sz="2000" b="1">
                    <a:solidFill>
                      <a:srgbClr val="C00000"/>
                    </a:solidFill>
                    <a:latin typeface="楷体" panose="02010609060101010101" pitchFamily="49" charset="-122"/>
                    <a:ea typeface="楷体" panose="02010609060101010101" pitchFamily="49" charset="-122"/>
                  </a:rPr>
                  <a:t>只要将</a:t>
                </a:r>
                <a14:m>
                  <m:oMath xmlns:m="http://schemas.openxmlformats.org/officeDocument/2006/math">
                    <m:r>
                      <a:rPr lang="en-US" altLang="zh-CN" sz="2000" b="1" i="1" smtClean="0">
                        <a:solidFill>
                          <a:srgbClr val="C00000"/>
                        </a:solidFill>
                        <a:latin typeface="Cambria Math" panose="02040503050406030204" pitchFamily="18" charset="0"/>
                      </a:rPr>
                      <m:t>𝑨</m:t>
                    </m:r>
                  </m:oMath>
                </a14:m>
                <a:r>
                  <a:rPr lang="zh-CN" altLang="en-US" sz="2000" b="1">
                    <a:solidFill>
                      <a:srgbClr val="C00000"/>
                    </a:solidFill>
                    <a:latin typeface="楷体" panose="02010609060101010101" pitchFamily="49" charset="-122"/>
                    <a:ea typeface="楷体" panose="02010609060101010101" pitchFamily="49" charset="-122"/>
                  </a:rPr>
                  <a:t>变换为与它等值的</a:t>
                </a:r>
                <a14:m>
                  <m:oMath xmlns:m="http://schemas.openxmlformats.org/officeDocument/2006/math">
                    <m:r>
                      <a:rPr lang="en-US" altLang="zh-CN" sz="2000" b="1" i="1" smtClean="0">
                        <a:solidFill>
                          <a:srgbClr val="C00000"/>
                        </a:solidFill>
                        <a:latin typeface="Cambria Math" panose="02040503050406030204" pitchFamily="18" charset="0"/>
                      </a:rPr>
                      <m:t>𝑨</m:t>
                    </m:r>
                    <m:r>
                      <a:rPr lang="en-US" altLang="zh-CN" sz="2000" b="1" i="1" smtClean="0">
                        <a:solidFill>
                          <a:srgbClr val="C00000"/>
                        </a:solidFill>
                        <a:latin typeface="Cambria Math" panose="02040503050406030204" pitchFamily="18" charset="0"/>
                      </a:rPr>
                      <m:t>′</m:t>
                    </m:r>
                  </m:oMath>
                </a14:m>
                <a:r>
                  <a:rPr lang="zh-CN" altLang="en-US" sz="2000" b="1">
                    <a:solidFill>
                      <a:srgbClr val="C00000"/>
                    </a:solidFill>
                    <a:latin typeface="楷体" panose="02010609060101010101" pitchFamily="49" charset="-122"/>
                    <a:ea typeface="楷体" panose="02010609060101010101" pitchFamily="49" charset="-122"/>
                  </a:rPr>
                  <a:t>，再变换为</a:t>
                </a:r>
                <a14:m>
                  <m:oMath xmlns:m="http://schemas.openxmlformats.org/officeDocument/2006/math">
                    <m:r>
                      <a:rPr lang="en-US" altLang="zh-CN" sz="2000" b="1" i="1" smtClean="0">
                        <a:solidFill>
                          <a:srgbClr val="C00000"/>
                        </a:solidFill>
                        <a:latin typeface="Cambria Math" panose="02040503050406030204" pitchFamily="18" charset="0"/>
                      </a:rPr>
                      <m:t>𝑨</m:t>
                    </m:r>
                    <m:r>
                      <a:rPr lang="en-US" altLang="zh-CN" sz="2000" b="1" i="1" smtClean="0">
                        <a:solidFill>
                          <a:srgbClr val="C00000"/>
                        </a:solidFill>
                        <a:latin typeface="Cambria Math" panose="02040503050406030204" pitchFamily="18" charset="0"/>
                      </a:rPr>
                      <m:t>′′</m:t>
                    </m:r>
                  </m:oMath>
                </a14:m>
                <a:r>
                  <a:rPr lang="zh-CN" altLang="en-US" sz="2000" b="1">
                    <a:solidFill>
                      <a:srgbClr val="C00000"/>
                    </a:solidFill>
                    <a:latin typeface="楷体" panose="02010609060101010101" pitchFamily="49" charset="-122"/>
                    <a:ea typeface="楷体" panose="02010609060101010101" pitchFamily="49" charset="-122"/>
                  </a:rPr>
                  <a:t>等等，一直到变换为</a:t>
                </a:r>
                <a14:m>
                  <m:oMath xmlns:m="http://schemas.openxmlformats.org/officeDocument/2006/math">
                    <m:r>
                      <a:rPr lang="en-US" altLang="zh-CN" sz="2000" b="1" i="1" smtClean="0">
                        <a:solidFill>
                          <a:srgbClr val="C00000"/>
                        </a:solidFill>
                        <a:latin typeface="Cambria Math" panose="02040503050406030204" pitchFamily="18" charset="0"/>
                      </a:rPr>
                      <m:t>𝑩</m:t>
                    </m:r>
                  </m:oMath>
                </a14:m>
                <a:endParaRPr lang="en-US" altLang="zh-CN" sz="2000" b="1">
                  <a:solidFill>
                    <a:srgbClr val="C00000"/>
                  </a:solidFill>
                  <a:latin typeface="楷体" panose="02010609060101010101" pitchFamily="49" charset="-122"/>
                  <a:ea typeface="楷体" panose="02010609060101010101" pitchFamily="49" charset="-122"/>
                </a:endParaRPr>
              </a:p>
              <a:p>
                <a:pPr marL="342900" indent="-342900">
                  <a:lnSpc>
                    <a:spcPts val="3400"/>
                  </a:lnSpc>
                  <a:buFont typeface="Arial" panose="020B0604020202020204" pitchFamily="34" charset="0"/>
                  <a:buChar char="•"/>
                </a:pPr>
                <a:r>
                  <a:rPr lang="zh-CN" altLang="en-US" sz="2000" b="1">
                    <a:solidFill>
                      <a:srgbClr val="C00000"/>
                    </a:solidFill>
                    <a:latin typeface="楷体" panose="02010609060101010101" pitchFamily="49" charset="-122"/>
                    <a:ea typeface="楷体" panose="02010609060101010101" pitchFamily="49" charset="-122"/>
                  </a:rPr>
                  <a:t>或从</a:t>
                </a:r>
                <a14:m>
                  <m:oMath xmlns:m="http://schemas.openxmlformats.org/officeDocument/2006/math">
                    <m:r>
                      <a:rPr lang="en-US" altLang="zh-CN" sz="2000" b="1" i="1" smtClean="0">
                        <a:solidFill>
                          <a:srgbClr val="C00000"/>
                        </a:solidFill>
                        <a:latin typeface="Cambria Math" panose="02040503050406030204" pitchFamily="18" charset="0"/>
                      </a:rPr>
                      <m:t>𝑩</m:t>
                    </m:r>
                  </m:oMath>
                </a14:m>
                <a:r>
                  <a:rPr lang="zh-CN" altLang="en-US" sz="2000" b="1">
                    <a:solidFill>
                      <a:srgbClr val="C00000"/>
                    </a:solidFill>
                    <a:latin typeface="楷体" panose="02010609060101010101" pitchFamily="49" charset="-122"/>
                    <a:ea typeface="楷体" panose="02010609060101010101" pitchFamily="49" charset="-122"/>
                  </a:rPr>
                  <a:t>等值变换到</a:t>
                </a:r>
                <a14:m>
                  <m:oMath xmlns:m="http://schemas.openxmlformats.org/officeDocument/2006/math">
                    <m:r>
                      <a:rPr lang="en-US" altLang="zh-CN" sz="2000" b="1" i="1" smtClean="0">
                        <a:solidFill>
                          <a:srgbClr val="C00000"/>
                        </a:solidFill>
                        <a:latin typeface="Cambria Math" panose="02040503050406030204" pitchFamily="18" charset="0"/>
                      </a:rPr>
                      <m:t>𝑨</m:t>
                    </m:r>
                  </m:oMath>
                </a14:m>
                <a:r>
                  <a:rPr lang="zh-CN" altLang="en-US" sz="2000" b="1">
                    <a:solidFill>
                      <a:srgbClr val="C00000"/>
                    </a:solidFill>
                    <a:latin typeface="楷体" panose="02010609060101010101" pitchFamily="49" charset="-122"/>
                    <a:ea typeface="楷体" panose="02010609060101010101" pitchFamily="49" charset="-122"/>
                  </a:rPr>
                  <a:t>，或将</a:t>
                </a:r>
                <a14:m>
                  <m:oMath xmlns:m="http://schemas.openxmlformats.org/officeDocument/2006/math">
                    <m:r>
                      <a:rPr lang="en-US" altLang="zh-CN" sz="2000" b="1" i="1" smtClean="0">
                        <a:solidFill>
                          <a:srgbClr val="C00000"/>
                        </a:solidFill>
                        <a:latin typeface="Cambria Math" panose="02040503050406030204" pitchFamily="18" charset="0"/>
                      </a:rPr>
                      <m:t>𝑨</m:t>
                    </m:r>
                  </m:oMath>
                </a14:m>
                <a:r>
                  <a:rPr lang="zh-CN" altLang="en-US" sz="2000" b="1">
                    <a:solidFill>
                      <a:srgbClr val="C00000"/>
                    </a:solidFill>
                    <a:latin typeface="楷体" panose="02010609060101010101" pitchFamily="49" charset="-122"/>
                    <a:ea typeface="楷体" panose="02010609060101010101" pitchFamily="49" charset="-122"/>
                  </a:rPr>
                  <a:t>和</a:t>
                </a:r>
                <a14:m>
                  <m:oMath xmlns:m="http://schemas.openxmlformats.org/officeDocument/2006/math">
                    <m:r>
                      <a:rPr lang="en-US" altLang="zh-CN" sz="2000" b="1" i="1" smtClean="0">
                        <a:solidFill>
                          <a:srgbClr val="C00000"/>
                        </a:solidFill>
                        <a:latin typeface="Cambria Math" panose="02040503050406030204" pitchFamily="18" charset="0"/>
                      </a:rPr>
                      <m:t>𝑩</m:t>
                    </m:r>
                  </m:oMath>
                </a14:m>
                <a:r>
                  <a:rPr lang="zh-CN" altLang="en-US" sz="2000" b="1">
                    <a:solidFill>
                      <a:srgbClr val="C00000"/>
                    </a:solidFill>
                    <a:latin typeface="楷体" panose="02010609060101010101" pitchFamily="49" charset="-122"/>
                    <a:ea typeface="楷体" panose="02010609060101010101" pitchFamily="49" charset="-122"/>
                  </a:rPr>
                  <a:t>都等值变换为</a:t>
                </a:r>
                <a14:m>
                  <m:oMath xmlns:m="http://schemas.openxmlformats.org/officeDocument/2006/math">
                    <m:r>
                      <a:rPr lang="en-US" altLang="zh-CN" sz="2000" b="1" i="1" smtClean="0">
                        <a:solidFill>
                          <a:srgbClr val="C00000"/>
                        </a:solidFill>
                        <a:latin typeface="Cambria Math" panose="02040503050406030204" pitchFamily="18" charset="0"/>
                      </a:rPr>
                      <m:t>𝑪</m:t>
                    </m:r>
                  </m:oMath>
                </a14:m>
                <a:endParaRPr lang="zh-CN" altLang="en-US" sz="2000" b="1">
                  <a:solidFill>
                    <a:srgbClr val="C00000"/>
                  </a:solidFill>
                  <a:latin typeface="楷体" panose="02010609060101010101" pitchFamily="49" charset="-122"/>
                  <a:ea typeface="楷体" panose="02010609060101010101" pitchFamily="49" charset="-122"/>
                </a:endParaRPr>
              </a:p>
            </p:txBody>
          </p:sp>
        </mc:Choice>
        <mc:Fallback xmlns="">
          <p:sp>
            <p:nvSpPr>
              <p:cNvPr id="2" name="文本框 1">
                <a:extLst>
                  <a:ext uri="{FF2B5EF4-FFF2-40B4-BE49-F238E27FC236}">
                    <a16:creationId xmlns:a16="http://schemas.microsoft.com/office/drawing/2014/main" id="{81A1BAB4-A45A-42DC-8184-B5F134A5BB4A}"/>
                  </a:ext>
                </a:extLst>
              </p:cNvPr>
              <p:cNvSpPr txBox="1">
                <a:spLocks noRot="1" noChangeAspect="1" noMove="1" noResize="1" noEditPoints="1" noAdjustHandles="1" noChangeArrowheads="1" noChangeShapeType="1" noTextEdit="1"/>
              </p:cNvSpPr>
              <p:nvPr/>
            </p:nvSpPr>
            <p:spPr>
              <a:xfrm>
                <a:off x="2158063" y="1140182"/>
                <a:ext cx="7875874" cy="1781963"/>
              </a:xfrm>
              <a:prstGeom prst="rect">
                <a:avLst/>
              </a:prstGeom>
              <a:blipFill>
                <a:blip r:embed="rId2"/>
                <a:stretch>
                  <a:fillRect l="-774" t="-2397" b="-513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5F793054-649A-47F2-806B-C6490CFE08E9}"/>
                  </a:ext>
                </a:extLst>
              </p:cNvPr>
              <p:cNvSpPr txBox="1"/>
              <p:nvPr/>
            </p:nvSpPr>
            <p:spPr>
              <a:xfrm>
                <a:off x="6212203" y="3426988"/>
                <a:ext cx="5170635" cy="2501647"/>
              </a:xfrm>
              <a:prstGeom prst="rect">
                <a:avLst/>
              </a:prstGeom>
              <a:solidFill>
                <a:schemeClr val="accent2">
                  <a:lumMod val="20000"/>
                  <a:lumOff val="80000"/>
                  <a:alpha val="50000"/>
                </a:schemeClr>
              </a:solidFill>
            </p:spPr>
            <p:txBody>
              <a:bodyPr wrap="square" rtlCol="0">
                <a:spAutoFit/>
              </a:bodyPr>
              <a:lstStyle/>
              <a:p>
                <a:pPr algn="ctr">
                  <a:lnSpc>
                    <a:spcPts val="3000"/>
                  </a:lnSpc>
                  <a:spcBef>
                    <a:spcPts val="600"/>
                  </a:spcBef>
                </a:pPr>
                <a:r>
                  <a:rPr lang="zh-CN" altLang="en-US" sz="2000" b="1">
                    <a:solidFill>
                      <a:srgbClr val="002060"/>
                    </a:solidFill>
                  </a:rPr>
                  <a:t>置换与替换</a:t>
                </a:r>
                <a:endParaRPr lang="en-US" altLang="zh-CN" sz="2000" b="1">
                  <a:solidFill>
                    <a:srgbClr val="002060"/>
                  </a:solidFill>
                </a:endParaRPr>
              </a:p>
              <a:p>
                <a:pPr marL="342900" indent="-342900">
                  <a:lnSpc>
                    <a:spcPts val="3000"/>
                  </a:lnSpc>
                  <a:spcBef>
                    <a:spcPts val="600"/>
                  </a:spcBef>
                  <a:buFont typeface="Arial" panose="020B0604020202020204" pitchFamily="34" charset="0"/>
                  <a:buChar char="•"/>
                </a:pPr>
                <a:r>
                  <a:rPr lang="zh-CN" altLang="en-US" sz="2000" b="1">
                    <a:solidFill>
                      <a:schemeClr val="accent2">
                        <a:lumMod val="50000"/>
                      </a:schemeClr>
                    </a:solidFill>
                    <a:latin typeface="楷体" panose="02010609060101010101" pitchFamily="49" charset="-122"/>
                    <a:ea typeface="楷体" panose="02010609060101010101" pitchFamily="49" charset="-122"/>
                  </a:rPr>
                  <a:t>使用与</a:t>
                </a:r>
                <a14:m>
                  <m:oMath xmlns:m="http://schemas.openxmlformats.org/officeDocument/2006/math">
                    <m:r>
                      <a:rPr lang="en-US" altLang="zh-CN" sz="2000" b="1" i="1" smtClean="0">
                        <a:solidFill>
                          <a:schemeClr val="accent2">
                            <a:lumMod val="50000"/>
                          </a:schemeClr>
                        </a:solidFill>
                        <a:latin typeface="Cambria Math" panose="02040503050406030204" pitchFamily="18" charset="0"/>
                        <a:ea typeface="楷体" panose="02010609060101010101" pitchFamily="49" charset="-122"/>
                      </a:rPr>
                      <m:t>𝑩</m:t>
                    </m:r>
                  </m:oMath>
                </a14:m>
                <a:r>
                  <a:rPr lang="zh-CN" altLang="en-US" sz="2000" b="1">
                    <a:solidFill>
                      <a:schemeClr val="accent2">
                        <a:lumMod val="50000"/>
                      </a:schemeClr>
                    </a:solidFill>
                    <a:latin typeface="楷体" panose="02010609060101010101" pitchFamily="49" charset="-122"/>
                    <a:ea typeface="楷体" panose="02010609060101010101" pitchFamily="49" charset="-122"/>
                  </a:rPr>
                  <a:t>等值的公式</a:t>
                </a:r>
                <a14:m>
                  <m:oMath xmlns:m="http://schemas.openxmlformats.org/officeDocument/2006/math">
                    <m:r>
                      <a:rPr lang="en-US" altLang="zh-CN" sz="2000" b="1" i="1" smtClean="0">
                        <a:solidFill>
                          <a:schemeClr val="accent2">
                            <a:lumMod val="50000"/>
                          </a:schemeClr>
                        </a:solidFill>
                        <a:latin typeface="Cambria Math" panose="02040503050406030204" pitchFamily="18" charset="0"/>
                        <a:ea typeface="楷体" panose="02010609060101010101" pitchFamily="49" charset="-122"/>
                      </a:rPr>
                      <m:t>𝑩</m:t>
                    </m:r>
                    <m:r>
                      <a:rPr lang="en-US" altLang="zh-CN" sz="2000" b="1" i="1" smtClean="0">
                        <a:solidFill>
                          <a:schemeClr val="accent2">
                            <a:lumMod val="50000"/>
                          </a:schemeClr>
                        </a:solidFill>
                        <a:latin typeface="Cambria Math" panose="02040503050406030204" pitchFamily="18" charset="0"/>
                      </a:rPr>
                      <m:t>′</m:t>
                    </m:r>
                  </m:oMath>
                </a14:m>
                <a:r>
                  <a:rPr lang="zh-CN" altLang="en-US" sz="2000" b="1">
                    <a:solidFill>
                      <a:srgbClr val="C00000"/>
                    </a:solidFill>
                    <a:latin typeface="黑体" panose="02010609060101010101" pitchFamily="49" charset="-122"/>
                    <a:ea typeface="黑体" panose="02010609060101010101" pitchFamily="49" charset="-122"/>
                  </a:rPr>
                  <a:t>置换</a:t>
                </a:r>
                <a:r>
                  <a:rPr lang="en-US" altLang="zh-CN" sz="2000">
                    <a:solidFill>
                      <a:schemeClr val="accent2">
                        <a:lumMod val="50000"/>
                      </a:schemeClr>
                    </a:solidFill>
                    <a:latin typeface="Arial" panose="020B0604020202020204" pitchFamily="34" charset="0"/>
                    <a:ea typeface="楷体" panose="02010609060101010101" pitchFamily="49" charset="-122"/>
                    <a:cs typeface="Arial" panose="020B0604020202020204" pitchFamily="34" charset="0"/>
                  </a:rPr>
                  <a:t>(replace)</a:t>
                </a:r>
                <a:r>
                  <a:rPr lang="zh-CN" altLang="en-US" sz="2000" b="1">
                    <a:solidFill>
                      <a:schemeClr val="accent2">
                        <a:lumMod val="50000"/>
                      </a:schemeClr>
                    </a:solidFill>
                    <a:latin typeface="楷体" panose="02010609060101010101" pitchFamily="49" charset="-122"/>
                    <a:ea typeface="楷体" panose="02010609060101010101" pitchFamily="49" charset="-122"/>
                  </a:rPr>
                  <a:t>公式</a:t>
                </a:r>
                <a:r>
                  <a:rPr lang="en-US" altLang="zh-CN" sz="2000" b="1">
                    <a:solidFill>
                      <a:schemeClr val="accent2">
                        <a:lumMod val="50000"/>
                      </a:schemeClr>
                    </a:solidFill>
                    <a:latin typeface="楷体" panose="02010609060101010101" pitchFamily="49" charset="-122"/>
                    <a:ea typeface="楷体" panose="02010609060101010101" pitchFamily="49" charset="-122"/>
                  </a:rPr>
                  <a:t>A</a:t>
                </a:r>
                <a:r>
                  <a:rPr lang="zh-CN" altLang="en-US" sz="2000" b="1">
                    <a:solidFill>
                      <a:schemeClr val="accent2">
                        <a:lumMod val="50000"/>
                      </a:schemeClr>
                    </a:solidFill>
                    <a:latin typeface="楷体" panose="02010609060101010101" pitchFamily="49" charset="-122"/>
                    <a:ea typeface="楷体" panose="02010609060101010101" pitchFamily="49" charset="-122"/>
                  </a:rPr>
                  <a:t>的子公式</a:t>
                </a:r>
                <a14:m>
                  <m:oMath xmlns:m="http://schemas.openxmlformats.org/officeDocument/2006/math">
                    <m:r>
                      <a:rPr lang="en-US" altLang="zh-CN" sz="2000" b="1" i="1" smtClean="0">
                        <a:solidFill>
                          <a:schemeClr val="accent2">
                            <a:lumMod val="50000"/>
                          </a:schemeClr>
                        </a:solidFill>
                        <a:latin typeface="Cambria Math" panose="02040503050406030204" pitchFamily="18" charset="0"/>
                        <a:ea typeface="楷体" panose="02010609060101010101" pitchFamily="49" charset="-122"/>
                      </a:rPr>
                      <m:t>𝑩</m:t>
                    </m:r>
                  </m:oMath>
                </a14:m>
                <a:r>
                  <a:rPr lang="zh-CN" altLang="en-US" sz="2000" b="1">
                    <a:solidFill>
                      <a:schemeClr val="accent2">
                        <a:lumMod val="50000"/>
                      </a:schemeClr>
                    </a:solidFill>
                    <a:latin typeface="楷体" panose="02010609060101010101" pitchFamily="49" charset="-122"/>
                    <a:ea typeface="楷体" panose="02010609060101010101" pitchFamily="49" charset="-122"/>
                  </a:rPr>
                  <a:t>，可以置换</a:t>
                </a:r>
                <a14:m>
                  <m:oMath xmlns:m="http://schemas.openxmlformats.org/officeDocument/2006/math">
                    <m:r>
                      <a:rPr lang="en-US" altLang="zh-CN" sz="2000" b="1" i="1" smtClean="0">
                        <a:solidFill>
                          <a:schemeClr val="accent2">
                            <a:lumMod val="50000"/>
                          </a:schemeClr>
                        </a:solidFill>
                        <a:latin typeface="Cambria Math" panose="02040503050406030204" pitchFamily="18" charset="0"/>
                        <a:ea typeface="楷体" panose="02010609060101010101" pitchFamily="49" charset="-122"/>
                      </a:rPr>
                      <m:t>𝑨</m:t>
                    </m:r>
                  </m:oMath>
                </a14:m>
                <a:r>
                  <a:rPr lang="zh-CN" altLang="en-US" sz="2000" b="1">
                    <a:solidFill>
                      <a:schemeClr val="accent2">
                        <a:lumMod val="50000"/>
                      </a:schemeClr>
                    </a:solidFill>
                    <a:latin typeface="楷体" panose="02010609060101010101" pitchFamily="49" charset="-122"/>
                    <a:ea typeface="楷体" panose="02010609060101010101" pitchFamily="49" charset="-122"/>
                  </a:rPr>
                  <a:t>中一处</a:t>
                </a:r>
                <a14:m>
                  <m:oMath xmlns:m="http://schemas.openxmlformats.org/officeDocument/2006/math">
                    <m:r>
                      <a:rPr lang="en-US" altLang="zh-CN" sz="2000" b="1" i="1" smtClean="0">
                        <a:solidFill>
                          <a:schemeClr val="accent2">
                            <a:lumMod val="50000"/>
                          </a:schemeClr>
                        </a:solidFill>
                        <a:latin typeface="Cambria Math" panose="02040503050406030204" pitchFamily="18" charset="0"/>
                        <a:ea typeface="楷体" panose="02010609060101010101" pitchFamily="49" charset="-122"/>
                      </a:rPr>
                      <m:t>𝑩</m:t>
                    </m:r>
                  </m:oMath>
                </a14:m>
                <a:r>
                  <a:rPr lang="zh-CN" altLang="en-US" sz="2000" b="1">
                    <a:solidFill>
                      <a:schemeClr val="accent2">
                        <a:lumMod val="50000"/>
                      </a:schemeClr>
                    </a:solidFill>
                    <a:latin typeface="楷体" panose="02010609060101010101" pitchFamily="49" charset="-122"/>
                    <a:ea typeface="楷体" panose="02010609060101010101" pitchFamily="49" charset="-122"/>
                  </a:rPr>
                  <a:t>的出现，也可置换</a:t>
                </a:r>
                <a14:m>
                  <m:oMath xmlns:m="http://schemas.openxmlformats.org/officeDocument/2006/math">
                    <m:r>
                      <a:rPr lang="en-US" altLang="zh-CN" sz="2000" b="1" i="1" smtClean="0">
                        <a:solidFill>
                          <a:schemeClr val="accent2">
                            <a:lumMod val="50000"/>
                          </a:schemeClr>
                        </a:solidFill>
                        <a:latin typeface="Cambria Math" panose="02040503050406030204" pitchFamily="18" charset="0"/>
                        <a:ea typeface="楷体" panose="02010609060101010101" pitchFamily="49" charset="-122"/>
                      </a:rPr>
                      <m:t>𝑨</m:t>
                    </m:r>
                  </m:oMath>
                </a14:m>
                <a:r>
                  <a:rPr lang="zh-CN" altLang="en-US" sz="2000" b="1">
                    <a:solidFill>
                      <a:schemeClr val="accent2">
                        <a:lumMod val="50000"/>
                      </a:schemeClr>
                    </a:solidFill>
                    <a:latin typeface="楷体" panose="02010609060101010101" pitchFamily="49" charset="-122"/>
                    <a:ea typeface="楷体" panose="02010609060101010101" pitchFamily="49" charset="-122"/>
                  </a:rPr>
                  <a:t>中几处</a:t>
                </a:r>
                <a14:m>
                  <m:oMath xmlns:m="http://schemas.openxmlformats.org/officeDocument/2006/math">
                    <m:r>
                      <a:rPr lang="en-US" altLang="zh-CN" sz="2000" b="1" i="1" smtClean="0">
                        <a:solidFill>
                          <a:schemeClr val="accent2">
                            <a:lumMod val="50000"/>
                          </a:schemeClr>
                        </a:solidFill>
                        <a:latin typeface="Cambria Math" panose="02040503050406030204" pitchFamily="18" charset="0"/>
                        <a:ea typeface="楷体" panose="02010609060101010101" pitchFamily="49" charset="-122"/>
                      </a:rPr>
                      <m:t>𝑩</m:t>
                    </m:r>
                  </m:oMath>
                </a14:m>
                <a:r>
                  <a:rPr lang="zh-CN" altLang="en-US" sz="2000" b="1">
                    <a:solidFill>
                      <a:schemeClr val="accent2">
                        <a:lumMod val="50000"/>
                      </a:schemeClr>
                    </a:solidFill>
                    <a:latin typeface="楷体" panose="02010609060101010101" pitchFamily="49" charset="-122"/>
                    <a:ea typeface="楷体" panose="02010609060101010101" pitchFamily="49" charset="-122"/>
                  </a:rPr>
                  <a:t>的出现</a:t>
                </a:r>
              </a:p>
              <a:p>
                <a:pPr marL="342900" indent="-342900">
                  <a:lnSpc>
                    <a:spcPts val="3000"/>
                  </a:lnSpc>
                  <a:spcBef>
                    <a:spcPts val="600"/>
                  </a:spcBef>
                  <a:buFont typeface="Arial" panose="020B0604020202020204" pitchFamily="34" charset="0"/>
                  <a:buChar char="•"/>
                </a:pPr>
                <a:r>
                  <a:rPr lang="zh-CN" altLang="en-US" sz="2000" b="1">
                    <a:solidFill>
                      <a:schemeClr val="accent2">
                        <a:lumMod val="50000"/>
                      </a:schemeClr>
                    </a:solidFill>
                    <a:latin typeface="楷体" panose="02010609060101010101" pitchFamily="49" charset="-122"/>
                    <a:ea typeface="楷体" panose="02010609060101010101" pitchFamily="49" charset="-122"/>
                  </a:rPr>
                  <a:t>用具体公式</a:t>
                </a:r>
                <a:r>
                  <a:rPr lang="zh-CN" altLang="en-US" sz="2000" b="1">
                    <a:solidFill>
                      <a:srgbClr val="C00000"/>
                    </a:solidFill>
                    <a:latin typeface="黑体" panose="02010609060101010101" pitchFamily="49" charset="-122"/>
                    <a:ea typeface="黑体" panose="02010609060101010101" pitchFamily="49" charset="-122"/>
                  </a:rPr>
                  <a:t>替换</a:t>
                </a:r>
                <a:r>
                  <a:rPr lang="en-US" altLang="zh-CN" sz="2000">
                    <a:solidFill>
                      <a:schemeClr val="accent2">
                        <a:lumMod val="50000"/>
                      </a:schemeClr>
                    </a:solidFill>
                    <a:latin typeface="Arial" panose="020B0604020202020204" pitchFamily="34" charset="0"/>
                    <a:ea typeface="楷体" panose="02010609060101010101" pitchFamily="49" charset="-122"/>
                    <a:cs typeface="Arial" panose="020B0604020202020204" pitchFamily="34" charset="0"/>
                  </a:rPr>
                  <a:t>(substitution)</a:t>
                </a:r>
                <a:r>
                  <a:rPr lang="zh-CN" altLang="en-US" sz="2000" b="1">
                    <a:solidFill>
                      <a:schemeClr val="accent2">
                        <a:lumMod val="50000"/>
                      </a:schemeClr>
                    </a:solidFill>
                    <a:latin typeface="楷体" panose="02010609060101010101" pitchFamily="49" charset="-122"/>
                    <a:ea typeface="楷体" panose="02010609060101010101" pitchFamily="49" charset="-122"/>
                  </a:rPr>
                  <a:t>逻辑等值式模式的字母时要替换该字母的所有出现</a:t>
                </a:r>
              </a:p>
            </p:txBody>
          </p:sp>
        </mc:Choice>
        <mc:Fallback xmlns="">
          <p:sp>
            <p:nvSpPr>
              <p:cNvPr id="4" name="文本框 3">
                <a:extLst>
                  <a:ext uri="{FF2B5EF4-FFF2-40B4-BE49-F238E27FC236}">
                    <a16:creationId xmlns:a16="http://schemas.microsoft.com/office/drawing/2014/main" id="{5F793054-649A-47F2-806B-C6490CFE08E9}"/>
                  </a:ext>
                </a:extLst>
              </p:cNvPr>
              <p:cNvSpPr txBox="1">
                <a:spLocks noRot="1" noChangeAspect="1" noMove="1" noResize="1" noEditPoints="1" noAdjustHandles="1" noChangeArrowheads="1" noChangeShapeType="1" noTextEdit="1"/>
              </p:cNvSpPr>
              <p:nvPr/>
            </p:nvSpPr>
            <p:spPr>
              <a:xfrm>
                <a:off x="6212203" y="3426988"/>
                <a:ext cx="5170635" cy="2501647"/>
              </a:xfrm>
              <a:prstGeom prst="rect">
                <a:avLst/>
              </a:prstGeom>
              <a:blipFill>
                <a:blip r:embed="rId3"/>
                <a:stretch>
                  <a:fillRect l="-1061" r="-1297" b="-316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86C48680-F0C8-441E-85DF-A18FADD44554}"/>
                  </a:ext>
                </a:extLst>
              </p:cNvPr>
              <p:cNvSpPr txBox="1"/>
              <p:nvPr/>
            </p:nvSpPr>
            <p:spPr>
              <a:xfrm>
                <a:off x="809162" y="3095554"/>
                <a:ext cx="4771546" cy="1323439"/>
              </a:xfrm>
              <a:prstGeom prst="rect">
                <a:avLst/>
              </a:prstGeom>
              <a:solidFill>
                <a:schemeClr val="accent5">
                  <a:lumMod val="20000"/>
                  <a:lumOff val="80000"/>
                </a:schemeClr>
              </a:solidFill>
            </p:spPr>
            <p:txBody>
              <a:bodyPr wrap="square" rtlCol="0">
                <a:spAutoFit/>
              </a:bodyPr>
              <a:lstStyle/>
              <a:p>
                <a:pPr algn="ctr"/>
                <a:r>
                  <a:rPr lang="zh-CN" altLang="en-US" sz="2000" b="1">
                    <a:solidFill>
                      <a:srgbClr val="002060"/>
                    </a:solidFill>
                  </a:rPr>
                  <a:t>逻辑等值的自反性、对称性和传递性</a:t>
                </a:r>
                <a:endParaRPr lang="en-US" altLang="zh-CN" sz="2000" b="1">
                  <a:solidFill>
                    <a:srgbClr val="002060"/>
                  </a:solidFill>
                </a:endParaRPr>
              </a:p>
              <a:p>
                <a:pPr marL="342900" indent="-342900">
                  <a:buFont typeface="Arial" panose="020B0604020202020204" pitchFamily="34" charset="0"/>
                  <a:buChar char="•"/>
                </a:pPr>
                <a:r>
                  <a:rPr lang="zh-CN" altLang="en-US" sz="2000" b="1">
                    <a:solidFill>
                      <a:schemeClr val="accent6">
                        <a:lumMod val="50000"/>
                      </a:schemeClr>
                    </a:solidFill>
                    <a:latin typeface="楷体" panose="02010609060101010101" pitchFamily="49" charset="-122"/>
                    <a:ea typeface="楷体" panose="02010609060101010101" pitchFamily="49" charset="-122"/>
                  </a:rPr>
                  <a:t>自反性：</a:t>
                </a:r>
                <a14:m>
                  <m:oMath xmlns:m="http://schemas.openxmlformats.org/officeDocument/2006/math">
                    <m:r>
                      <a:rPr lang="en-US" altLang="zh-CN" sz="2000" b="1" i="1" smtClean="0">
                        <a:solidFill>
                          <a:schemeClr val="accent6">
                            <a:lumMod val="50000"/>
                          </a:schemeClr>
                        </a:solidFill>
                        <a:latin typeface="Cambria Math" panose="02040503050406030204" pitchFamily="18" charset="0"/>
                      </a:rPr>
                      <m:t>𝑨</m:t>
                    </m:r>
                    <m:r>
                      <a:rPr lang="en-US" altLang="zh-CN" sz="2000" b="1" i="1" smtClean="0">
                        <a:solidFill>
                          <a:schemeClr val="accent6">
                            <a:lumMod val="50000"/>
                          </a:schemeClr>
                        </a:solidFill>
                        <a:latin typeface="Cambria Math" panose="02040503050406030204" pitchFamily="18" charset="0"/>
                      </a:rPr>
                      <m:t>≡</m:t>
                    </m:r>
                    <m:r>
                      <a:rPr lang="en-US" altLang="zh-CN" sz="2000" b="1" i="1" smtClean="0">
                        <a:solidFill>
                          <a:schemeClr val="accent6">
                            <a:lumMod val="50000"/>
                          </a:schemeClr>
                        </a:solidFill>
                        <a:latin typeface="Cambria Math" panose="02040503050406030204" pitchFamily="18" charset="0"/>
                      </a:rPr>
                      <m:t>𝑨</m:t>
                    </m:r>
                  </m:oMath>
                </a14:m>
                <a:endParaRPr lang="zh-CN" altLang="en-US" sz="2000" b="1">
                  <a:solidFill>
                    <a:schemeClr val="accent6">
                      <a:lumMod val="50000"/>
                    </a:schemeClr>
                  </a:solidFill>
                  <a:latin typeface="楷体" panose="02010609060101010101" pitchFamily="49" charset="-122"/>
                  <a:ea typeface="楷体" panose="02010609060101010101" pitchFamily="49" charset="-122"/>
                </a:endParaRPr>
              </a:p>
              <a:p>
                <a:pPr marL="342900" indent="-342900">
                  <a:buFont typeface="Arial" panose="020B0604020202020204" pitchFamily="34" charset="0"/>
                  <a:buChar char="•"/>
                </a:pPr>
                <a:r>
                  <a:rPr lang="zh-CN" altLang="en-US" sz="2000" b="1">
                    <a:solidFill>
                      <a:schemeClr val="accent6">
                        <a:lumMod val="50000"/>
                      </a:schemeClr>
                    </a:solidFill>
                    <a:latin typeface="楷体" panose="02010609060101010101" pitchFamily="49" charset="-122"/>
                    <a:ea typeface="楷体" panose="02010609060101010101" pitchFamily="49" charset="-122"/>
                  </a:rPr>
                  <a:t>对称性：若</a:t>
                </a:r>
                <a14:m>
                  <m:oMath xmlns:m="http://schemas.openxmlformats.org/officeDocument/2006/math">
                    <m:r>
                      <a:rPr lang="en-US" altLang="zh-CN" sz="2000" b="1" i="1" smtClean="0">
                        <a:solidFill>
                          <a:schemeClr val="accent6">
                            <a:lumMod val="50000"/>
                          </a:schemeClr>
                        </a:solidFill>
                        <a:latin typeface="Cambria Math" panose="02040503050406030204" pitchFamily="18" charset="0"/>
                      </a:rPr>
                      <m:t>𝑨</m:t>
                    </m:r>
                    <m:r>
                      <a:rPr lang="en-US" altLang="zh-CN" sz="2000" b="1" i="1" smtClean="0">
                        <a:solidFill>
                          <a:schemeClr val="accent6">
                            <a:lumMod val="50000"/>
                          </a:schemeClr>
                        </a:solidFill>
                        <a:latin typeface="Cambria Math" panose="02040503050406030204" pitchFamily="18" charset="0"/>
                      </a:rPr>
                      <m:t> ≡</m:t>
                    </m:r>
                    <m:r>
                      <a:rPr lang="en-US" altLang="zh-CN" sz="2000" b="1" i="1" smtClean="0">
                        <a:solidFill>
                          <a:schemeClr val="accent6">
                            <a:lumMod val="50000"/>
                          </a:schemeClr>
                        </a:solidFill>
                        <a:latin typeface="Cambria Math" panose="02040503050406030204" pitchFamily="18" charset="0"/>
                      </a:rPr>
                      <m:t>𝑩</m:t>
                    </m:r>
                  </m:oMath>
                </a14:m>
                <a:r>
                  <a:rPr lang="zh-CN" altLang="en-US" sz="2000" b="1">
                    <a:solidFill>
                      <a:schemeClr val="accent6">
                        <a:lumMod val="50000"/>
                      </a:schemeClr>
                    </a:solidFill>
                    <a:latin typeface="楷体" panose="02010609060101010101" pitchFamily="49" charset="-122"/>
                    <a:ea typeface="楷体" panose="02010609060101010101" pitchFamily="49" charset="-122"/>
                  </a:rPr>
                  <a:t>，则</a:t>
                </a:r>
                <a14:m>
                  <m:oMath xmlns:m="http://schemas.openxmlformats.org/officeDocument/2006/math">
                    <m:r>
                      <a:rPr lang="en-US" altLang="zh-CN" sz="2000" b="1" i="1" smtClean="0">
                        <a:solidFill>
                          <a:schemeClr val="accent6">
                            <a:lumMod val="50000"/>
                          </a:schemeClr>
                        </a:solidFill>
                        <a:latin typeface="Cambria Math" panose="02040503050406030204" pitchFamily="18" charset="0"/>
                      </a:rPr>
                      <m:t>𝑩</m:t>
                    </m:r>
                    <m:r>
                      <a:rPr lang="en-US" altLang="zh-CN" sz="2000" b="1" i="1" smtClean="0">
                        <a:solidFill>
                          <a:schemeClr val="accent6">
                            <a:lumMod val="50000"/>
                          </a:schemeClr>
                        </a:solidFill>
                        <a:latin typeface="Cambria Math" panose="02040503050406030204" pitchFamily="18" charset="0"/>
                      </a:rPr>
                      <m:t> ≡</m:t>
                    </m:r>
                    <m:r>
                      <a:rPr lang="en-US" altLang="zh-CN" sz="2000" b="1" i="1" smtClean="0">
                        <a:solidFill>
                          <a:schemeClr val="accent6">
                            <a:lumMod val="50000"/>
                          </a:schemeClr>
                        </a:solidFill>
                        <a:latin typeface="Cambria Math" panose="02040503050406030204" pitchFamily="18" charset="0"/>
                      </a:rPr>
                      <m:t>𝑨</m:t>
                    </m:r>
                  </m:oMath>
                </a14:m>
                <a:endParaRPr lang="en-US" altLang="zh-CN" sz="2000" b="1">
                  <a:solidFill>
                    <a:schemeClr val="accent6">
                      <a:lumMod val="50000"/>
                    </a:schemeClr>
                  </a:solidFill>
                  <a:latin typeface="楷体" panose="02010609060101010101" pitchFamily="49" charset="-122"/>
                  <a:ea typeface="楷体" panose="02010609060101010101" pitchFamily="49" charset="-122"/>
                </a:endParaRPr>
              </a:p>
              <a:p>
                <a:pPr marL="342900" indent="-342900">
                  <a:buFont typeface="Arial" panose="020B0604020202020204" pitchFamily="34" charset="0"/>
                  <a:buChar char="•"/>
                </a:pPr>
                <a:r>
                  <a:rPr lang="zh-CN" altLang="en-US" sz="2000" b="1">
                    <a:solidFill>
                      <a:schemeClr val="accent6">
                        <a:lumMod val="50000"/>
                      </a:schemeClr>
                    </a:solidFill>
                    <a:latin typeface="楷体" panose="02010609060101010101" pitchFamily="49" charset="-122"/>
                    <a:ea typeface="楷体" panose="02010609060101010101" pitchFamily="49" charset="-122"/>
                  </a:rPr>
                  <a:t>传递性：若</a:t>
                </a:r>
                <a14:m>
                  <m:oMath xmlns:m="http://schemas.openxmlformats.org/officeDocument/2006/math">
                    <m:r>
                      <a:rPr lang="en-US" altLang="zh-CN" sz="2000" b="1" i="1" smtClean="0">
                        <a:solidFill>
                          <a:schemeClr val="accent6">
                            <a:lumMod val="50000"/>
                          </a:schemeClr>
                        </a:solidFill>
                        <a:latin typeface="Cambria Math" panose="02040503050406030204" pitchFamily="18" charset="0"/>
                      </a:rPr>
                      <m:t>𝑨</m:t>
                    </m:r>
                    <m:r>
                      <a:rPr lang="en-US" altLang="zh-CN" sz="2000" b="1" i="1" smtClean="0">
                        <a:solidFill>
                          <a:schemeClr val="accent6">
                            <a:lumMod val="50000"/>
                          </a:schemeClr>
                        </a:solidFill>
                        <a:latin typeface="Cambria Math" panose="02040503050406030204" pitchFamily="18" charset="0"/>
                      </a:rPr>
                      <m:t> ≡</m:t>
                    </m:r>
                    <m:r>
                      <a:rPr lang="en-US" altLang="zh-CN" sz="2000" b="1" i="1" smtClean="0">
                        <a:solidFill>
                          <a:schemeClr val="accent6">
                            <a:lumMod val="50000"/>
                          </a:schemeClr>
                        </a:solidFill>
                        <a:latin typeface="Cambria Math" panose="02040503050406030204" pitchFamily="18" charset="0"/>
                      </a:rPr>
                      <m:t>𝑩</m:t>
                    </m:r>
                  </m:oMath>
                </a14:m>
                <a:r>
                  <a:rPr lang="zh-CN" altLang="en-US" sz="2000" b="1">
                    <a:solidFill>
                      <a:schemeClr val="accent6">
                        <a:lumMod val="50000"/>
                      </a:schemeClr>
                    </a:solidFill>
                    <a:latin typeface="楷体" panose="02010609060101010101" pitchFamily="49" charset="-122"/>
                    <a:ea typeface="楷体" panose="02010609060101010101" pitchFamily="49" charset="-122"/>
                  </a:rPr>
                  <a:t>且</a:t>
                </a:r>
                <a14:m>
                  <m:oMath xmlns:m="http://schemas.openxmlformats.org/officeDocument/2006/math">
                    <m:r>
                      <a:rPr lang="en-US" altLang="zh-CN" sz="2000" b="1" i="1" smtClean="0">
                        <a:solidFill>
                          <a:schemeClr val="accent6">
                            <a:lumMod val="50000"/>
                          </a:schemeClr>
                        </a:solidFill>
                        <a:latin typeface="Cambria Math" panose="02040503050406030204" pitchFamily="18" charset="0"/>
                      </a:rPr>
                      <m:t>𝑩</m:t>
                    </m:r>
                    <m:r>
                      <a:rPr lang="en-US" altLang="zh-CN" sz="2000" b="1" i="1" smtClean="0">
                        <a:solidFill>
                          <a:schemeClr val="accent6">
                            <a:lumMod val="50000"/>
                          </a:schemeClr>
                        </a:solidFill>
                        <a:latin typeface="Cambria Math" panose="02040503050406030204" pitchFamily="18" charset="0"/>
                      </a:rPr>
                      <m:t> ≡</m:t>
                    </m:r>
                    <m:r>
                      <a:rPr lang="en-US" altLang="zh-CN" sz="2000" b="1" i="1" smtClean="0">
                        <a:solidFill>
                          <a:schemeClr val="accent6">
                            <a:lumMod val="50000"/>
                          </a:schemeClr>
                        </a:solidFill>
                        <a:latin typeface="Cambria Math" panose="02040503050406030204" pitchFamily="18" charset="0"/>
                      </a:rPr>
                      <m:t>𝑪</m:t>
                    </m:r>
                  </m:oMath>
                </a14:m>
                <a:r>
                  <a:rPr lang="zh-CN" altLang="en-US" sz="2000" b="1">
                    <a:solidFill>
                      <a:schemeClr val="accent6">
                        <a:lumMod val="50000"/>
                      </a:schemeClr>
                    </a:solidFill>
                    <a:latin typeface="楷体" panose="02010609060101010101" pitchFamily="49" charset="-122"/>
                    <a:ea typeface="楷体" panose="02010609060101010101" pitchFamily="49" charset="-122"/>
                  </a:rPr>
                  <a:t>，则</a:t>
                </a:r>
                <a14:m>
                  <m:oMath xmlns:m="http://schemas.openxmlformats.org/officeDocument/2006/math">
                    <m:r>
                      <a:rPr lang="en-US" altLang="zh-CN" sz="2000" b="1" i="1" smtClean="0">
                        <a:solidFill>
                          <a:schemeClr val="accent6">
                            <a:lumMod val="50000"/>
                          </a:schemeClr>
                        </a:solidFill>
                        <a:latin typeface="Cambria Math" panose="02040503050406030204" pitchFamily="18" charset="0"/>
                      </a:rPr>
                      <m:t>𝑨</m:t>
                    </m:r>
                    <m:r>
                      <a:rPr lang="en-US" altLang="zh-CN" sz="2000" b="1" i="1" smtClean="0">
                        <a:solidFill>
                          <a:schemeClr val="accent6">
                            <a:lumMod val="50000"/>
                          </a:schemeClr>
                        </a:solidFill>
                        <a:latin typeface="Cambria Math" panose="02040503050406030204" pitchFamily="18" charset="0"/>
                      </a:rPr>
                      <m:t> ≡</m:t>
                    </m:r>
                    <m:r>
                      <a:rPr lang="en-US" altLang="zh-CN" sz="2000" b="1" i="1" smtClean="0">
                        <a:solidFill>
                          <a:schemeClr val="accent6">
                            <a:lumMod val="50000"/>
                          </a:schemeClr>
                        </a:solidFill>
                        <a:latin typeface="Cambria Math" panose="02040503050406030204" pitchFamily="18" charset="0"/>
                      </a:rPr>
                      <m:t>𝑪</m:t>
                    </m:r>
                  </m:oMath>
                </a14:m>
                <a:endParaRPr lang="zh-CN" altLang="en-US" sz="2000" b="1">
                  <a:solidFill>
                    <a:schemeClr val="accent6">
                      <a:lumMod val="50000"/>
                    </a:schemeClr>
                  </a:solidFill>
                  <a:latin typeface="楷体" panose="02010609060101010101" pitchFamily="49" charset="-122"/>
                  <a:ea typeface="楷体" panose="02010609060101010101" pitchFamily="49" charset="-122"/>
                </a:endParaRPr>
              </a:p>
            </p:txBody>
          </p:sp>
        </mc:Choice>
        <mc:Fallback xmlns="">
          <p:sp>
            <p:nvSpPr>
              <p:cNvPr id="6" name="文本框 5">
                <a:extLst>
                  <a:ext uri="{FF2B5EF4-FFF2-40B4-BE49-F238E27FC236}">
                    <a16:creationId xmlns:a16="http://schemas.microsoft.com/office/drawing/2014/main" id="{86C48680-F0C8-441E-85DF-A18FADD44554}"/>
                  </a:ext>
                </a:extLst>
              </p:cNvPr>
              <p:cNvSpPr txBox="1">
                <a:spLocks noRot="1" noChangeAspect="1" noMove="1" noResize="1" noEditPoints="1" noAdjustHandles="1" noChangeArrowheads="1" noChangeShapeType="1" noTextEdit="1"/>
              </p:cNvSpPr>
              <p:nvPr/>
            </p:nvSpPr>
            <p:spPr>
              <a:xfrm>
                <a:off x="809162" y="3095554"/>
                <a:ext cx="4771546" cy="1323439"/>
              </a:xfrm>
              <a:prstGeom prst="rect">
                <a:avLst/>
              </a:prstGeom>
              <a:blipFill>
                <a:blip r:embed="rId4"/>
                <a:stretch>
                  <a:fillRect l="-1151" t="-2765" b="-645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文本框 11">
                <a:extLst>
                  <a:ext uri="{FF2B5EF4-FFF2-40B4-BE49-F238E27FC236}">
                    <a16:creationId xmlns:a16="http://schemas.microsoft.com/office/drawing/2014/main" id="{1B194ABD-5729-4F10-ABB7-8F42F5E17FB1}"/>
                  </a:ext>
                </a:extLst>
              </p:cNvPr>
              <p:cNvSpPr txBox="1"/>
              <p:nvPr/>
            </p:nvSpPr>
            <p:spPr>
              <a:xfrm>
                <a:off x="809162" y="4483042"/>
                <a:ext cx="4771546" cy="1631216"/>
              </a:xfrm>
              <a:prstGeom prst="rect">
                <a:avLst/>
              </a:prstGeom>
              <a:solidFill>
                <a:schemeClr val="accent5">
                  <a:lumMod val="20000"/>
                  <a:lumOff val="80000"/>
                </a:schemeClr>
              </a:solidFill>
            </p:spPr>
            <p:txBody>
              <a:bodyPr wrap="square" rtlCol="0">
                <a:spAutoFit/>
              </a:bodyPr>
              <a:lstStyle/>
              <a:p>
                <a:pPr algn="ctr"/>
                <a:r>
                  <a:rPr lang="zh-CN" altLang="en-US" sz="2000" b="1">
                    <a:solidFill>
                      <a:srgbClr val="002060"/>
                    </a:solidFill>
                  </a:rPr>
                  <a:t>逻辑等值与逻辑运算</a:t>
                </a:r>
                <a:endParaRPr lang="en-US" altLang="zh-CN" sz="2000" b="1">
                  <a:solidFill>
                    <a:srgbClr val="002060"/>
                  </a:solidFill>
                </a:endParaRPr>
              </a:p>
              <a:p>
                <a:r>
                  <a:rPr lang="zh-CN" altLang="en-US" sz="2000" b="1">
                    <a:solidFill>
                      <a:schemeClr val="accent6">
                        <a:lumMod val="50000"/>
                      </a:schemeClr>
                    </a:solidFill>
                    <a:latin typeface="宋体" panose="02010600030101010101" pitchFamily="2" charset="-122"/>
                    <a:ea typeface="宋体" panose="02010600030101010101" pitchFamily="2" charset="-122"/>
                  </a:rPr>
                  <a:t>若</a:t>
                </a:r>
                <a14:m>
                  <m:oMath xmlns:m="http://schemas.openxmlformats.org/officeDocument/2006/math">
                    <m:r>
                      <a:rPr lang="en-US" altLang="zh-CN" sz="2000" b="1" i="1">
                        <a:solidFill>
                          <a:schemeClr val="accent6">
                            <a:lumMod val="50000"/>
                          </a:schemeClr>
                        </a:solidFill>
                        <a:latin typeface="Cambria Math" panose="02040503050406030204" pitchFamily="18" charset="0"/>
                        <a:ea typeface="宋体" panose="02010600030101010101" pitchFamily="2" charset="-122"/>
                      </a:rPr>
                      <m:t>𝑨</m:t>
                    </m:r>
                    <m:r>
                      <a:rPr lang="en-US" altLang="zh-CN" sz="2000" b="1" i="1">
                        <a:solidFill>
                          <a:schemeClr val="accent6">
                            <a:lumMod val="50000"/>
                          </a:schemeClr>
                        </a:solidFill>
                        <a:latin typeface="Cambria Math" panose="02040503050406030204" pitchFamily="18" charset="0"/>
                        <a:ea typeface="宋体" panose="02010600030101010101" pitchFamily="2" charset="-122"/>
                      </a:rPr>
                      <m:t>≡</m:t>
                    </m:r>
                    <m:r>
                      <a:rPr lang="en-US" altLang="zh-CN" sz="2000" b="1" i="1">
                        <a:solidFill>
                          <a:schemeClr val="accent6">
                            <a:lumMod val="50000"/>
                          </a:schemeClr>
                        </a:solidFill>
                        <a:latin typeface="Cambria Math" panose="02040503050406030204" pitchFamily="18" charset="0"/>
                        <a:ea typeface="宋体" panose="02010600030101010101" pitchFamily="2" charset="-122"/>
                      </a:rPr>
                      <m:t>𝑨</m:t>
                    </m:r>
                    <m:r>
                      <a:rPr lang="en-US" altLang="zh-CN" sz="2000" b="1" i="1">
                        <a:solidFill>
                          <a:schemeClr val="accent6">
                            <a:lumMod val="50000"/>
                          </a:schemeClr>
                        </a:solidFill>
                        <a:latin typeface="Cambria Math" panose="02040503050406030204" pitchFamily="18" charset="0"/>
                        <a:ea typeface="宋体" panose="02010600030101010101" pitchFamily="2" charset="-122"/>
                      </a:rPr>
                      <m:t>′</m:t>
                    </m:r>
                  </m:oMath>
                </a14:m>
                <a:r>
                  <a:rPr lang="zh-CN" altLang="en-US" sz="2000" b="1">
                    <a:solidFill>
                      <a:schemeClr val="accent6">
                        <a:lumMod val="50000"/>
                      </a:schemeClr>
                    </a:solidFill>
                    <a:latin typeface="Cambria Math" panose="02040503050406030204" pitchFamily="18" charset="0"/>
                    <a:ea typeface="宋体" panose="02010600030101010101" pitchFamily="2" charset="-122"/>
                  </a:rPr>
                  <a:t>且</a:t>
                </a:r>
                <a14:m>
                  <m:oMath xmlns:m="http://schemas.openxmlformats.org/officeDocument/2006/math">
                    <m:r>
                      <a:rPr lang="en-US" altLang="zh-CN" sz="2000" b="1" i="1">
                        <a:solidFill>
                          <a:schemeClr val="accent6">
                            <a:lumMod val="50000"/>
                          </a:schemeClr>
                        </a:solidFill>
                        <a:latin typeface="Cambria Math" panose="02040503050406030204" pitchFamily="18" charset="0"/>
                        <a:ea typeface="宋体" panose="02010600030101010101" pitchFamily="2" charset="-122"/>
                      </a:rPr>
                      <m:t>𝑩</m:t>
                    </m:r>
                    <m:r>
                      <a:rPr lang="en-US" altLang="zh-CN" sz="2000" b="1" i="1">
                        <a:solidFill>
                          <a:schemeClr val="accent6">
                            <a:lumMod val="50000"/>
                          </a:schemeClr>
                        </a:solidFill>
                        <a:latin typeface="Cambria Math" panose="02040503050406030204" pitchFamily="18" charset="0"/>
                        <a:ea typeface="宋体" panose="02010600030101010101" pitchFamily="2" charset="-122"/>
                      </a:rPr>
                      <m:t>≡</m:t>
                    </m:r>
                    <m:sSup>
                      <m:sSupPr>
                        <m:ctrlPr>
                          <a:rPr lang="en-US" altLang="zh-CN" sz="2000" b="1" i="1">
                            <a:solidFill>
                              <a:schemeClr val="accent6">
                                <a:lumMod val="50000"/>
                              </a:schemeClr>
                            </a:solidFill>
                            <a:latin typeface="Cambria Math" panose="02040503050406030204" pitchFamily="18" charset="0"/>
                            <a:ea typeface="宋体" panose="02010600030101010101" pitchFamily="2" charset="-122"/>
                          </a:rPr>
                        </m:ctrlPr>
                      </m:sSupPr>
                      <m:e>
                        <m:r>
                          <a:rPr lang="en-US" altLang="zh-CN" sz="2000" b="1" i="1">
                            <a:solidFill>
                              <a:schemeClr val="accent6">
                                <a:lumMod val="50000"/>
                              </a:schemeClr>
                            </a:solidFill>
                            <a:latin typeface="Cambria Math" panose="02040503050406030204" pitchFamily="18" charset="0"/>
                            <a:ea typeface="宋体" panose="02010600030101010101" pitchFamily="2" charset="-122"/>
                          </a:rPr>
                          <m:t>𝑩</m:t>
                        </m:r>
                      </m:e>
                      <m:sup>
                        <m:r>
                          <a:rPr lang="en-US" altLang="zh-CN" sz="2000" b="1" i="1">
                            <a:solidFill>
                              <a:schemeClr val="accent6">
                                <a:lumMod val="50000"/>
                              </a:schemeClr>
                            </a:solidFill>
                            <a:latin typeface="Cambria Math" panose="02040503050406030204" pitchFamily="18" charset="0"/>
                            <a:ea typeface="宋体" panose="02010600030101010101" pitchFamily="2" charset="-122"/>
                          </a:rPr>
                          <m:t>′</m:t>
                        </m:r>
                      </m:sup>
                    </m:sSup>
                  </m:oMath>
                </a14:m>
                <a:r>
                  <a:rPr lang="zh-CN" altLang="en-US" sz="2000" b="1">
                    <a:solidFill>
                      <a:schemeClr val="accent6">
                        <a:lumMod val="50000"/>
                      </a:schemeClr>
                    </a:solidFill>
                    <a:latin typeface="Cambria Math" panose="02040503050406030204" pitchFamily="18" charset="0"/>
                    <a:ea typeface="宋体" panose="02010600030101010101" pitchFamily="2" charset="-122"/>
                  </a:rPr>
                  <a:t>，则</a:t>
                </a:r>
                <a:endParaRPr lang="en-US" altLang="zh-CN" sz="2000" b="1">
                  <a:solidFill>
                    <a:schemeClr val="accent6">
                      <a:lumMod val="50000"/>
                    </a:schemeClr>
                  </a:solidFill>
                  <a:latin typeface="Cambria Math" panose="02040503050406030204" pitchFamily="18" charset="0"/>
                  <a:ea typeface="宋体" panose="02010600030101010101" pitchFamily="2" charset="-122"/>
                </a:endParaRPr>
              </a:p>
              <a:p>
                <a:pPr marL="342900" indent="-342900">
                  <a:buFont typeface="Arial" panose="020B0604020202020204" pitchFamily="34" charset="0"/>
                  <a:buChar char="•"/>
                </a:pPr>
                <a14:m>
                  <m:oMath xmlns:m="http://schemas.openxmlformats.org/officeDocument/2006/math">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𝑨</m:t>
                    </m:r>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𝑨</m:t>
                    </m:r>
                    <m:r>
                      <a:rPr lang="en-US" altLang="zh-CN" sz="2000" b="1" i="1" smtClean="0">
                        <a:solidFill>
                          <a:schemeClr val="accent2">
                            <a:lumMod val="50000"/>
                          </a:schemeClr>
                        </a:solidFill>
                        <a:latin typeface="Cambria Math" panose="02040503050406030204" pitchFamily="18" charset="0"/>
                      </a:rPr>
                      <m:t>′</m:t>
                    </m:r>
                  </m:oMath>
                </a14:m>
                <a:endParaRPr lang="zh-CN" altLang="en-US" sz="2000" b="1">
                  <a:solidFill>
                    <a:schemeClr val="accent2">
                      <a:lumMod val="50000"/>
                    </a:schemeClr>
                  </a:solidFill>
                  <a:latin typeface="楷体" panose="02010609060101010101" pitchFamily="49" charset="-122"/>
                  <a:ea typeface="楷体" panose="02010609060101010101" pitchFamily="49" charset="-122"/>
                </a:endParaRPr>
              </a:p>
              <a:p>
                <a:pPr marL="342900" indent="-342900">
                  <a:buFont typeface="Arial" panose="020B0604020202020204" pitchFamily="34" charset="0"/>
                  <a:buChar char="•"/>
                </a:pPr>
                <a14:m>
                  <m:oMath xmlns:m="http://schemas.openxmlformats.org/officeDocument/2006/math">
                    <m:r>
                      <a:rPr lang="en-US" altLang="zh-CN" sz="2000" b="1" i="1" smtClean="0">
                        <a:solidFill>
                          <a:schemeClr val="accent2">
                            <a:lumMod val="50000"/>
                          </a:schemeClr>
                        </a:solidFill>
                        <a:latin typeface="Cambria Math" panose="02040503050406030204" pitchFamily="18" charset="0"/>
                      </a:rPr>
                      <m:t>𝑨</m:t>
                    </m:r>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𝑩</m:t>
                    </m:r>
                    <m:r>
                      <a:rPr lang="en-US" altLang="zh-CN" sz="2000" b="1" i="1" smtClean="0">
                        <a:solidFill>
                          <a:schemeClr val="accent2">
                            <a:lumMod val="50000"/>
                          </a:schemeClr>
                        </a:solidFill>
                        <a:latin typeface="Cambria Math" panose="02040503050406030204" pitchFamily="18" charset="0"/>
                      </a:rPr>
                      <m:t> ≡</m:t>
                    </m:r>
                    <m:sSup>
                      <m:sSupPr>
                        <m:ctrlPr>
                          <a:rPr lang="en-US" altLang="zh-CN" sz="2000" b="1" i="1" smtClean="0">
                            <a:solidFill>
                              <a:schemeClr val="accent2">
                                <a:lumMod val="50000"/>
                              </a:schemeClr>
                            </a:solidFill>
                            <a:latin typeface="Cambria Math" panose="02040503050406030204" pitchFamily="18" charset="0"/>
                          </a:rPr>
                        </m:ctrlPr>
                      </m:sSupPr>
                      <m:e>
                        <m:r>
                          <a:rPr lang="en-US" altLang="zh-CN" sz="2000" b="1" i="1" smtClean="0">
                            <a:solidFill>
                              <a:schemeClr val="accent2">
                                <a:lumMod val="50000"/>
                              </a:schemeClr>
                            </a:solidFill>
                            <a:latin typeface="Cambria Math" panose="02040503050406030204" pitchFamily="18" charset="0"/>
                          </a:rPr>
                          <m:t>𝑨</m:t>
                        </m:r>
                      </m:e>
                      <m:sup>
                        <m:r>
                          <a:rPr lang="en-US" altLang="zh-CN" sz="2000" b="1" i="1" smtClean="0">
                            <a:solidFill>
                              <a:schemeClr val="accent2">
                                <a:lumMod val="50000"/>
                              </a:schemeClr>
                            </a:solidFill>
                            <a:latin typeface="Cambria Math" panose="02040503050406030204" pitchFamily="18" charset="0"/>
                          </a:rPr>
                          <m:t>′</m:t>
                        </m:r>
                      </m:sup>
                    </m:sSup>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𝑩</m:t>
                    </m:r>
                    <m:r>
                      <a:rPr lang="en-US" altLang="zh-CN" sz="2000" b="1" i="1" smtClean="0">
                        <a:solidFill>
                          <a:schemeClr val="accent2">
                            <a:lumMod val="50000"/>
                          </a:schemeClr>
                        </a:solidFill>
                        <a:latin typeface="Cambria Math" panose="02040503050406030204" pitchFamily="18" charset="0"/>
                      </a:rPr>
                      <m:t>′</m:t>
                    </m:r>
                  </m:oMath>
                </a14:m>
                <a:r>
                  <a:rPr lang="en-US" altLang="zh-CN" sz="2000" b="1">
                    <a:solidFill>
                      <a:schemeClr val="accent2">
                        <a:lumMod val="50000"/>
                      </a:schemeClr>
                    </a:solidFill>
                    <a:latin typeface="楷体" panose="02010609060101010101" pitchFamily="49" charset="-122"/>
                    <a:ea typeface="楷体" panose="02010609060101010101" pitchFamily="49" charset="-122"/>
                  </a:rPr>
                  <a:t>,</a:t>
                </a:r>
                <a:r>
                  <a:rPr lang="en-US" altLang="zh-CN" sz="2000" b="1">
                    <a:solidFill>
                      <a:schemeClr val="accent2">
                        <a:lumMod val="50000"/>
                      </a:schemeClr>
                    </a:solidFill>
                  </a:rPr>
                  <a:t> </a:t>
                </a:r>
                <a14:m>
                  <m:oMath xmlns:m="http://schemas.openxmlformats.org/officeDocument/2006/math">
                    <m:r>
                      <a:rPr lang="en-US" altLang="zh-CN" sz="2000" b="1" i="1">
                        <a:solidFill>
                          <a:schemeClr val="accent2">
                            <a:lumMod val="50000"/>
                          </a:schemeClr>
                        </a:solidFill>
                        <a:latin typeface="Cambria Math" panose="02040503050406030204" pitchFamily="18" charset="0"/>
                      </a:rPr>
                      <m:t>𝑨</m:t>
                    </m:r>
                    <m:r>
                      <a:rPr lang="en-US" altLang="zh-CN" sz="2000" b="1" i="1" smtClean="0">
                        <a:solidFill>
                          <a:schemeClr val="accent2">
                            <a:lumMod val="50000"/>
                          </a:schemeClr>
                        </a:solidFill>
                        <a:latin typeface="Cambria Math" panose="02040503050406030204" pitchFamily="18" charset="0"/>
                      </a:rPr>
                      <m:t>∨</m:t>
                    </m:r>
                    <m:r>
                      <a:rPr lang="en-US" altLang="zh-CN" sz="2000" b="1" i="1">
                        <a:solidFill>
                          <a:schemeClr val="accent2">
                            <a:lumMod val="50000"/>
                          </a:schemeClr>
                        </a:solidFill>
                        <a:latin typeface="Cambria Math" panose="02040503050406030204" pitchFamily="18" charset="0"/>
                      </a:rPr>
                      <m:t>𝑩</m:t>
                    </m:r>
                    <m:r>
                      <a:rPr lang="en-US" altLang="zh-CN" sz="2000" b="1" i="1">
                        <a:solidFill>
                          <a:schemeClr val="accent2">
                            <a:lumMod val="50000"/>
                          </a:schemeClr>
                        </a:solidFill>
                        <a:latin typeface="Cambria Math" panose="02040503050406030204" pitchFamily="18" charset="0"/>
                      </a:rPr>
                      <m:t> ≡</m:t>
                    </m:r>
                    <m:sSup>
                      <m:sSupPr>
                        <m:ctrlPr>
                          <a:rPr lang="en-US" altLang="zh-CN" sz="2000" b="1" i="1">
                            <a:solidFill>
                              <a:schemeClr val="accent2">
                                <a:lumMod val="50000"/>
                              </a:schemeClr>
                            </a:solidFill>
                            <a:latin typeface="Cambria Math" panose="02040503050406030204" pitchFamily="18" charset="0"/>
                          </a:rPr>
                        </m:ctrlPr>
                      </m:sSupPr>
                      <m:e>
                        <m:r>
                          <a:rPr lang="en-US" altLang="zh-CN" sz="2000" b="1" i="1">
                            <a:solidFill>
                              <a:schemeClr val="accent2">
                                <a:lumMod val="50000"/>
                              </a:schemeClr>
                            </a:solidFill>
                            <a:latin typeface="Cambria Math" panose="02040503050406030204" pitchFamily="18" charset="0"/>
                          </a:rPr>
                          <m:t>𝑨</m:t>
                        </m:r>
                      </m:e>
                      <m:sup>
                        <m:r>
                          <a:rPr lang="en-US" altLang="zh-CN" sz="2000" b="1" i="1">
                            <a:solidFill>
                              <a:schemeClr val="accent2">
                                <a:lumMod val="50000"/>
                              </a:schemeClr>
                            </a:solidFill>
                            <a:latin typeface="Cambria Math" panose="02040503050406030204" pitchFamily="18" charset="0"/>
                          </a:rPr>
                          <m:t>′</m:t>
                        </m:r>
                      </m:sup>
                    </m:sSup>
                    <m:r>
                      <a:rPr lang="en-US" altLang="zh-CN" sz="2000" b="1" i="1" smtClean="0">
                        <a:solidFill>
                          <a:schemeClr val="accent2">
                            <a:lumMod val="50000"/>
                          </a:schemeClr>
                        </a:solidFill>
                        <a:latin typeface="Cambria Math" panose="02040503050406030204" pitchFamily="18" charset="0"/>
                      </a:rPr>
                      <m:t>∨</m:t>
                    </m:r>
                    <m:r>
                      <a:rPr lang="en-US" altLang="zh-CN" sz="2000" b="1" i="1">
                        <a:solidFill>
                          <a:schemeClr val="accent2">
                            <a:lumMod val="50000"/>
                          </a:schemeClr>
                        </a:solidFill>
                        <a:latin typeface="Cambria Math" panose="02040503050406030204" pitchFamily="18" charset="0"/>
                      </a:rPr>
                      <m:t>𝑩</m:t>
                    </m:r>
                    <m:r>
                      <a:rPr lang="en-US" altLang="zh-CN" sz="2000" b="1" i="1">
                        <a:solidFill>
                          <a:schemeClr val="accent2">
                            <a:lumMod val="50000"/>
                          </a:schemeClr>
                        </a:solidFill>
                        <a:latin typeface="Cambria Math" panose="02040503050406030204" pitchFamily="18" charset="0"/>
                      </a:rPr>
                      <m:t>′</m:t>
                    </m:r>
                  </m:oMath>
                </a14:m>
                <a:r>
                  <a:rPr lang="en-US" altLang="zh-CN" sz="2000" b="1">
                    <a:solidFill>
                      <a:schemeClr val="accent2">
                        <a:lumMod val="50000"/>
                      </a:schemeClr>
                    </a:solidFill>
                    <a:latin typeface="楷体" panose="02010609060101010101" pitchFamily="49" charset="-122"/>
                    <a:ea typeface="楷体" panose="02010609060101010101" pitchFamily="49" charset="-122"/>
                  </a:rPr>
                  <a:t> </a:t>
                </a:r>
              </a:p>
              <a:p>
                <a:pPr marL="342900" indent="-342900">
                  <a:buFont typeface="Arial" panose="020B0604020202020204" pitchFamily="34" charset="0"/>
                  <a:buChar char="•"/>
                </a:pPr>
                <a14:m>
                  <m:oMath xmlns:m="http://schemas.openxmlformats.org/officeDocument/2006/math">
                    <m:r>
                      <a:rPr lang="en-US" altLang="zh-CN" sz="2000" b="1" i="1">
                        <a:solidFill>
                          <a:schemeClr val="accent2">
                            <a:lumMod val="50000"/>
                          </a:schemeClr>
                        </a:solidFill>
                        <a:latin typeface="Cambria Math" panose="02040503050406030204" pitchFamily="18" charset="0"/>
                      </a:rPr>
                      <m:t>𝑨</m:t>
                    </m:r>
                    <m:r>
                      <a:rPr lang="en-US" altLang="zh-CN" sz="2000" b="1" i="1" smtClean="0">
                        <a:solidFill>
                          <a:schemeClr val="accent2">
                            <a:lumMod val="50000"/>
                          </a:schemeClr>
                        </a:solidFill>
                        <a:latin typeface="Cambria Math" panose="02040503050406030204" pitchFamily="18" charset="0"/>
                      </a:rPr>
                      <m:t>→</m:t>
                    </m:r>
                    <m:r>
                      <a:rPr lang="en-US" altLang="zh-CN" sz="2000" b="1" i="1">
                        <a:solidFill>
                          <a:schemeClr val="accent2">
                            <a:lumMod val="50000"/>
                          </a:schemeClr>
                        </a:solidFill>
                        <a:latin typeface="Cambria Math" panose="02040503050406030204" pitchFamily="18" charset="0"/>
                      </a:rPr>
                      <m:t>𝑩</m:t>
                    </m:r>
                    <m:r>
                      <a:rPr lang="en-US" altLang="zh-CN" sz="2000" b="1" i="1">
                        <a:solidFill>
                          <a:schemeClr val="accent2">
                            <a:lumMod val="50000"/>
                          </a:schemeClr>
                        </a:solidFill>
                        <a:latin typeface="Cambria Math" panose="02040503050406030204" pitchFamily="18" charset="0"/>
                      </a:rPr>
                      <m:t> ≡</m:t>
                    </m:r>
                    <m:sSup>
                      <m:sSupPr>
                        <m:ctrlPr>
                          <a:rPr lang="en-US" altLang="zh-CN" sz="2000" b="1" i="1">
                            <a:solidFill>
                              <a:schemeClr val="accent2">
                                <a:lumMod val="50000"/>
                              </a:schemeClr>
                            </a:solidFill>
                            <a:latin typeface="Cambria Math" panose="02040503050406030204" pitchFamily="18" charset="0"/>
                          </a:rPr>
                        </m:ctrlPr>
                      </m:sSupPr>
                      <m:e>
                        <m:r>
                          <a:rPr lang="en-US" altLang="zh-CN" sz="2000" b="1" i="1">
                            <a:solidFill>
                              <a:schemeClr val="accent2">
                                <a:lumMod val="50000"/>
                              </a:schemeClr>
                            </a:solidFill>
                            <a:latin typeface="Cambria Math" panose="02040503050406030204" pitchFamily="18" charset="0"/>
                          </a:rPr>
                          <m:t>𝑨</m:t>
                        </m:r>
                      </m:e>
                      <m:sup>
                        <m:r>
                          <a:rPr lang="en-US" altLang="zh-CN" sz="2000" b="1" i="1">
                            <a:solidFill>
                              <a:schemeClr val="accent2">
                                <a:lumMod val="50000"/>
                              </a:schemeClr>
                            </a:solidFill>
                            <a:latin typeface="Cambria Math" panose="02040503050406030204" pitchFamily="18" charset="0"/>
                          </a:rPr>
                          <m:t>′</m:t>
                        </m:r>
                      </m:sup>
                    </m:sSup>
                    <m:r>
                      <a:rPr lang="en-US" altLang="zh-CN" sz="2000" b="1" i="1" smtClean="0">
                        <a:solidFill>
                          <a:schemeClr val="accent2">
                            <a:lumMod val="50000"/>
                          </a:schemeClr>
                        </a:solidFill>
                        <a:latin typeface="Cambria Math" panose="02040503050406030204" pitchFamily="18" charset="0"/>
                      </a:rPr>
                      <m:t>→</m:t>
                    </m:r>
                    <m:r>
                      <a:rPr lang="en-US" altLang="zh-CN" sz="2000" b="1" i="1">
                        <a:solidFill>
                          <a:schemeClr val="accent2">
                            <a:lumMod val="50000"/>
                          </a:schemeClr>
                        </a:solidFill>
                        <a:latin typeface="Cambria Math" panose="02040503050406030204" pitchFamily="18" charset="0"/>
                      </a:rPr>
                      <m:t>𝑩</m:t>
                    </m:r>
                    <m:r>
                      <a:rPr lang="en-US" altLang="zh-CN" sz="2000" b="1" i="1">
                        <a:solidFill>
                          <a:schemeClr val="accent2">
                            <a:lumMod val="50000"/>
                          </a:schemeClr>
                        </a:solidFill>
                        <a:latin typeface="Cambria Math" panose="02040503050406030204" pitchFamily="18" charset="0"/>
                      </a:rPr>
                      <m:t>′</m:t>
                    </m:r>
                  </m:oMath>
                </a14:m>
                <a:r>
                  <a:rPr lang="en-US" altLang="zh-CN" sz="2000" b="1">
                    <a:solidFill>
                      <a:schemeClr val="accent2">
                        <a:lumMod val="50000"/>
                      </a:schemeClr>
                    </a:solidFill>
                    <a:latin typeface="楷体" panose="02010609060101010101" pitchFamily="49" charset="-122"/>
                    <a:ea typeface="楷体" panose="02010609060101010101" pitchFamily="49" charset="-122"/>
                  </a:rPr>
                  <a:t>,</a:t>
                </a:r>
                <a:r>
                  <a:rPr lang="en-US" altLang="zh-CN" sz="2000" b="1">
                    <a:solidFill>
                      <a:schemeClr val="accent2">
                        <a:lumMod val="50000"/>
                      </a:schemeClr>
                    </a:solidFill>
                  </a:rPr>
                  <a:t> </a:t>
                </a:r>
                <a14:m>
                  <m:oMath xmlns:m="http://schemas.openxmlformats.org/officeDocument/2006/math">
                    <m:r>
                      <a:rPr lang="en-US" altLang="zh-CN" sz="2000" b="1" i="1">
                        <a:solidFill>
                          <a:schemeClr val="accent2">
                            <a:lumMod val="50000"/>
                          </a:schemeClr>
                        </a:solidFill>
                        <a:latin typeface="Cambria Math" panose="02040503050406030204" pitchFamily="18" charset="0"/>
                      </a:rPr>
                      <m:t>𝑨</m:t>
                    </m:r>
                    <m:r>
                      <a:rPr lang="en-US" altLang="zh-CN" sz="2000" b="1" i="1" smtClean="0">
                        <a:solidFill>
                          <a:schemeClr val="accent2">
                            <a:lumMod val="50000"/>
                          </a:schemeClr>
                        </a:solidFill>
                        <a:latin typeface="Cambria Math" panose="02040503050406030204" pitchFamily="18" charset="0"/>
                      </a:rPr>
                      <m:t>↔</m:t>
                    </m:r>
                    <m:r>
                      <a:rPr lang="en-US" altLang="zh-CN" sz="2000" b="1" i="1">
                        <a:solidFill>
                          <a:schemeClr val="accent2">
                            <a:lumMod val="50000"/>
                          </a:schemeClr>
                        </a:solidFill>
                        <a:latin typeface="Cambria Math" panose="02040503050406030204" pitchFamily="18" charset="0"/>
                      </a:rPr>
                      <m:t>𝑩</m:t>
                    </m:r>
                    <m:r>
                      <a:rPr lang="en-US" altLang="zh-CN" sz="2000" b="1" i="1">
                        <a:solidFill>
                          <a:schemeClr val="accent2">
                            <a:lumMod val="50000"/>
                          </a:schemeClr>
                        </a:solidFill>
                        <a:latin typeface="Cambria Math" panose="02040503050406030204" pitchFamily="18" charset="0"/>
                      </a:rPr>
                      <m:t> ≡</m:t>
                    </m:r>
                    <m:sSup>
                      <m:sSupPr>
                        <m:ctrlPr>
                          <a:rPr lang="en-US" altLang="zh-CN" sz="2000" b="1" i="1">
                            <a:solidFill>
                              <a:schemeClr val="accent2">
                                <a:lumMod val="50000"/>
                              </a:schemeClr>
                            </a:solidFill>
                            <a:latin typeface="Cambria Math" panose="02040503050406030204" pitchFamily="18" charset="0"/>
                          </a:rPr>
                        </m:ctrlPr>
                      </m:sSupPr>
                      <m:e>
                        <m:r>
                          <a:rPr lang="en-US" altLang="zh-CN" sz="2000" b="1" i="1">
                            <a:solidFill>
                              <a:schemeClr val="accent2">
                                <a:lumMod val="50000"/>
                              </a:schemeClr>
                            </a:solidFill>
                            <a:latin typeface="Cambria Math" panose="02040503050406030204" pitchFamily="18" charset="0"/>
                          </a:rPr>
                          <m:t>𝑨</m:t>
                        </m:r>
                      </m:e>
                      <m:sup>
                        <m:r>
                          <a:rPr lang="en-US" altLang="zh-CN" sz="2000" b="1" i="1">
                            <a:solidFill>
                              <a:schemeClr val="accent2">
                                <a:lumMod val="50000"/>
                              </a:schemeClr>
                            </a:solidFill>
                            <a:latin typeface="Cambria Math" panose="02040503050406030204" pitchFamily="18" charset="0"/>
                          </a:rPr>
                          <m:t>′</m:t>
                        </m:r>
                      </m:sup>
                    </m:sSup>
                    <m:r>
                      <a:rPr lang="en-US" altLang="zh-CN" sz="2000" b="1" i="1" smtClean="0">
                        <a:solidFill>
                          <a:schemeClr val="accent2">
                            <a:lumMod val="50000"/>
                          </a:schemeClr>
                        </a:solidFill>
                        <a:latin typeface="Cambria Math" panose="02040503050406030204" pitchFamily="18" charset="0"/>
                      </a:rPr>
                      <m:t>↔</m:t>
                    </m:r>
                    <m:r>
                      <a:rPr lang="en-US" altLang="zh-CN" sz="2000" b="1" i="1">
                        <a:solidFill>
                          <a:schemeClr val="accent2">
                            <a:lumMod val="50000"/>
                          </a:schemeClr>
                        </a:solidFill>
                        <a:latin typeface="Cambria Math" panose="02040503050406030204" pitchFamily="18" charset="0"/>
                      </a:rPr>
                      <m:t>𝑩</m:t>
                    </m:r>
                    <m:r>
                      <a:rPr lang="en-US" altLang="zh-CN" sz="2000" b="1" i="1">
                        <a:solidFill>
                          <a:schemeClr val="accent2">
                            <a:lumMod val="50000"/>
                          </a:schemeClr>
                        </a:solidFill>
                        <a:latin typeface="Cambria Math" panose="02040503050406030204" pitchFamily="18" charset="0"/>
                      </a:rPr>
                      <m:t>′</m:t>
                    </m:r>
                  </m:oMath>
                </a14:m>
                <a:r>
                  <a:rPr lang="en-US" altLang="zh-CN" sz="2000" b="1">
                    <a:solidFill>
                      <a:schemeClr val="accent2">
                        <a:lumMod val="50000"/>
                      </a:schemeClr>
                    </a:solidFill>
                    <a:latin typeface="楷体" panose="02010609060101010101" pitchFamily="49" charset="-122"/>
                    <a:ea typeface="楷体" panose="02010609060101010101" pitchFamily="49" charset="-122"/>
                  </a:rPr>
                  <a:t> </a:t>
                </a:r>
              </a:p>
            </p:txBody>
          </p:sp>
        </mc:Choice>
        <mc:Fallback xmlns="">
          <p:sp>
            <p:nvSpPr>
              <p:cNvPr id="12" name="文本框 11">
                <a:extLst>
                  <a:ext uri="{FF2B5EF4-FFF2-40B4-BE49-F238E27FC236}">
                    <a16:creationId xmlns:a16="http://schemas.microsoft.com/office/drawing/2014/main" id="{1B194ABD-5729-4F10-ABB7-8F42F5E17FB1}"/>
                  </a:ext>
                </a:extLst>
              </p:cNvPr>
              <p:cNvSpPr txBox="1">
                <a:spLocks noRot="1" noChangeAspect="1" noMove="1" noResize="1" noEditPoints="1" noAdjustHandles="1" noChangeArrowheads="1" noChangeShapeType="1" noTextEdit="1"/>
              </p:cNvSpPr>
              <p:nvPr/>
            </p:nvSpPr>
            <p:spPr>
              <a:xfrm>
                <a:off x="809162" y="4483042"/>
                <a:ext cx="4771546" cy="1631216"/>
              </a:xfrm>
              <a:prstGeom prst="rect">
                <a:avLst/>
              </a:prstGeom>
              <a:blipFill>
                <a:blip r:embed="rId5"/>
                <a:stretch>
                  <a:fillRect l="-1407" t="-1866" b="-18284"/>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6079441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P spid="12"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命题逻辑的等值演算</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第四讲</a:t>
            </a:r>
            <a:r>
              <a:rPr lang="en-US" altLang="zh-CN">
                <a:latin typeface="楷体" panose="02010609060101010101" pitchFamily="49" charset="-122"/>
                <a:ea typeface="楷体" panose="02010609060101010101" pitchFamily="49" charset="-122"/>
              </a:rPr>
              <a:t>	</a:t>
            </a:r>
            <a:r>
              <a:rPr lang="zh-CN" altLang="en-US">
                <a:latin typeface="楷体" panose="02010609060101010101" pitchFamily="49" charset="-122"/>
                <a:ea typeface="楷体" panose="02010609060101010101" pitchFamily="49" charset="-122"/>
              </a:rPr>
              <a:t>命题逻辑的等值演算</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6</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15</a:t>
            </a:fld>
            <a:r>
              <a:rPr lang="en-US" altLang="zh-CN" dirty="0">
                <a:latin typeface="Arial" panose="020B0604020202020204" pitchFamily="34" charset="0"/>
                <a:ea typeface="楷体" panose="02010609060101010101" pitchFamily="49" charset="-122"/>
                <a:cs typeface="Arial" panose="020B0604020202020204" pitchFamily="34" charset="0"/>
              </a:rPr>
              <a:t>/26</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等值演算举例</a:t>
            </a:r>
          </a:p>
        </p:txBody>
      </p:sp>
      <p:pic>
        <p:nvPicPr>
          <p:cNvPr id="2" name="图片 1">
            <a:extLst>
              <a:ext uri="{FF2B5EF4-FFF2-40B4-BE49-F238E27FC236}">
                <a16:creationId xmlns:a16="http://schemas.microsoft.com/office/drawing/2014/main" id="{056EAA07-6E5B-46D1-95FC-7AD302085DA6}"/>
              </a:ext>
            </a:extLst>
          </p:cNvPr>
          <p:cNvPicPr>
            <a:picLocks noChangeAspect="1"/>
          </p:cNvPicPr>
          <p:nvPr/>
        </p:nvPicPr>
        <p:blipFill>
          <a:blip r:embed="rId2"/>
          <a:stretch>
            <a:fillRect/>
          </a:stretch>
        </p:blipFill>
        <p:spPr>
          <a:xfrm>
            <a:off x="513116" y="1619737"/>
            <a:ext cx="11275408" cy="2448220"/>
          </a:xfrm>
          <a:prstGeom prst="rect">
            <a:avLst/>
          </a:prstGeom>
        </p:spPr>
      </p:pic>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951183DD-AC68-41E7-AE64-B9C12235854C}"/>
                  </a:ext>
                </a:extLst>
              </p:cNvPr>
              <p:cNvSpPr txBox="1"/>
              <p:nvPr/>
            </p:nvSpPr>
            <p:spPr>
              <a:xfrm>
                <a:off x="1242223" y="4465458"/>
                <a:ext cx="9817193" cy="1292662"/>
              </a:xfrm>
              <a:prstGeom prst="rect">
                <a:avLst/>
              </a:prstGeom>
              <a:solidFill>
                <a:schemeClr val="accent4">
                  <a:lumMod val="20000"/>
                  <a:lumOff val="80000"/>
                </a:schemeClr>
              </a:solidFill>
            </p:spPr>
            <p:txBody>
              <a:bodyPr wrap="square" rtlCol="0">
                <a:spAutoFit/>
              </a:bodyPr>
              <a:lstStyle/>
              <a:p>
                <a:pPr algn="ctr">
                  <a:spcBef>
                    <a:spcPts val="600"/>
                  </a:spcBef>
                  <a:spcAft>
                    <a:spcPts val="600"/>
                  </a:spcAft>
                </a:pPr>
                <a:r>
                  <a:rPr lang="zh-CN" altLang="en-US" sz="2000" b="1">
                    <a:solidFill>
                      <a:srgbClr val="C00000"/>
                    </a:solidFill>
                  </a:rPr>
                  <a:t>这些逻辑等值式给出了逻辑蕴涵和逻辑与、逻辑或之间的基本联系</a:t>
                </a:r>
                <a:endParaRPr lang="en-US" altLang="zh-CN" sz="2000" b="1">
                  <a:solidFill>
                    <a:srgbClr val="C00000"/>
                  </a:solidFill>
                </a:endParaRPr>
              </a:p>
              <a:p>
                <a:pPr>
                  <a:spcBef>
                    <a:spcPts val="600"/>
                  </a:spcBef>
                  <a:spcAft>
                    <a:spcPts val="600"/>
                  </a:spcAft>
                </a:pPr>
                <a:r>
                  <a:rPr lang="zh-CN" altLang="en-US" sz="2000" b="1">
                    <a:solidFill>
                      <a:srgbClr val="002060"/>
                    </a:solidFill>
                    <a:latin typeface="楷体" panose="02010609060101010101" pitchFamily="49" charset="-122"/>
                    <a:ea typeface="楷体" panose="02010609060101010101" pitchFamily="49" charset="-122"/>
                  </a:rPr>
                  <a:t>每个逻辑等值式都可泛化为一个逻辑等值式模式</a:t>
                </a:r>
                <a:endParaRPr lang="en-US" altLang="zh-CN" sz="2000" b="1">
                  <a:solidFill>
                    <a:srgbClr val="002060"/>
                  </a:solidFill>
                  <a:latin typeface="楷体" panose="02010609060101010101" pitchFamily="49" charset="-122"/>
                  <a:ea typeface="楷体" panose="02010609060101010101" pitchFamily="49" charset="-122"/>
                </a:endParaRPr>
              </a:p>
              <a:p>
                <a:pPr marL="342900" indent="-342900">
                  <a:spcBef>
                    <a:spcPts val="600"/>
                  </a:spcBef>
                  <a:spcAft>
                    <a:spcPts val="600"/>
                  </a:spcAft>
                  <a:buFont typeface="Arial" panose="020B0604020202020204" pitchFamily="34" charset="0"/>
                  <a:buChar char="•"/>
                </a:pPr>
                <a:r>
                  <a:rPr lang="zh-CN" altLang="en-US" b="1">
                    <a:solidFill>
                      <a:schemeClr val="accent6">
                        <a:lumMod val="50000"/>
                      </a:schemeClr>
                    </a:solidFill>
                    <a:latin typeface="+mn-ea"/>
                  </a:rPr>
                  <a:t>例如</a:t>
                </a:r>
                <a:r>
                  <a:rPr lang="en-US" altLang="zh-CN" b="1">
                    <a:solidFill>
                      <a:schemeClr val="accent6">
                        <a:lumMod val="50000"/>
                      </a:schemeClr>
                    </a:solidFill>
                    <a:latin typeface="+mn-ea"/>
                  </a:rPr>
                  <a:t>(3)</a:t>
                </a:r>
                <a:r>
                  <a:rPr lang="zh-CN" altLang="en-US" b="1">
                    <a:solidFill>
                      <a:schemeClr val="accent6">
                        <a:lumMod val="50000"/>
                      </a:schemeClr>
                    </a:solidFill>
                    <a:latin typeface="+mn-ea"/>
                  </a:rPr>
                  <a:t>可泛化为</a:t>
                </a:r>
                <a14:m>
                  <m:oMath xmlns:m="http://schemas.openxmlformats.org/officeDocument/2006/math">
                    <m:d>
                      <m:dPr>
                        <m:ctrlPr>
                          <a:rPr lang="en-US" altLang="zh-CN" b="1" i="1" smtClean="0">
                            <a:solidFill>
                              <a:schemeClr val="accent6">
                                <a:lumMod val="50000"/>
                              </a:schemeClr>
                            </a:solidFill>
                            <a:latin typeface="Cambria Math" panose="02040503050406030204" pitchFamily="18" charset="0"/>
                          </a:rPr>
                        </m:ctrlPr>
                      </m:dPr>
                      <m:e>
                        <m:r>
                          <a:rPr lang="en-US" altLang="zh-CN" b="1" i="1" smtClean="0">
                            <a:solidFill>
                              <a:schemeClr val="accent6">
                                <a:lumMod val="50000"/>
                              </a:schemeClr>
                            </a:solidFill>
                            <a:latin typeface="Cambria Math" panose="02040503050406030204" pitchFamily="18" charset="0"/>
                          </a:rPr>
                          <m:t>𝑨</m:t>
                        </m:r>
                        <m:r>
                          <a:rPr lang="en-US" altLang="zh-CN" b="1" i="1" smtClean="0">
                            <a:solidFill>
                              <a:schemeClr val="accent6">
                                <a:lumMod val="50000"/>
                              </a:schemeClr>
                            </a:solidFill>
                            <a:latin typeface="Cambria Math" panose="02040503050406030204" pitchFamily="18" charset="0"/>
                          </a:rPr>
                          <m:t>→</m:t>
                        </m:r>
                        <m:r>
                          <a:rPr lang="en-US" altLang="zh-CN" b="1" i="1" smtClean="0">
                            <a:solidFill>
                              <a:schemeClr val="accent6">
                                <a:lumMod val="50000"/>
                              </a:schemeClr>
                            </a:solidFill>
                            <a:latin typeface="Cambria Math" panose="02040503050406030204" pitchFamily="18" charset="0"/>
                          </a:rPr>
                          <m:t>𝑪</m:t>
                        </m:r>
                      </m:e>
                    </m:d>
                    <m:r>
                      <a:rPr lang="en-US" altLang="zh-CN" b="1" i="1" smtClean="0">
                        <a:solidFill>
                          <a:schemeClr val="accent6">
                            <a:lumMod val="50000"/>
                          </a:schemeClr>
                        </a:solidFill>
                        <a:latin typeface="Cambria Math" panose="02040503050406030204" pitchFamily="18" charset="0"/>
                      </a:rPr>
                      <m:t>∧</m:t>
                    </m:r>
                    <m:d>
                      <m:dPr>
                        <m:ctrlPr>
                          <a:rPr lang="en-US" altLang="zh-CN" b="1" i="1" smtClean="0">
                            <a:solidFill>
                              <a:schemeClr val="accent6">
                                <a:lumMod val="50000"/>
                              </a:schemeClr>
                            </a:solidFill>
                            <a:latin typeface="Cambria Math" panose="02040503050406030204" pitchFamily="18" charset="0"/>
                          </a:rPr>
                        </m:ctrlPr>
                      </m:dPr>
                      <m:e>
                        <m:r>
                          <a:rPr lang="en-US" altLang="zh-CN" b="1" i="1" smtClean="0">
                            <a:solidFill>
                              <a:schemeClr val="accent6">
                                <a:lumMod val="50000"/>
                              </a:schemeClr>
                            </a:solidFill>
                            <a:latin typeface="Cambria Math" panose="02040503050406030204" pitchFamily="18" charset="0"/>
                          </a:rPr>
                          <m:t>𝑩</m:t>
                        </m:r>
                        <m:r>
                          <a:rPr lang="en-US" altLang="zh-CN" b="1" i="1" smtClean="0">
                            <a:solidFill>
                              <a:schemeClr val="accent6">
                                <a:lumMod val="50000"/>
                              </a:schemeClr>
                            </a:solidFill>
                            <a:latin typeface="Cambria Math" panose="02040503050406030204" pitchFamily="18" charset="0"/>
                          </a:rPr>
                          <m:t>→</m:t>
                        </m:r>
                        <m:r>
                          <a:rPr lang="en-US" altLang="zh-CN" b="1" i="1" smtClean="0">
                            <a:solidFill>
                              <a:schemeClr val="accent6">
                                <a:lumMod val="50000"/>
                              </a:schemeClr>
                            </a:solidFill>
                            <a:latin typeface="Cambria Math" panose="02040503050406030204" pitchFamily="18" charset="0"/>
                          </a:rPr>
                          <m:t>𝑪</m:t>
                        </m:r>
                      </m:e>
                    </m:d>
                    <m:r>
                      <a:rPr lang="en-US" altLang="zh-CN" b="1" i="1" smtClean="0">
                        <a:solidFill>
                          <a:schemeClr val="accent6">
                            <a:lumMod val="50000"/>
                          </a:schemeClr>
                        </a:solidFill>
                        <a:latin typeface="Cambria Math" panose="02040503050406030204" pitchFamily="18" charset="0"/>
                      </a:rPr>
                      <m:t>≡</m:t>
                    </m:r>
                    <m:d>
                      <m:dPr>
                        <m:ctrlPr>
                          <a:rPr lang="en-US" altLang="zh-CN" b="1" i="1" smtClean="0">
                            <a:solidFill>
                              <a:schemeClr val="accent6">
                                <a:lumMod val="50000"/>
                              </a:schemeClr>
                            </a:solidFill>
                            <a:latin typeface="Cambria Math" panose="02040503050406030204" pitchFamily="18" charset="0"/>
                          </a:rPr>
                        </m:ctrlPr>
                      </m:dPr>
                      <m:e>
                        <m:r>
                          <a:rPr lang="en-US" altLang="zh-CN" b="1" i="1" smtClean="0">
                            <a:solidFill>
                              <a:schemeClr val="accent6">
                                <a:lumMod val="50000"/>
                              </a:schemeClr>
                            </a:solidFill>
                            <a:latin typeface="Cambria Math" panose="02040503050406030204" pitchFamily="18" charset="0"/>
                          </a:rPr>
                          <m:t>𝑨</m:t>
                        </m:r>
                        <m:r>
                          <a:rPr lang="en-US" altLang="zh-CN" b="1" i="1" smtClean="0">
                            <a:solidFill>
                              <a:schemeClr val="accent6">
                                <a:lumMod val="50000"/>
                              </a:schemeClr>
                            </a:solidFill>
                            <a:latin typeface="Cambria Math" panose="02040503050406030204" pitchFamily="18" charset="0"/>
                          </a:rPr>
                          <m:t>∨</m:t>
                        </m:r>
                        <m:r>
                          <a:rPr lang="en-US" altLang="zh-CN" b="1" i="1" smtClean="0">
                            <a:solidFill>
                              <a:schemeClr val="accent6">
                                <a:lumMod val="50000"/>
                              </a:schemeClr>
                            </a:solidFill>
                            <a:latin typeface="Cambria Math" panose="02040503050406030204" pitchFamily="18" charset="0"/>
                          </a:rPr>
                          <m:t>𝑩</m:t>
                        </m:r>
                      </m:e>
                    </m:d>
                    <m:r>
                      <a:rPr lang="en-US" altLang="zh-CN" b="1" i="1" smtClean="0">
                        <a:solidFill>
                          <a:schemeClr val="accent6">
                            <a:lumMod val="50000"/>
                          </a:schemeClr>
                        </a:solidFill>
                        <a:latin typeface="Cambria Math" panose="02040503050406030204" pitchFamily="18" charset="0"/>
                      </a:rPr>
                      <m:t>→</m:t>
                    </m:r>
                    <m:r>
                      <a:rPr lang="en-US" altLang="zh-CN" b="1" i="1" smtClean="0">
                        <a:solidFill>
                          <a:schemeClr val="accent6">
                            <a:lumMod val="50000"/>
                          </a:schemeClr>
                        </a:solidFill>
                        <a:latin typeface="Cambria Math" panose="02040503050406030204" pitchFamily="18" charset="0"/>
                      </a:rPr>
                      <m:t>𝑪</m:t>
                    </m:r>
                  </m:oMath>
                </a14:m>
                <a:r>
                  <a:rPr lang="zh-CN" altLang="en-US" b="1">
                    <a:solidFill>
                      <a:schemeClr val="accent6">
                        <a:lumMod val="50000"/>
                      </a:schemeClr>
                    </a:solidFill>
                    <a:latin typeface="+mn-ea"/>
                  </a:rPr>
                  <a:t>，注意这里原本的</a:t>
                </a:r>
                <a:r>
                  <a:rPr lang="zh-CN" altLang="en-US" b="1">
                    <a:solidFill>
                      <a:srgbClr val="C00000"/>
                    </a:solidFill>
                    <a:latin typeface="+mn-ea"/>
                  </a:rPr>
                  <a:t>逻辑与</a:t>
                </a:r>
                <a:r>
                  <a:rPr lang="zh-CN" altLang="en-US" b="1">
                    <a:solidFill>
                      <a:schemeClr val="accent6">
                        <a:lumMod val="50000"/>
                      </a:schemeClr>
                    </a:solidFill>
                    <a:latin typeface="+mn-ea"/>
                  </a:rPr>
                  <a:t>变成了</a:t>
                </a:r>
                <a:r>
                  <a:rPr lang="zh-CN" altLang="en-US" b="1">
                    <a:solidFill>
                      <a:srgbClr val="C00000"/>
                    </a:solidFill>
                    <a:latin typeface="+mn-ea"/>
                  </a:rPr>
                  <a:t>逻辑或</a:t>
                </a:r>
                <a:r>
                  <a:rPr lang="zh-CN" altLang="en-US" b="1">
                    <a:solidFill>
                      <a:schemeClr val="accent6">
                        <a:lumMod val="50000"/>
                      </a:schemeClr>
                    </a:solidFill>
                    <a:latin typeface="+mn-ea"/>
                  </a:rPr>
                  <a:t>！</a:t>
                </a:r>
              </a:p>
            </p:txBody>
          </p:sp>
        </mc:Choice>
        <mc:Fallback xmlns="">
          <p:sp>
            <p:nvSpPr>
              <p:cNvPr id="3" name="文本框 2">
                <a:extLst>
                  <a:ext uri="{FF2B5EF4-FFF2-40B4-BE49-F238E27FC236}">
                    <a16:creationId xmlns:a16="http://schemas.microsoft.com/office/drawing/2014/main" id="{951183DD-AC68-41E7-AE64-B9C12235854C}"/>
                  </a:ext>
                </a:extLst>
              </p:cNvPr>
              <p:cNvSpPr txBox="1">
                <a:spLocks noRot="1" noChangeAspect="1" noMove="1" noResize="1" noEditPoints="1" noAdjustHandles="1" noChangeArrowheads="1" noChangeShapeType="1" noTextEdit="1"/>
              </p:cNvSpPr>
              <p:nvPr/>
            </p:nvSpPr>
            <p:spPr>
              <a:xfrm>
                <a:off x="1242223" y="4465458"/>
                <a:ext cx="9817193" cy="1292662"/>
              </a:xfrm>
              <a:prstGeom prst="rect">
                <a:avLst/>
              </a:prstGeom>
              <a:blipFill>
                <a:blip r:embed="rId3"/>
                <a:stretch>
                  <a:fillRect l="-683" t="-2830" b="-6604"/>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99659322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命题逻辑的等值演算</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第四讲</a:t>
            </a:r>
            <a:r>
              <a:rPr lang="en-US" altLang="zh-CN">
                <a:latin typeface="楷体" panose="02010609060101010101" pitchFamily="49" charset="-122"/>
                <a:ea typeface="楷体" panose="02010609060101010101" pitchFamily="49" charset="-122"/>
              </a:rPr>
              <a:t>	</a:t>
            </a:r>
            <a:r>
              <a:rPr lang="zh-CN" altLang="en-US">
                <a:latin typeface="楷体" panose="02010609060101010101" pitchFamily="49" charset="-122"/>
                <a:ea typeface="楷体" panose="02010609060101010101" pitchFamily="49" charset="-122"/>
              </a:rPr>
              <a:t>命题逻辑的等值演算</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6</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16</a:t>
            </a:fld>
            <a:r>
              <a:rPr lang="en-US" altLang="zh-CN" dirty="0">
                <a:latin typeface="Arial" panose="020B0604020202020204" pitchFamily="34" charset="0"/>
                <a:ea typeface="楷体" panose="02010609060101010101" pitchFamily="49" charset="-122"/>
                <a:cs typeface="Arial" panose="020B0604020202020204" pitchFamily="34" charset="0"/>
              </a:rPr>
              <a:t>/26</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等值演算举例</a:t>
            </a:r>
          </a:p>
        </p:txBody>
      </p:sp>
      <p:pic>
        <p:nvPicPr>
          <p:cNvPr id="4" name="图片 3">
            <a:extLst>
              <a:ext uri="{FF2B5EF4-FFF2-40B4-BE49-F238E27FC236}">
                <a16:creationId xmlns:a16="http://schemas.microsoft.com/office/drawing/2014/main" id="{704D9A65-9976-490D-AAE7-59A225BDB17E}"/>
              </a:ext>
            </a:extLst>
          </p:cNvPr>
          <p:cNvPicPr>
            <a:picLocks noChangeAspect="1"/>
          </p:cNvPicPr>
          <p:nvPr/>
        </p:nvPicPr>
        <p:blipFill>
          <a:blip r:embed="rId2"/>
          <a:stretch>
            <a:fillRect/>
          </a:stretch>
        </p:blipFill>
        <p:spPr>
          <a:xfrm>
            <a:off x="480225" y="1203883"/>
            <a:ext cx="8531887" cy="4808789"/>
          </a:xfrm>
          <a:prstGeom prst="rect">
            <a:avLst/>
          </a:prstGeom>
        </p:spPr>
      </p:pic>
      <p:sp>
        <p:nvSpPr>
          <p:cNvPr id="6" name="文本框 5">
            <a:extLst>
              <a:ext uri="{FF2B5EF4-FFF2-40B4-BE49-F238E27FC236}">
                <a16:creationId xmlns:a16="http://schemas.microsoft.com/office/drawing/2014/main" id="{834C2FBE-B959-459A-950C-9525030FB519}"/>
              </a:ext>
            </a:extLst>
          </p:cNvPr>
          <p:cNvSpPr txBox="1"/>
          <p:nvPr/>
        </p:nvSpPr>
        <p:spPr>
          <a:xfrm>
            <a:off x="9071637" y="1292248"/>
            <a:ext cx="2591897" cy="3757567"/>
          </a:xfrm>
          <a:prstGeom prst="rect">
            <a:avLst/>
          </a:prstGeom>
          <a:solidFill>
            <a:schemeClr val="accent2">
              <a:lumMod val="20000"/>
              <a:lumOff val="80000"/>
            </a:schemeClr>
          </a:solidFill>
        </p:spPr>
        <p:txBody>
          <a:bodyPr wrap="square" rtlCol="0">
            <a:spAutoFit/>
          </a:bodyPr>
          <a:lstStyle/>
          <a:p>
            <a:pPr>
              <a:lnSpc>
                <a:spcPts val="2800"/>
              </a:lnSpc>
              <a:spcBef>
                <a:spcPts val="600"/>
              </a:spcBef>
              <a:spcAft>
                <a:spcPts val="600"/>
              </a:spcAft>
            </a:pPr>
            <a:r>
              <a:rPr lang="zh-CN" altLang="en-US" sz="2000" b="1">
                <a:solidFill>
                  <a:srgbClr val="002060"/>
                </a:solidFill>
                <a:latin typeface="楷体" panose="02010609060101010101" pitchFamily="49" charset="-122"/>
                <a:ea typeface="楷体" panose="02010609060101010101" pitchFamily="49" charset="-122"/>
              </a:rPr>
              <a:t>在等值演算过程中使用</a:t>
            </a:r>
            <a:r>
              <a:rPr lang="zh-CN" altLang="en-US" sz="2000" b="1">
                <a:solidFill>
                  <a:srgbClr val="C00000"/>
                </a:solidFill>
                <a:latin typeface="黑体" panose="02010609060101010101" pitchFamily="49" charset="-122"/>
                <a:ea typeface="黑体" panose="02010609060101010101" pitchFamily="49" charset="-122"/>
              </a:rPr>
              <a:t>注释</a:t>
            </a:r>
            <a:r>
              <a:rPr lang="zh-CN" altLang="en-US" sz="2000" b="1">
                <a:solidFill>
                  <a:srgbClr val="002060"/>
                </a:solidFill>
                <a:latin typeface="楷体" panose="02010609060101010101" pitchFamily="49" charset="-122"/>
                <a:ea typeface="楷体" panose="02010609060101010101" pitchFamily="49" charset="-122"/>
              </a:rPr>
              <a:t>写清楚每一步用到的重要基本逻辑等值式，特别是：</a:t>
            </a:r>
            <a:endParaRPr lang="en-US" altLang="zh-CN" sz="2000" b="1">
              <a:solidFill>
                <a:srgbClr val="002060"/>
              </a:solidFill>
              <a:latin typeface="楷体" panose="02010609060101010101" pitchFamily="49" charset="-122"/>
              <a:ea typeface="楷体" panose="02010609060101010101" pitchFamily="49" charset="-122"/>
            </a:endParaRPr>
          </a:p>
          <a:p>
            <a:pPr marL="285750" indent="-285750">
              <a:lnSpc>
                <a:spcPts val="2800"/>
              </a:lnSpc>
              <a:spcBef>
                <a:spcPts val="600"/>
              </a:spcBef>
              <a:buFont typeface="Arial" panose="020B0604020202020204" pitchFamily="34" charset="0"/>
              <a:buChar char="•"/>
            </a:pPr>
            <a:r>
              <a:rPr lang="zh-CN" altLang="en-US" b="1">
                <a:solidFill>
                  <a:srgbClr val="C00000"/>
                </a:solidFill>
              </a:rPr>
              <a:t>分配律</a:t>
            </a:r>
            <a:endParaRPr lang="en-US" altLang="zh-CN" b="1">
              <a:solidFill>
                <a:srgbClr val="C00000"/>
              </a:solidFill>
            </a:endParaRPr>
          </a:p>
          <a:p>
            <a:pPr marL="285750" indent="-285750">
              <a:lnSpc>
                <a:spcPts val="2800"/>
              </a:lnSpc>
              <a:spcBef>
                <a:spcPts val="600"/>
              </a:spcBef>
              <a:buFont typeface="Arial" panose="020B0604020202020204" pitchFamily="34" charset="0"/>
              <a:buChar char="•"/>
            </a:pPr>
            <a:r>
              <a:rPr lang="zh-CN" altLang="en-US" b="1">
                <a:solidFill>
                  <a:srgbClr val="C00000"/>
                </a:solidFill>
              </a:rPr>
              <a:t>吸收律</a:t>
            </a:r>
            <a:endParaRPr lang="en-US" altLang="zh-CN" b="1">
              <a:solidFill>
                <a:srgbClr val="C00000"/>
              </a:solidFill>
            </a:endParaRPr>
          </a:p>
          <a:p>
            <a:pPr marL="285750" indent="-285750">
              <a:lnSpc>
                <a:spcPts val="2800"/>
              </a:lnSpc>
              <a:spcBef>
                <a:spcPts val="600"/>
              </a:spcBef>
              <a:buFont typeface="Arial" panose="020B0604020202020204" pitchFamily="34" charset="0"/>
              <a:buChar char="•"/>
            </a:pPr>
            <a:r>
              <a:rPr lang="zh-CN" altLang="en-US" b="1">
                <a:solidFill>
                  <a:srgbClr val="C00000"/>
                </a:solidFill>
              </a:rPr>
              <a:t>德摩尔根律</a:t>
            </a:r>
            <a:endParaRPr lang="en-US" altLang="zh-CN" b="1">
              <a:solidFill>
                <a:srgbClr val="C00000"/>
              </a:solidFill>
            </a:endParaRPr>
          </a:p>
          <a:p>
            <a:pPr marL="285750" indent="-285750">
              <a:lnSpc>
                <a:spcPts val="2800"/>
              </a:lnSpc>
              <a:spcBef>
                <a:spcPts val="600"/>
              </a:spcBef>
              <a:buFont typeface="Arial" panose="020B0604020202020204" pitchFamily="34" charset="0"/>
              <a:buChar char="•"/>
            </a:pPr>
            <a:r>
              <a:rPr lang="zh-CN" altLang="en-US" b="1">
                <a:solidFill>
                  <a:srgbClr val="C00000"/>
                </a:solidFill>
              </a:rPr>
              <a:t>蕴涵等值式</a:t>
            </a:r>
            <a:endParaRPr lang="en-US" altLang="zh-CN" b="1">
              <a:solidFill>
                <a:srgbClr val="C00000"/>
              </a:solidFill>
            </a:endParaRPr>
          </a:p>
          <a:p>
            <a:pPr marL="285750" indent="-285750">
              <a:lnSpc>
                <a:spcPts val="2800"/>
              </a:lnSpc>
              <a:spcBef>
                <a:spcPts val="600"/>
              </a:spcBef>
              <a:buFont typeface="Arial" panose="020B0604020202020204" pitchFamily="34" charset="0"/>
              <a:buChar char="•"/>
            </a:pPr>
            <a:r>
              <a:rPr lang="zh-CN" altLang="en-US" b="1">
                <a:solidFill>
                  <a:srgbClr val="C00000"/>
                </a:solidFill>
              </a:rPr>
              <a:t>双蕴涵等值式</a:t>
            </a:r>
          </a:p>
        </p:txBody>
      </p:sp>
      <p:sp>
        <p:nvSpPr>
          <p:cNvPr id="11" name="文本框 10">
            <a:extLst>
              <a:ext uri="{FF2B5EF4-FFF2-40B4-BE49-F238E27FC236}">
                <a16:creationId xmlns:a16="http://schemas.microsoft.com/office/drawing/2014/main" id="{5FF27D53-7055-49AF-B9EC-EDCF8C80127F}"/>
              </a:ext>
            </a:extLst>
          </p:cNvPr>
          <p:cNvSpPr txBox="1"/>
          <p:nvPr/>
        </p:nvSpPr>
        <p:spPr>
          <a:xfrm>
            <a:off x="9107818" y="5375775"/>
            <a:ext cx="2519534" cy="369332"/>
          </a:xfrm>
          <a:prstGeom prst="rect">
            <a:avLst/>
          </a:prstGeom>
          <a:solidFill>
            <a:schemeClr val="accent6">
              <a:lumMod val="20000"/>
              <a:lumOff val="80000"/>
            </a:schemeClr>
          </a:solidFill>
        </p:spPr>
        <p:txBody>
          <a:bodyPr wrap="square" rtlCol="0">
            <a:spAutoFit/>
          </a:bodyPr>
          <a:lstStyle/>
          <a:p>
            <a:r>
              <a:rPr lang="en-US" altLang="zh-CN" b="1">
                <a:solidFill>
                  <a:srgbClr val="002060"/>
                </a:solidFill>
                <a:latin typeface="楷体" panose="02010609060101010101" pitchFamily="49" charset="-122"/>
                <a:ea typeface="楷体" panose="02010609060101010101" pitchFamily="49" charset="-122"/>
              </a:rPr>
              <a:t>(2)</a:t>
            </a:r>
            <a:r>
              <a:rPr lang="zh-CN" altLang="en-US" b="1">
                <a:solidFill>
                  <a:srgbClr val="002060"/>
                </a:solidFill>
                <a:latin typeface="楷体" panose="02010609060101010101" pitchFamily="49" charset="-122"/>
                <a:ea typeface="楷体" panose="02010609060101010101" pitchFamily="49" charset="-122"/>
              </a:rPr>
              <a:t>和</a:t>
            </a:r>
            <a:r>
              <a:rPr lang="en-US" altLang="zh-CN" b="1">
                <a:solidFill>
                  <a:srgbClr val="002060"/>
                </a:solidFill>
                <a:latin typeface="楷体" panose="02010609060101010101" pitchFamily="49" charset="-122"/>
                <a:ea typeface="楷体" panose="02010609060101010101" pitchFamily="49" charset="-122"/>
              </a:rPr>
              <a:t>(3)</a:t>
            </a:r>
            <a:r>
              <a:rPr lang="zh-CN" altLang="en-US" b="1">
                <a:solidFill>
                  <a:srgbClr val="002060"/>
                </a:solidFill>
                <a:latin typeface="楷体" panose="02010609060101010101" pitchFamily="49" charset="-122"/>
                <a:ea typeface="楷体" panose="02010609060101010101" pitchFamily="49" charset="-122"/>
              </a:rPr>
              <a:t>课后自行练习</a:t>
            </a:r>
          </a:p>
        </p:txBody>
      </p:sp>
    </p:spTree>
    <p:extLst>
      <p:ext uri="{BB962C8B-B14F-4D97-AF65-F5344CB8AC3E}">
        <p14:creationId xmlns:p14="http://schemas.microsoft.com/office/powerpoint/2010/main" val="97418800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命题逻辑的等值演算</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第四讲</a:t>
            </a:r>
            <a:r>
              <a:rPr lang="en-US" altLang="zh-CN">
                <a:latin typeface="楷体" panose="02010609060101010101" pitchFamily="49" charset="-122"/>
                <a:ea typeface="楷体" panose="02010609060101010101" pitchFamily="49" charset="-122"/>
              </a:rPr>
              <a:t>	</a:t>
            </a:r>
            <a:r>
              <a:rPr lang="zh-CN" altLang="en-US">
                <a:latin typeface="楷体" panose="02010609060101010101" pitchFamily="49" charset="-122"/>
                <a:ea typeface="楷体" panose="02010609060101010101" pitchFamily="49" charset="-122"/>
              </a:rPr>
              <a:t>命题逻辑的等值演算</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6</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17</a:t>
            </a:fld>
            <a:r>
              <a:rPr lang="en-US" altLang="zh-CN" dirty="0">
                <a:latin typeface="Arial" panose="020B0604020202020204" pitchFamily="34" charset="0"/>
                <a:ea typeface="楷体" panose="02010609060101010101" pitchFamily="49" charset="-122"/>
                <a:cs typeface="Arial" panose="020B0604020202020204" pitchFamily="34" charset="0"/>
              </a:rPr>
              <a:t>/26</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逻辑等值式模式练习（一）</a:t>
            </a:r>
          </a:p>
        </p:txBody>
      </p:sp>
      <p:pic>
        <p:nvPicPr>
          <p:cNvPr id="2" name="图片 1">
            <a:extLst>
              <a:ext uri="{FF2B5EF4-FFF2-40B4-BE49-F238E27FC236}">
                <a16:creationId xmlns:a16="http://schemas.microsoft.com/office/drawing/2014/main" id="{E61CB471-7940-4106-9336-F1D06CE8DC45}"/>
              </a:ext>
            </a:extLst>
          </p:cNvPr>
          <p:cNvPicPr>
            <a:picLocks noChangeAspect="1"/>
          </p:cNvPicPr>
          <p:nvPr/>
        </p:nvPicPr>
        <p:blipFill>
          <a:blip r:embed="rId2"/>
          <a:stretch>
            <a:fillRect/>
          </a:stretch>
        </p:blipFill>
        <p:spPr>
          <a:xfrm>
            <a:off x="1493575" y="881069"/>
            <a:ext cx="9086436" cy="5542780"/>
          </a:xfrm>
          <a:prstGeom prst="rect">
            <a:avLst/>
          </a:prstGeom>
        </p:spPr>
      </p:pic>
    </p:spTree>
    <p:extLst>
      <p:ext uri="{BB962C8B-B14F-4D97-AF65-F5344CB8AC3E}">
        <p14:creationId xmlns:p14="http://schemas.microsoft.com/office/powerpoint/2010/main" val="345497773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E224AA5C-CE62-481E-A4F5-523574FB068E}"/>
              </a:ext>
            </a:extLst>
          </p:cNvPr>
          <p:cNvPicPr>
            <a:picLocks noChangeAspect="1"/>
          </p:cNvPicPr>
          <p:nvPr/>
        </p:nvPicPr>
        <p:blipFill>
          <a:blip r:embed="rId2"/>
          <a:stretch>
            <a:fillRect/>
          </a:stretch>
        </p:blipFill>
        <p:spPr>
          <a:xfrm>
            <a:off x="1493575" y="881069"/>
            <a:ext cx="9086436" cy="5542781"/>
          </a:xfrm>
          <a:prstGeom prst="rect">
            <a:avLst/>
          </a:prstGeom>
        </p:spPr>
      </p:pic>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命题逻辑的等值演算</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第四讲</a:t>
            </a:r>
            <a:r>
              <a:rPr lang="en-US" altLang="zh-CN">
                <a:latin typeface="楷体" panose="02010609060101010101" pitchFamily="49" charset="-122"/>
                <a:ea typeface="楷体" panose="02010609060101010101" pitchFamily="49" charset="-122"/>
              </a:rPr>
              <a:t>	</a:t>
            </a:r>
            <a:r>
              <a:rPr lang="zh-CN" altLang="en-US">
                <a:latin typeface="楷体" panose="02010609060101010101" pitchFamily="49" charset="-122"/>
                <a:ea typeface="楷体" panose="02010609060101010101" pitchFamily="49" charset="-122"/>
              </a:rPr>
              <a:t>命题逻辑的等值演算</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6</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18</a:t>
            </a:fld>
            <a:r>
              <a:rPr lang="en-US" altLang="zh-CN" dirty="0">
                <a:latin typeface="Arial" panose="020B0604020202020204" pitchFamily="34" charset="0"/>
                <a:ea typeface="楷体" panose="02010609060101010101" pitchFamily="49" charset="-122"/>
                <a:cs typeface="Arial" panose="020B0604020202020204" pitchFamily="34" charset="0"/>
              </a:rPr>
              <a:t>/26</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逻辑等值式模式练习（一）</a:t>
            </a:r>
          </a:p>
        </p:txBody>
      </p:sp>
      <p:sp>
        <p:nvSpPr>
          <p:cNvPr id="4" name="文本框 3">
            <a:extLst>
              <a:ext uri="{FF2B5EF4-FFF2-40B4-BE49-F238E27FC236}">
                <a16:creationId xmlns:a16="http://schemas.microsoft.com/office/drawing/2014/main" id="{6512D7EB-2C55-4760-A30E-2C7FC375AB78}"/>
              </a:ext>
            </a:extLst>
          </p:cNvPr>
          <p:cNvSpPr txBox="1"/>
          <p:nvPr/>
        </p:nvSpPr>
        <p:spPr>
          <a:xfrm>
            <a:off x="9782106" y="2242213"/>
            <a:ext cx="276294" cy="276999"/>
          </a:xfrm>
          <a:prstGeom prst="rect">
            <a:avLst/>
          </a:prstGeom>
          <a:solidFill>
            <a:schemeClr val="accent2">
              <a:lumMod val="20000"/>
              <a:lumOff val="80000"/>
            </a:schemeClr>
          </a:solidFill>
        </p:spPr>
        <p:txBody>
          <a:bodyPr wrap="square" lIns="0" tIns="0" rIns="0" bIns="0" rtlCol="0">
            <a:spAutoFit/>
          </a:bodyPr>
          <a:lstStyle/>
          <a:p>
            <a:pPr algn="ctr"/>
            <a:r>
              <a:rPr lang="en-US" altLang="zh-CN">
                <a:solidFill>
                  <a:srgbClr val="C00000"/>
                </a:solidFill>
                <a:latin typeface="Arial" panose="020B0604020202020204" pitchFamily="34" charset="0"/>
                <a:cs typeface="Arial" panose="020B0604020202020204" pitchFamily="34" charset="0"/>
              </a:rPr>
              <a:t>L</a:t>
            </a:r>
            <a:endParaRPr lang="zh-CN" altLang="en-US">
              <a:solidFill>
                <a:srgbClr val="C00000"/>
              </a:solidFill>
              <a:latin typeface="Arial" panose="020B0604020202020204" pitchFamily="34" charset="0"/>
              <a:cs typeface="Arial" panose="020B0604020202020204" pitchFamily="34" charset="0"/>
            </a:endParaRPr>
          </a:p>
        </p:txBody>
      </p:sp>
      <p:sp>
        <p:nvSpPr>
          <p:cNvPr id="11" name="文本框 10">
            <a:extLst>
              <a:ext uri="{FF2B5EF4-FFF2-40B4-BE49-F238E27FC236}">
                <a16:creationId xmlns:a16="http://schemas.microsoft.com/office/drawing/2014/main" id="{39F7EF67-4E35-4368-9D60-E780137A0FBE}"/>
              </a:ext>
            </a:extLst>
          </p:cNvPr>
          <p:cNvSpPr txBox="1"/>
          <p:nvPr/>
        </p:nvSpPr>
        <p:spPr>
          <a:xfrm>
            <a:off x="9782106" y="2618662"/>
            <a:ext cx="276294" cy="276999"/>
          </a:xfrm>
          <a:prstGeom prst="rect">
            <a:avLst/>
          </a:prstGeom>
          <a:solidFill>
            <a:schemeClr val="accent2">
              <a:lumMod val="20000"/>
              <a:lumOff val="80000"/>
            </a:schemeClr>
          </a:solidFill>
        </p:spPr>
        <p:txBody>
          <a:bodyPr wrap="square" lIns="0" tIns="0" rIns="0" bIns="0" rtlCol="0">
            <a:spAutoFit/>
          </a:bodyPr>
          <a:lstStyle/>
          <a:p>
            <a:pPr algn="ctr"/>
            <a:r>
              <a:rPr lang="en-US" altLang="zh-CN">
                <a:solidFill>
                  <a:srgbClr val="C00000"/>
                </a:solidFill>
                <a:latin typeface="Arial" panose="020B0604020202020204" pitchFamily="34" charset="0"/>
                <a:cs typeface="Arial" panose="020B0604020202020204" pitchFamily="34" charset="0"/>
              </a:rPr>
              <a:t>I</a:t>
            </a:r>
            <a:endParaRPr lang="zh-CN" altLang="en-US">
              <a:solidFill>
                <a:srgbClr val="C00000"/>
              </a:solidFill>
              <a:latin typeface="Arial" panose="020B0604020202020204" pitchFamily="34" charset="0"/>
              <a:cs typeface="Arial" panose="020B0604020202020204" pitchFamily="34" charset="0"/>
            </a:endParaRPr>
          </a:p>
        </p:txBody>
      </p:sp>
      <p:sp>
        <p:nvSpPr>
          <p:cNvPr id="12" name="文本框 11">
            <a:extLst>
              <a:ext uri="{FF2B5EF4-FFF2-40B4-BE49-F238E27FC236}">
                <a16:creationId xmlns:a16="http://schemas.microsoft.com/office/drawing/2014/main" id="{DD9E6C87-4B93-42A1-971E-D2657D776A53}"/>
              </a:ext>
            </a:extLst>
          </p:cNvPr>
          <p:cNvSpPr txBox="1"/>
          <p:nvPr/>
        </p:nvSpPr>
        <p:spPr>
          <a:xfrm>
            <a:off x="9782106" y="2995108"/>
            <a:ext cx="276294" cy="276999"/>
          </a:xfrm>
          <a:prstGeom prst="rect">
            <a:avLst/>
          </a:prstGeom>
          <a:solidFill>
            <a:schemeClr val="accent2">
              <a:lumMod val="20000"/>
              <a:lumOff val="80000"/>
            </a:schemeClr>
          </a:solidFill>
        </p:spPr>
        <p:txBody>
          <a:bodyPr wrap="square" lIns="0" tIns="0" rIns="0" bIns="0" rtlCol="0">
            <a:spAutoFit/>
          </a:bodyPr>
          <a:lstStyle/>
          <a:p>
            <a:pPr algn="ctr"/>
            <a:r>
              <a:rPr lang="en-US" altLang="zh-CN">
                <a:solidFill>
                  <a:srgbClr val="C00000"/>
                </a:solidFill>
                <a:latin typeface="Arial" panose="020B0604020202020204" pitchFamily="34" charset="0"/>
                <a:cs typeface="Arial" panose="020B0604020202020204" pitchFamily="34" charset="0"/>
              </a:rPr>
              <a:t>J</a:t>
            </a:r>
            <a:endParaRPr lang="zh-CN" altLang="en-US">
              <a:solidFill>
                <a:srgbClr val="C00000"/>
              </a:solidFill>
              <a:latin typeface="Arial" panose="020B0604020202020204" pitchFamily="34" charset="0"/>
              <a:cs typeface="Arial" panose="020B0604020202020204" pitchFamily="34" charset="0"/>
            </a:endParaRPr>
          </a:p>
        </p:txBody>
      </p:sp>
      <p:sp>
        <p:nvSpPr>
          <p:cNvPr id="13" name="文本框 12">
            <a:extLst>
              <a:ext uri="{FF2B5EF4-FFF2-40B4-BE49-F238E27FC236}">
                <a16:creationId xmlns:a16="http://schemas.microsoft.com/office/drawing/2014/main" id="{DD52B455-E6F4-4D27-B7D0-0C1B576A3A6C}"/>
              </a:ext>
            </a:extLst>
          </p:cNvPr>
          <p:cNvSpPr txBox="1"/>
          <p:nvPr/>
        </p:nvSpPr>
        <p:spPr>
          <a:xfrm>
            <a:off x="9782106" y="3371554"/>
            <a:ext cx="276294" cy="276999"/>
          </a:xfrm>
          <a:prstGeom prst="rect">
            <a:avLst/>
          </a:prstGeom>
          <a:solidFill>
            <a:schemeClr val="accent2">
              <a:lumMod val="20000"/>
              <a:lumOff val="80000"/>
            </a:schemeClr>
          </a:solidFill>
        </p:spPr>
        <p:txBody>
          <a:bodyPr wrap="square" lIns="0" tIns="0" rIns="0" bIns="0" rtlCol="0">
            <a:spAutoFit/>
          </a:bodyPr>
          <a:lstStyle/>
          <a:p>
            <a:pPr algn="ctr"/>
            <a:r>
              <a:rPr lang="en-US" altLang="zh-CN">
                <a:solidFill>
                  <a:srgbClr val="C00000"/>
                </a:solidFill>
                <a:latin typeface="Arial" panose="020B0604020202020204" pitchFamily="34" charset="0"/>
                <a:cs typeface="Arial" panose="020B0604020202020204" pitchFamily="34" charset="0"/>
              </a:rPr>
              <a:t>K</a:t>
            </a:r>
            <a:endParaRPr lang="zh-CN" altLang="en-US">
              <a:solidFill>
                <a:srgbClr val="C00000"/>
              </a:solidFill>
              <a:latin typeface="Arial" panose="020B0604020202020204" pitchFamily="34" charset="0"/>
              <a:cs typeface="Arial" panose="020B0604020202020204" pitchFamily="34" charset="0"/>
            </a:endParaRPr>
          </a:p>
        </p:txBody>
      </p:sp>
      <p:sp>
        <p:nvSpPr>
          <p:cNvPr id="14" name="文本框 13">
            <a:extLst>
              <a:ext uri="{FF2B5EF4-FFF2-40B4-BE49-F238E27FC236}">
                <a16:creationId xmlns:a16="http://schemas.microsoft.com/office/drawing/2014/main" id="{81AF2632-A4BB-42BE-B100-6827761B33FE}"/>
              </a:ext>
            </a:extLst>
          </p:cNvPr>
          <p:cNvSpPr txBox="1"/>
          <p:nvPr/>
        </p:nvSpPr>
        <p:spPr>
          <a:xfrm>
            <a:off x="9782106" y="3745142"/>
            <a:ext cx="276294" cy="276999"/>
          </a:xfrm>
          <a:prstGeom prst="rect">
            <a:avLst/>
          </a:prstGeom>
          <a:solidFill>
            <a:schemeClr val="accent2">
              <a:lumMod val="20000"/>
              <a:lumOff val="80000"/>
            </a:schemeClr>
          </a:solidFill>
        </p:spPr>
        <p:txBody>
          <a:bodyPr wrap="square" lIns="0" tIns="0" rIns="0" bIns="0" rtlCol="0">
            <a:spAutoFit/>
          </a:bodyPr>
          <a:lstStyle/>
          <a:p>
            <a:pPr algn="ctr"/>
            <a:r>
              <a:rPr lang="en-US" altLang="zh-CN">
                <a:solidFill>
                  <a:srgbClr val="C00000"/>
                </a:solidFill>
                <a:latin typeface="Arial" panose="020B0604020202020204" pitchFamily="34" charset="0"/>
                <a:cs typeface="Arial" panose="020B0604020202020204" pitchFamily="34" charset="0"/>
              </a:rPr>
              <a:t>K</a:t>
            </a:r>
            <a:endParaRPr lang="zh-CN" altLang="en-US">
              <a:solidFill>
                <a:srgbClr val="C00000"/>
              </a:solidFill>
              <a:latin typeface="Arial" panose="020B0604020202020204" pitchFamily="34" charset="0"/>
              <a:cs typeface="Arial" panose="020B0604020202020204" pitchFamily="34" charset="0"/>
            </a:endParaRPr>
          </a:p>
        </p:txBody>
      </p:sp>
      <p:sp>
        <p:nvSpPr>
          <p:cNvPr id="15" name="文本框 14">
            <a:extLst>
              <a:ext uri="{FF2B5EF4-FFF2-40B4-BE49-F238E27FC236}">
                <a16:creationId xmlns:a16="http://schemas.microsoft.com/office/drawing/2014/main" id="{D8E6F74E-06C0-48EB-9D8B-CBE7343E6711}"/>
              </a:ext>
            </a:extLst>
          </p:cNvPr>
          <p:cNvSpPr txBox="1"/>
          <p:nvPr/>
        </p:nvSpPr>
        <p:spPr>
          <a:xfrm>
            <a:off x="9782106" y="4118730"/>
            <a:ext cx="276294" cy="276999"/>
          </a:xfrm>
          <a:prstGeom prst="rect">
            <a:avLst/>
          </a:prstGeom>
          <a:solidFill>
            <a:schemeClr val="accent2">
              <a:lumMod val="20000"/>
              <a:lumOff val="80000"/>
            </a:schemeClr>
          </a:solidFill>
        </p:spPr>
        <p:txBody>
          <a:bodyPr wrap="square" lIns="0" tIns="0" rIns="0" bIns="0" rtlCol="0">
            <a:spAutoFit/>
          </a:bodyPr>
          <a:lstStyle/>
          <a:p>
            <a:pPr algn="ctr"/>
            <a:r>
              <a:rPr lang="en-US" altLang="zh-CN">
                <a:solidFill>
                  <a:srgbClr val="C00000"/>
                </a:solidFill>
                <a:latin typeface="Arial" panose="020B0604020202020204" pitchFamily="34" charset="0"/>
                <a:cs typeface="Arial" panose="020B0604020202020204" pitchFamily="34" charset="0"/>
              </a:rPr>
              <a:t>E</a:t>
            </a:r>
            <a:endParaRPr lang="zh-CN" altLang="en-US">
              <a:solidFill>
                <a:srgbClr val="C00000"/>
              </a:solidFill>
              <a:latin typeface="Arial" panose="020B0604020202020204" pitchFamily="34" charset="0"/>
              <a:cs typeface="Arial" panose="020B0604020202020204" pitchFamily="34" charset="0"/>
            </a:endParaRPr>
          </a:p>
        </p:txBody>
      </p:sp>
      <p:sp>
        <p:nvSpPr>
          <p:cNvPr id="16" name="文本框 15">
            <a:extLst>
              <a:ext uri="{FF2B5EF4-FFF2-40B4-BE49-F238E27FC236}">
                <a16:creationId xmlns:a16="http://schemas.microsoft.com/office/drawing/2014/main" id="{B845A589-0529-4FD0-B2A6-E017CB704530}"/>
              </a:ext>
            </a:extLst>
          </p:cNvPr>
          <p:cNvSpPr txBox="1"/>
          <p:nvPr/>
        </p:nvSpPr>
        <p:spPr>
          <a:xfrm>
            <a:off x="9782106" y="4492318"/>
            <a:ext cx="276294" cy="276999"/>
          </a:xfrm>
          <a:prstGeom prst="rect">
            <a:avLst/>
          </a:prstGeom>
          <a:solidFill>
            <a:schemeClr val="accent2">
              <a:lumMod val="20000"/>
              <a:lumOff val="80000"/>
            </a:schemeClr>
          </a:solidFill>
        </p:spPr>
        <p:txBody>
          <a:bodyPr wrap="square" lIns="0" tIns="0" rIns="0" bIns="0" rtlCol="0">
            <a:spAutoFit/>
          </a:bodyPr>
          <a:lstStyle/>
          <a:p>
            <a:pPr algn="ctr"/>
            <a:r>
              <a:rPr lang="en-US" altLang="zh-CN">
                <a:solidFill>
                  <a:srgbClr val="C00000"/>
                </a:solidFill>
                <a:latin typeface="Arial" panose="020B0604020202020204" pitchFamily="34" charset="0"/>
                <a:cs typeface="Arial" panose="020B0604020202020204" pitchFamily="34" charset="0"/>
              </a:rPr>
              <a:t>G</a:t>
            </a:r>
            <a:endParaRPr lang="zh-CN" altLang="en-US">
              <a:solidFill>
                <a:srgbClr val="C0000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2953099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5CF6785E-E937-47FF-94C4-BD094E5FB22F}"/>
              </a:ext>
            </a:extLst>
          </p:cNvPr>
          <p:cNvPicPr>
            <a:picLocks noChangeAspect="1"/>
          </p:cNvPicPr>
          <p:nvPr/>
        </p:nvPicPr>
        <p:blipFill>
          <a:blip r:embed="rId2"/>
          <a:stretch>
            <a:fillRect/>
          </a:stretch>
        </p:blipFill>
        <p:spPr>
          <a:xfrm>
            <a:off x="1493574" y="881069"/>
            <a:ext cx="9086437" cy="5539442"/>
          </a:xfrm>
          <a:prstGeom prst="rect">
            <a:avLst/>
          </a:prstGeom>
        </p:spPr>
      </p:pic>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命题逻辑的等值演算</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第四讲</a:t>
            </a:r>
            <a:r>
              <a:rPr lang="en-US" altLang="zh-CN">
                <a:latin typeface="楷体" panose="02010609060101010101" pitchFamily="49" charset="-122"/>
                <a:ea typeface="楷体" panose="02010609060101010101" pitchFamily="49" charset="-122"/>
              </a:rPr>
              <a:t>	</a:t>
            </a:r>
            <a:r>
              <a:rPr lang="zh-CN" altLang="en-US">
                <a:latin typeface="楷体" panose="02010609060101010101" pitchFamily="49" charset="-122"/>
                <a:ea typeface="楷体" panose="02010609060101010101" pitchFamily="49" charset="-122"/>
              </a:rPr>
              <a:t>命题逻辑的等值演算</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6</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19</a:t>
            </a:fld>
            <a:r>
              <a:rPr lang="en-US" altLang="zh-CN" dirty="0">
                <a:latin typeface="Arial" panose="020B0604020202020204" pitchFamily="34" charset="0"/>
                <a:ea typeface="楷体" panose="02010609060101010101" pitchFamily="49" charset="-122"/>
                <a:cs typeface="Arial" panose="020B0604020202020204" pitchFamily="34" charset="0"/>
              </a:rPr>
              <a:t>/26</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逻辑等值式模式练习（二）</a:t>
            </a:r>
          </a:p>
        </p:txBody>
      </p:sp>
    </p:spTree>
    <p:extLst>
      <p:ext uri="{BB962C8B-B14F-4D97-AF65-F5344CB8AC3E}">
        <p14:creationId xmlns:p14="http://schemas.microsoft.com/office/powerpoint/2010/main" val="135385859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469D9610-05CC-494D-AF99-4A60A3F7B94B}"/>
              </a:ext>
            </a:extLst>
          </p:cNvPr>
          <p:cNvPicPr>
            <a:picLocks noChangeAspect="1"/>
          </p:cNvPicPr>
          <p:nvPr/>
        </p:nvPicPr>
        <p:blipFill>
          <a:blip r:embed="rId2"/>
          <a:stretch>
            <a:fillRect/>
          </a:stretch>
        </p:blipFill>
        <p:spPr>
          <a:xfrm>
            <a:off x="1493573" y="873554"/>
            <a:ext cx="9086437" cy="5549472"/>
          </a:xfrm>
          <a:prstGeom prst="rect">
            <a:avLst/>
          </a:prstGeom>
        </p:spPr>
      </p:pic>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命题逻辑的等值演算</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第四讲</a:t>
            </a:r>
            <a:r>
              <a:rPr lang="en-US" altLang="zh-CN">
                <a:latin typeface="楷体" panose="02010609060101010101" pitchFamily="49" charset="-122"/>
                <a:ea typeface="楷体" panose="02010609060101010101" pitchFamily="49" charset="-122"/>
              </a:rPr>
              <a:t>	</a:t>
            </a:r>
            <a:r>
              <a:rPr lang="zh-CN" altLang="en-US">
                <a:latin typeface="楷体" panose="02010609060101010101" pitchFamily="49" charset="-122"/>
                <a:ea typeface="楷体" panose="02010609060101010101" pitchFamily="49" charset="-122"/>
              </a:rPr>
              <a:t>命题逻辑的等值演算</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6</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20</a:t>
            </a:fld>
            <a:r>
              <a:rPr lang="en-US" altLang="zh-CN" dirty="0">
                <a:latin typeface="Arial" panose="020B0604020202020204" pitchFamily="34" charset="0"/>
                <a:ea typeface="楷体" panose="02010609060101010101" pitchFamily="49" charset="-122"/>
                <a:cs typeface="Arial" panose="020B0604020202020204" pitchFamily="34" charset="0"/>
              </a:rPr>
              <a:t>/26</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逻辑等值式模式练习（二）</a:t>
            </a:r>
          </a:p>
        </p:txBody>
      </p:sp>
      <p:sp>
        <p:nvSpPr>
          <p:cNvPr id="11" name="文本框 10">
            <a:extLst>
              <a:ext uri="{FF2B5EF4-FFF2-40B4-BE49-F238E27FC236}">
                <a16:creationId xmlns:a16="http://schemas.microsoft.com/office/drawing/2014/main" id="{F3EBDC47-E1EB-4701-90B0-8340AC0C2558}"/>
              </a:ext>
            </a:extLst>
          </p:cNvPr>
          <p:cNvSpPr txBox="1"/>
          <p:nvPr/>
        </p:nvSpPr>
        <p:spPr>
          <a:xfrm>
            <a:off x="9144000" y="2625240"/>
            <a:ext cx="276294" cy="276999"/>
          </a:xfrm>
          <a:prstGeom prst="rect">
            <a:avLst/>
          </a:prstGeom>
          <a:solidFill>
            <a:schemeClr val="accent2">
              <a:lumMod val="20000"/>
              <a:lumOff val="80000"/>
            </a:schemeClr>
          </a:solidFill>
        </p:spPr>
        <p:txBody>
          <a:bodyPr wrap="square" lIns="0" tIns="0" rIns="0" bIns="0" rtlCol="0">
            <a:spAutoFit/>
          </a:bodyPr>
          <a:lstStyle/>
          <a:p>
            <a:pPr algn="ctr"/>
            <a:r>
              <a:rPr lang="en-US" altLang="zh-CN">
                <a:solidFill>
                  <a:srgbClr val="C00000"/>
                </a:solidFill>
                <a:latin typeface="Arial" panose="020B0604020202020204" pitchFamily="34" charset="0"/>
                <a:cs typeface="Arial" panose="020B0604020202020204" pitchFamily="34" charset="0"/>
              </a:rPr>
              <a:t>I</a:t>
            </a:r>
            <a:endParaRPr lang="zh-CN" altLang="en-US">
              <a:solidFill>
                <a:srgbClr val="C00000"/>
              </a:solidFill>
              <a:latin typeface="Arial" panose="020B0604020202020204" pitchFamily="34" charset="0"/>
              <a:cs typeface="Arial" panose="020B0604020202020204" pitchFamily="34" charset="0"/>
            </a:endParaRPr>
          </a:p>
        </p:txBody>
      </p:sp>
      <p:sp>
        <p:nvSpPr>
          <p:cNvPr id="12" name="文本框 11">
            <a:extLst>
              <a:ext uri="{FF2B5EF4-FFF2-40B4-BE49-F238E27FC236}">
                <a16:creationId xmlns:a16="http://schemas.microsoft.com/office/drawing/2014/main" id="{E29C2591-73A4-4EF1-A3C1-2871AB29ADA6}"/>
              </a:ext>
            </a:extLst>
          </p:cNvPr>
          <p:cNvSpPr txBox="1"/>
          <p:nvPr/>
        </p:nvSpPr>
        <p:spPr>
          <a:xfrm>
            <a:off x="9144000" y="2994171"/>
            <a:ext cx="276294" cy="276999"/>
          </a:xfrm>
          <a:prstGeom prst="rect">
            <a:avLst/>
          </a:prstGeom>
          <a:solidFill>
            <a:schemeClr val="accent2">
              <a:lumMod val="20000"/>
              <a:lumOff val="80000"/>
            </a:schemeClr>
          </a:solidFill>
        </p:spPr>
        <p:txBody>
          <a:bodyPr wrap="square" lIns="0" tIns="0" rIns="0" bIns="0" rtlCol="0">
            <a:spAutoFit/>
          </a:bodyPr>
          <a:lstStyle/>
          <a:p>
            <a:pPr algn="ctr"/>
            <a:r>
              <a:rPr lang="en-US" altLang="zh-CN">
                <a:solidFill>
                  <a:srgbClr val="C00000"/>
                </a:solidFill>
                <a:latin typeface="Arial" panose="020B0604020202020204" pitchFamily="34" charset="0"/>
                <a:cs typeface="Arial" panose="020B0604020202020204" pitchFamily="34" charset="0"/>
              </a:rPr>
              <a:t>H</a:t>
            </a:r>
            <a:endParaRPr lang="zh-CN" altLang="en-US">
              <a:solidFill>
                <a:srgbClr val="C00000"/>
              </a:solidFill>
              <a:latin typeface="Arial" panose="020B0604020202020204" pitchFamily="34" charset="0"/>
              <a:cs typeface="Arial" panose="020B0604020202020204" pitchFamily="34" charset="0"/>
            </a:endParaRPr>
          </a:p>
        </p:txBody>
      </p:sp>
      <p:sp>
        <p:nvSpPr>
          <p:cNvPr id="13" name="文本框 12">
            <a:extLst>
              <a:ext uri="{FF2B5EF4-FFF2-40B4-BE49-F238E27FC236}">
                <a16:creationId xmlns:a16="http://schemas.microsoft.com/office/drawing/2014/main" id="{5B20DEF4-5694-40CF-8018-CC6E8B9BAE19}"/>
              </a:ext>
            </a:extLst>
          </p:cNvPr>
          <p:cNvSpPr txBox="1"/>
          <p:nvPr/>
        </p:nvSpPr>
        <p:spPr>
          <a:xfrm>
            <a:off x="9144000" y="3358938"/>
            <a:ext cx="276294" cy="276999"/>
          </a:xfrm>
          <a:prstGeom prst="rect">
            <a:avLst/>
          </a:prstGeom>
          <a:solidFill>
            <a:schemeClr val="accent2">
              <a:lumMod val="20000"/>
              <a:lumOff val="80000"/>
            </a:schemeClr>
          </a:solidFill>
        </p:spPr>
        <p:txBody>
          <a:bodyPr wrap="square" lIns="0" tIns="0" rIns="0" bIns="0" rtlCol="0">
            <a:spAutoFit/>
          </a:bodyPr>
          <a:lstStyle/>
          <a:p>
            <a:pPr algn="ctr"/>
            <a:r>
              <a:rPr lang="en-US" altLang="zh-CN">
                <a:solidFill>
                  <a:srgbClr val="C00000"/>
                </a:solidFill>
                <a:latin typeface="Arial" panose="020B0604020202020204" pitchFamily="34" charset="0"/>
                <a:cs typeface="Arial" panose="020B0604020202020204" pitchFamily="34" charset="0"/>
              </a:rPr>
              <a:t>K</a:t>
            </a:r>
            <a:endParaRPr lang="zh-CN" altLang="en-US">
              <a:solidFill>
                <a:srgbClr val="C00000"/>
              </a:solidFill>
              <a:latin typeface="Arial" panose="020B0604020202020204" pitchFamily="34" charset="0"/>
              <a:cs typeface="Arial" panose="020B0604020202020204" pitchFamily="34" charset="0"/>
            </a:endParaRPr>
          </a:p>
        </p:txBody>
      </p:sp>
      <p:sp>
        <p:nvSpPr>
          <p:cNvPr id="14" name="文本框 13">
            <a:extLst>
              <a:ext uri="{FF2B5EF4-FFF2-40B4-BE49-F238E27FC236}">
                <a16:creationId xmlns:a16="http://schemas.microsoft.com/office/drawing/2014/main" id="{25B713C8-BC0F-4A7D-A824-3E1B1DD0CBF1}"/>
              </a:ext>
            </a:extLst>
          </p:cNvPr>
          <p:cNvSpPr txBox="1"/>
          <p:nvPr/>
        </p:nvSpPr>
        <p:spPr>
          <a:xfrm>
            <a:off x="9144000" y="3723705"/>
            <a:ext cx="276294" cy="276999"/>
          </a:xfrm>
          <a:prstGeom prst="rect">
            <a:avLst/>
          </a:prstGeom>
          <a:solidFill>
            <a:schemeClr val="accent2">
              <a:lumMod val="20000"/>
              <a:lumOff val="80000"/>
            </a:schemeClr>
          </a:solidFill>
        </p:spPr>
        <p:txBody>
          <a:bodyPr wrap="square" lIns="0" tIns="0" rIns="0" bIns="0" rtlCol="0">
            <a:spAutoFit/>
          </a:bodyPr>
          <a:lstStyle/>
          <a:p>
            <a:pPr algn="ctr"/>
            <a:r>
              <a:rPr lang="en-US" altLang="zh-CN">
                <a:solidFill>
                  <a:srgbClr val="C00000"/>
                </a:solidFill>
                <a:latin typeface="Arial" panose="020B0604020202020204" pitchFamily="34" charset="0"/>
                <a:cs typeface="Arial" panose="020B0604020202020204" pitchFamily="34" charset="0"/>
              </a:rPr>
              <a:t>I</a:t>
            </a:r>
            <a:endParaRPr lang="zh-CN" altLang="en-US">
              <a:solidFill>
                <a:srgbClr val="C00000"/>
              </a:solidFill>
              <a:latin typeface="Arial" panose="020B0604020202020204" pitchFamily="34" charset="0"/>
              <a:cs typeface="Arial" panose="020B0604020202020204" pitchFamily="34" charset="0"/>
            </a:endParaRPr>
          </a:p>
        </p:txBody>
      </p:sp>
      <p:sp>
        <p:nvSpPr>
          <p:cNvPr id="15" name="文本框 14">
            <a:extLst>
              <a:ext uri="{FF2B5EF4-FFF2-40B4-BE49-F238E27FC236}">
                <a16:creationId xmlns:a16="http://schemas.microsoft.com/office/drawing/2014/main" id="{4BF2C512-0055-4291-BCCA-2ECD46B76D8B}"/>
              </a:ext>
            </a:extLst>
          </p:cNvPr>
          <p:cNvSpPr txBox="1"/>
          <p:nvPr/>
        </p:nvSpPr>
        <p:spPr>
          <a:xfrm>
            <a:off x="9144000" y="4088472"/>
            <a:ext cx="276294" cy="276999"/>
          </a:xfrm>
          <a:prstGeom prst="rect">
            <a:avLst/>
          </a:prstGeom>
          <a:solidFill>
            <a:schemeClr val="accent2">
              <a:lumMod val="20000"/>
              <a:lumOff val="80000"/>
            </a:schemeClr>
          </a:solidFill>
        </p:spPr>
        <p:txBody>
          <a:bodyPr wrap="square" lIns="0" tIns="0" rIns="0" bIns="0" rtlCol="0">
            <a:spAutoFit/>
          </a:bodyPr>
          <a:lstStyle/>
          <a:p>
            <a:pPr algn="ctr"/>
            <a:r>
              <a:rPr lang="en-US" altLang="zh-CN">
                <a:solidFill>
                  <a:srgbClr val="C00000"/>
                </a:solidFill>
                <a:latin typeface="Arial" panose="020B0604020202020204" pitchFamily="34" charset="0"/>
                <a:cs typeface="Arial" panose="020B0604020202020204" pitchFamily="34" charset="0"/>
              </a:rPr>
              <a:t>D</a:t>
            </a:r>
            <a:endParaRPr lang="zh-CN" altLang="en-US">
              <a:solidFill>
                <a:srgbClr val="C00000"/>
              </a:solidFill>
              <a:latin typeface="Arial" panose="020B0604020202020204" pitchFamily="34" charset="0"/>
              <a:cs typeface="Arial" panose="020B0604020202020204" pitchFamily="34" charset="0"/>
            </a:endParaRPr>
          </a:p>
        </p:txBody>
      </p:sp>
      <p:sp>
        <p:nvSpPr>
          <p:cNvPr id="16" name="文本框 15">
            <a:extLst>
              <a:ext uri="{FF2B5EF4-FFF2-40B4-BE49-F238E27FC236}">
                <a16:creationId xmlns:a16="http://schemas.microsoft.com/office/drawing/2014/main" id="{0CC85DD8-2898-43E9-9982-219D09E9B466}"/>
              </a:ext>
            </a:extLst>
          </p:cNvPr>
          <p:cNvSpPr txBox="1"/>
          <p:nvPr/>
        </p:nvSpPr>
        <p:spPr>
          <a:xfrm>
            <a:off x="9144000" y="4456369"/>
            <a:ext cx="276294" cy="276999"/>
          </a:xfrm>
          <a:prstGeom prst="rect">
            <a:avLst/>
          </a:prstGeom>
          <a:solidFill>
            <a:schemeClr val="accent2">
              <a:lumMod val="20000"/>
              <a:lumOff val="80000"/>
            </a:schemeClr>
          </a:solidFill>
        </p:spPr>
        <p:txBody>
          <a:bodyPr wrap="square" lIns="0" tIns="0" rIns="0" bIns="0" rtlCol="0">
            <a:spAutoFit/>
          </a:bodyPr>
          <a:lstStyle/>
          <a:p>
            <a:pPr algn="ctr"/>
            <a:r>
              <a:rPr lang="en-US" altLang="zh-CN">
                <a:solidFill>
                  <a:srgbClr val="C00000"/>
                </a:solidFill>
                <a:latin typeface="Arial" panose="020B0604020202020204" pitchFamily="34" charset="0"/>
                <a:cs typeface="Arial" panose="020B0604020202020204" pitchFamily="34" charset="0"/>
              </a:rPr>
              <a:t>A</a:t>
            </a:r>
            <a:endParaRPr lang="zh-CN" altLang="en-US">
              <a:solidFill>
                <a:srgbClr val="C0000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20395190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命题逻辑的等值演算</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第四讲</a:t>
            </a:r>
            <a:r>
              <a:rPr lang="en-US" altLang="zh-CN">
                <a:latin typeface="楷体" panose="02010609060101010101" pitchFamily="49" charset="-122"/>
                <a:ea typeface="楷体" panose="02010609060101010101" pitchFamily="49" charset="-122"/>
              </a:rPr>
              <a:t>	</a:t>
            </a:r>
            <a:r>
              <a:rPr lang="zh-CN" altLang="en-US">
                <a:latin typeface="楷体" panose="02010609060101010101" pitchFamily="49" charset="-122"/>
                <a:ea typeface="楷体" panose="02010609060101010101" pitchFamily="49" charset="-122"/>
              </a:rPr>
              <a:t>命题逻辑的等值演算</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6</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21</a:t>
            </a:fld>
            <a:r>
              <a:rPr lang="en-US" altLang="zh-CN" dirty="0">
                <a:latin typeface="Arial" panose="020B0604020202020204" pitchFamily="34" charset="0"/>
                <a:ea typeface="楷体" panose="02010609060101010101" pitchFamily="49" charset="-122"/>
                <a:cs typeface="Arial" panose="020B0604020202020204" pitchFamily="34" charset="0"/>
              </a:rPr>
              <a:t>/26</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等值演算练习</a:t>
            </a:r>
          </a:p>
        </p:txBody>
      </p:sp>
      <mc:AlternateContent xmlns:mc="http://schemas.openxmlformats.org/markup-compatibility/2006" xmlns:a14="http://schemas.microsoft.com/office/drawing/2010/main">
        <mc:Choice Requires="a14">
          <p:sp>
            <p:nvSpPr>
              <p:cNvPr id="18" name="文本框 17">
                <a:extLst>
                  <a:ext uri="{FF2B5EF4-FFF2-40B4-BE49-F238E27FC236}">
                    <a16:creationId xmlns:a16="http://schemas.microsoft.com/office/drawing/2014/main" id="{B6C0AA86-F285-46E6-8CCD-F68F920588A0}"/>
                  </a:ext>
                </a:extLst>
              </p:cNvPr>
              <p:cNvSpPr txBox="1"/>
              <p:nvPr/>
            </p:nvSpPr>
            <p:spPr>
              <a:xfrm>
                <a:off x="1602199" y="1748853"/>
                <a:ext cx="8407217" cy="892552"/>
              </a:xfrm>
              <a:prstGeom prst="rect">
                <a:avLst/>
              </a:prstGeom>
              <a:solidFill>
                <a:schemeClr val="accent2">
                  <a:lumMod val="20000"/>
                  <a:lumOff val="80000"/>
                </a:schemeClr>
              </a:solidFill>
            </p:spPr>
            <p:txBody>
              <a:bodyPr wrap="square" tIns="0" bIns="0" rtlCol="0">
                <a:spAutoFit/>
              </a:bodyPr>
              <a:lstStyle/>
              <a:p>
                <a:pPr>
                  <a:spcBef>
                    <a:spcPts val="600"/>
                  </a:spcBef>
                  <a:spcAft>
                    <a:spcPts val="600"/>
                  </a:spcAft>
                </a:pPr>
                <a:r>
                  <a:rPr lang="zh-CN" altLang="en-US" sz="2400" b="1">
                    <a:solidFill>
                      <a:srgbClr val="C00000"/>
                    </a:solidFill>
                    <a:latin typeface="楷体" panose="02010609060101010101" pitchFamily="49" charset="-122"/>
                    <a:ea typeface="楷体" panose="02010609060101010101" pitchFamily="49" charset="-122"/>
                  </a:rPr>
                  <a:t>如何使用等值演算证明下面的逻辑等值式？</a:t>
                </a:r>
                <a:endParaRPr lang="en-US" altLang="zh-CN" sz="2400" b="1">
                  <a:solidFill>
                    <a:srgbClr val="C00000"/>
                  </a:solidFill>
                  <a:latin typeface="楷体" panose="02010609060101010101" pitchFamily="49" charset="-122"/>
                  <a:ea typeface="楷体" panose="02010609060101010101" pitchFamily="49" charset="-122"/>
                </a:endParaRPr>
              </a:p>
              <a:p>
                <a:pPr>
                  <a:spcBef>
                    <a:spcPts val="600"/>
                  </a:spcBef>
                  <a:spcAft>
                    <a:spcPts val="600"/>
                  </a:spcAft>
                </a:pPr>
                <a14:m>
                  <m:oMathPara xmlns:m="http://schemas.openxmlformats.org/officeDocument/2006/math">
                    <m:oMathParaPr>
                      <m:jc m:val="centerGroup"/>
                    </m:oMathParaPr>
                    <m:oMath xmlns:m="http://schemas.openxmlformats.org/officeDocument/2006/math">
                      <m:r>
                        <a:rPr lang="en-US" altLang="zh-CN" sz="2400" b="1" i="1" smtClean="0">
                          <a:solidFill>
                            <a:schemeClr val="accent6">
                              <a:lumMod val="50000"/>
                            </a:schemeClr>
                          </a:solidFill>
                          <a:latin typeface="Cambria Math" panose="02040503050406030204" pitchFamily="18" charset="0"/>
                          <a:ea typeface="宋体" panose="02010600030101010101" pitchFamily="2" charset="-122"/>
                        </a:rPr>
                        <m:t>¬</m:t>
                      </m:r>
                      <m:d>
                        <m:dPr>
                          <m:ctrlPr>
                            <a:rPr lang="en-US" altLang="zh-CN" sz="2400" b="1" i="1" smtClean="0">
                              <a:solidFill>
                                <a:schemeClr val="accent6">
                                  <a:lumMod val="50000"/>
                                </a:schemeClr>
                              </a:solidFill>
                              <a:latin typeface="Cambria Math" panose="02040503050406030204" pitchFamily="18" charset="0"/>
                              <a:ea typeface="宋体" panose="02010600030101010101" pitchFamily="2" charset="-122"/>
                            </a:rPr>
                          </m:ctrlPr>
                        </m:dPr>
                        <m:e>
                          <m:r>
                            <a:rPr lang="en-US" altLang="zh-CN" sz="2400" b="1" i="1" smtClean="0">
                              <a:solidFill>
                                <a:schemeClr val="accent6">
                                  <a:lumMod val="50000"/>
                                </a:schemeClr>
                              </a:solidFill>
                              <a:latin typeface="Cambria Math" panose="02040503050406030204" pitchFamily="18" charset="0"/>
                              <a:ea typeface="宋体" panose="02010600030101010101" pitchFamily="2" charset="-122"/>
                            </a:rPr>
                            <m:t>𝒑</m:t>
                          </m:r>
                          <m:r>
                            <a:rPr lang="en-US" altLang="zh-CN" sz="2400" b="1" i="1" smtClean="0">
                              <a:solidFill>
                                <a:schemeClr val="accent6">
                                  <a:lumMod val="50000"/>
                                </a:schemeClr>
                              </a:solidFill>
                              <a:latin typeface="Cambria Math" panose="02040503050406030204" pitchFamily="18" charset="0"/>
                              <a:ea typeface="宋体" panose="02010600030101010101" pitchFamily="2" charset="-122"/>
                            </a:rPr>
                            <m:t>∨¬</m:t>
                          </m:r>
                          <m:r>
                            <a:rPr lang="en-US" altLang="zh-CN" sz="2400" b="1" i="1" smtClean="0">
                              <a:solidFill>
                                <a:schemeClr val="accent6">
                                  <a:lumMod val="50000"/>
                                </a:schemeClr>
                              </a:solidFill>
                              <a:latin typeface="Cambria Math" panose="02040503050406030204" pitchFamily="18" charset="0"/>
                              <a:ea typeface="宋体" panose="02010600030101010101" pitchFamily="2" charset="-122"/>
                            </a:rPr>
                            <m:t>𝒒</m:t>
                          </m:r>
                        </m:e>
                      </m:d>
                      <m:r>
                        <a:rPr lang="en-US" altLang="zh-CN" sz="2400" b="1" i="1" smtClean="0">
                          <a:solidFill>
                            <a:schemeClr val="accent6">
                              <a:lumMod val="50000"/>
                            </a:schemeClr>
                          </a:solidFill>
                          <a:latin typeface="Cambria Math" panose="02040503050406030204" pitchFamily="18" charset="0"/>
                          <a:ea typeface="宋体" panose="02010600030101010101" pitchFamily="2" charset="-122"/>
                        </a:rPr>
                        <m:t>→</m:t>
                      </m:r>
                      <m:d>
                        <m:dPr>
                          <m:ctrlPr>
                            <a:rPr lang="en-US" altLang="zh-CN" sz="2400" b="1" i="1" smtClean="0">
                              <a:solidFill>
                                <a:schemeClr val="accent6">
                                  <a:lumMod val="50000"/>
                                </a:schemeClr>
                              </a:solidFill>
                              <a:latin typeface="Cambria Math" panose="02040503050406030204" pitchFamily="18" charset="0"/>
                              <a:ea typeface="宋体" panose="02010600030101010101" pitchFamily="2" charset="-122"/>
                            </a:rPr>
                          </m:ctrlPr>
                        </m:dPr>
                        <m:e>
                          <m:r>
                            <a:rPr lang="en-US" altLang="zh-CN" sz="2400" b="1" i="1" smtClean="0">
                              <a:solidFill>
                                <a:schemeClr val="accent6">
                                  <a:lumMod val="50000"/>
                                </a:schemeClr>
                              </a:solidFill>
                              <a:latin typeface="Cambria Math" panose="02040503050406030204" pitchFamily="18" charset="0"/>
                              <a:ea typeface="宋体" panose="02010600030101010101" pitchFamily="2" charset="-122"/>
                            </a:rPr>
                            <m:t>𝒒</m:t>
                          </m:r>
                          <m:r>
                            <a:rPr lang="en-US" altLang="zh-CN" sz="2400" b="1" i="1" smtClean="0">
                              <a:solidFill>
                                <a:schemeClr val="accent6">
                                  <a:lumMod val="50000"/>
                                </a:schemeClr>
                              </a:solidFill>
                              <a:latin typeface="Cambria Math" panose="02040503050406030204" pitchFamily="18" charset="0"/>
                              <a:ea typeface="宋体" panose="02010600030101010101" pitchFamily="2" charset="-122"/>
                            </a:rPr>
                            <m:t>→</m:t>
                          </m:r>
                          <m:r>
                            <a:rPr lang="en-US" altLang="zh-CN" sz="2400" b="1" i="1" smtClean="0">
                              <a:solidFill>
                                <a:schemeClr val="accent6">
                                  <a:lumMod val="50000"/>
                                </a:schemeClr>
                              </a:solidFill>
                              <a:latin typeface="Cambria Math" panose="02040503050406030204" pitchFamily="18" charset="0"/>
                              <a:ea typeface="宋体" panose="02010600030101010101" pitchFamily="2" charset="-122"/>
                            </a:rPr>
                            <m:t>𝒓</m:t>
                          </m:r>
                        </m:e>
                      </m:d>
                      <m:r>
                        <a:rPr lang="en-US" altLang="zh-CN" sz="2400" b="1" i="1" smtClean="0">
                          <a:solidFill>
                            <a:schemeClr val="accent6">
                              <a:lumMod val="50000"/>
                            </a:schemeClr>
                          </a:solidFill>
                          <a:latin typeface="Cambria Math" panose="02040503050406030204" pitchFamily="18" charset="0"/>
                          <a:ea typeface="宋体" panose="02010600030101010101" pitchFamily="2" charset="-122"/>
                        </a:rPr>
                        <m:t>≡</m:t>
                      </m:r>
                      <m:r>
                        <a:rPr lang="en-US" altLang="zh-CN" sz="2400" b="1" i="1" smtClean="0">
                          <a:solidFill>
                            <a:schemeClr val="accent6">
                              <a:lumMod val="50000"/>
                            </a:schemeClr>
                          </a:solidFill>
                          <a:latin typeface="Cambria Math" panose="02040503050406030204" pitchFamily="18" charset="0"/>
                          <a:ea typeface="宋体" panose="02010600030101010101" pitchFamily="2" charset="-122"/>
                        </a:rPr>
                        <m:t>𝒒</m:t>
                      </m:r>
                      <m:r>
                        <a:rPr lang="en-US" altLang="zh-CN" sz="2400" b="1" i="1" smtClean="0">
                          <a:solidFill>
                            <a:schemeClr val="accent6">
                              <a:lumMod val="50000"/>
                            </a:schemeClr>
                          </a:solidFill>
                          <a:latin typeface="Cambria Math" panose="02040503050406030204" pitchFamily="18" charset="0"/>
                          <a:ea typeface="宋体" panose="02010600030101010101" pitchFamily="2" charset="-122"/>
                        </a:rPr>
                        <m:t>→(</m:t>
                      </m:r>
                      <m:r>
                        <a:rPr lang="en-US" altLang="zh-CN" sz="2400" b="1" i="1" smtClean="0">
                          <a:solidFill>
                            <a:schemeClr val="accent6">
                              <a:lumMod val="50000"/>
                            </a:schemeClr>
                          </a:solidFill>
                          <a:latin typeface="Cambria Math" panose="02040503050406030204" pitchFamily="18" charset="0"/>
                          <a:ea typeface="宋体" panose="02010600030101010101" pitchFamily="2" charset="-122"/>
                        </a:rPr>
                        <m:t>𝒑</m:t>
                      </m:r>
                      <m:r>
                        <a:rPr lang="en-US" altLang="zh-CN" sz="2400" b="1" i="1" smtClean="0">
                          <a:solidFill>
                            <a:schemeClr val="accent6">
                              <a:lumMod val="50000"/>
                            </a:schemeClr>
                          </a:solidFill>
                          <a:latin typeface="Cambria Math" panose="02040503050406030204" pitchFamily="18" charset="0"/>
                          <a:ea typeface="宋体" panose="02010600030101010101" pitchFamily="2" charset="-122"/>
                        </a:rPr>
                        <m:t>∨</m:t>
                      </m:r>
                      <m:r>
                        <a:rPr lang="en-US" altLang="zh-CN" sz="2400" b="1" i="1" smtClean="0">
                          <a:solidFill>
                            <a:schemeClr val="accent6">
                              <a:lumMod val="50000"/>
                            </a:schemeClr>
                          </a:solidFill>
                          <a:latin typeface="Cambria Math" panose="02040503050406030204" pitchFamily="18" charset="0"/>
                          <a:ea typeface="宋体" panose="02010600030101010101" pitchFamily="2" charset="-122"/>
                        </a:rPr>
                        <m:t>𝒓</m:t>
                      </m:r>
                      <m:r>
                        <a:rPr lang="en-US" altLang="zh-CN" sz="2400" b="1" i="1" smtClean="0">
                          <a:solidFill>
                            <a:schemeClr val="accent6">
                              <a:lumMod val="50000"/>
                            </a:schemeClr>
                          </a:solidFill>
                          <a:latin typeface="Cambria Math" panose="02040503050406030204" pitchFamily="18" charset="0"/>
                          <a:ea typeface="宋体" panose="02010600030101010101" pitchFamily="2" charset="-122"/>
                        </a:rPr>
                        <m:t>)</m:t>
                      </m:r>
                    </m:oMath>
                  </m:oMathPara>
                </a14:m>
                <a:endParaRPr lang="zh-CN" altLang="en-US" sz="2400" b="1"/>
              </a:p>
            </p:txBody>
          </p:sp>
        </mc:Choice>
        <mc:Fallback xmlns="">
          <p:sp>
            <p:nvSpPr>
              <p:cNvPr id="18" name="文本框 17">
                <a:extLst>
                  <a:ext uri="{FF2B5EF4-FFF2-40B4-BE49-F238E27FC236}">
                    <a16:creationId xmlns:a16="http://schemas.microsoft.com/office/drawing/2014/main" id="{B6C0AA86-F285-46E6-8CCD-F68F920588A0}"/>
                  </a:ext>
                </a:extLst>
              </p:cNvPr>
              <p:cNvSpPr txBox="1">
                <a:spLocks noRot="1" noChangeAspect="1" noMove="1" noResize="1" noEditPoints="1" noAdjustHandles="1" noChangeArrowheads="1" noChangeShapeType="1" noTextEdit="1"/>
              </p:cNvSpPr>
              <p:nvPr/>
            </p:nvSpPr>
            <p:spPr>
              <a:xfrm>
                <a:off x="1602199" y="1748853"/>
                <a:ext cx="8407217" cy="892552"/>
              </a:xfrm>
              <a:prstGeom prst="rect">
                <a:avLst/>
              </a:prstGeom>
              <a:blipFill>
                <a:blip r:embed="rId2"/>
                <a:stretch>
                  <a:fillRect l="-1160" t="-10959"/>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7020169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命题逻辑的等值演算</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第四讲</a:t>
            </a:r>
            <a:r>
              <a:rPr lang="en-US" altLang="zh-CN">
                <a:latin typeface="楷体" panose="02010609060101010101" pitchFamily="49" charset="-122"/>
                <a:ea typeface="楷体" panose="02010609060101010101" pitchFamily="49" charset="-122"/>
              </a:rPr>
              <a:t>	</a:t>
            </a:r>
            <a:r>
              <a:rPr lang="zh-CN" altLang="en-US">
                <a:latin typeface="楷体" panose="02010609060101010101" pitchFamily="49" charset="-122"/>
                <a:ea typeface="楷体" panose="02010609060101010101" pitchFamily="49" charset="-122"/>
              </a:rPr>
              <a:t>命题逻辑的等值演算</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6</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22</a:t>
            </a:fld>
            <a:r>
              <a:rPr lang="en-US" altLang="zh-CN" dirty="0">
                <a:latin typeface="Arial" panose="020B0604020202020204" pitchFamily="34" charset="0"/>
                <a:ea typeface="楷体" panose="02010609060101010101" pitchFamily="49" charset="-122"/>
                <a:cs typeface="Arial" panose="020B0604020202020204" pitchFamily="34" charset="0"/>
              </a:rPr>
              <a:t>/26</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等值演算练习</a:t>
            </a:r>
          </a:p>
        </p:txBody>
      </p:sp>
      <mc:AlternateContent xmlns:mc="http://schemas.openxmlformats.org/markup-compatibility/2006" xmlns:a14="http://schemas.microsoft.com/office/drawing/2010/main">
        <mc:Choice Requires="a14">
          <p:sp>
            <p:nvSpPr>
              <p:cNvPr id="18" name="文本框 17">
                <a:extLst>
                  <a:ext uri="{FF2B5EF4-FFF2-40B4-BE49-F238E27FC236}">
                    <a16:creationId xmlns:a16="http://schemas.microsoft.com/office/drawing/2014/main" id="{B6C0AA86-F285-46E6-8CCD-F68F920588A0}"/>
                  </a:ext>
                </a:extLst>
              </p:cNvPr>
              <p:cNvSpPr txBox="1"/>
              <p:nvPr/>
            </p:nvSpPr>
            <p:spPr>
              <a:xfrm>
                <a:off x="1602199" y="1748853"/>
                <a:ext cx="8407217" cy="892552"/>
              </a:xfrm>
              <a:prstGeom prst="rect">
                <a:avLst/>
              </a:prstGeom>
              <a:solidFill>
                <a:schemeClr val="accent2">
                  <a:lumMod val="20000"/>
                  <a:lumOff val="80000"/>
                </a:schemeClr>
              </a:solidFill>
            </p:spPr>
            <p:txBody>
              <a:bodyPr wrap="square" tIns="0" bIns="0" rtlCol="0">
                <a:spAutoFit/>
              </a:bodyPr>
              <a:lstStyle/>
              <a:p>
                <a:pPr>
                  <a:spcBef>
                    <a:spcPts val="600"/>
                  </a:spcBef>
                  <a:spcAft>
                    <a:spcPts val="600"/>
                  </a:spcAft>
                </a:pPr>
                <a:r>
                  <a:rPr lang="zh-CN" altLang="en-US" sz="2400" b="1">
                    <a:solidFill>
                      <a:srgbClr val="C00000"/>
                    </a:solidFill>
                    <a:latin typeface="楷体" panose="02010609060101010101" pitchFamily="49" charset="-122"/>
                    <a:ea typeface="楷体" panose="02010609060101010101" pitchFamily="49" charset="-122"/>
                  </a:rPr>
                  <a:t>如何使用等值演算证明下面的逻辑等值式？</a:t>
                </a:r>
                <a:endParaRPr lang="en-US" altLang="zh-CN" sz="2400" b="1">
                  <a:solidFill>
                    <a:srgbClr val="C00000"/>
                  </a:solidFill>
                  <a:latin typeface="楷体" panose="02010609060101010101" pitchFamily="49" charset="-122"/>
                  <a:ea typeface="楷体" panose="02010609060101010101" pitchFamily="49" charset="-122"/>
                </a:endParaRPr>
              </a:p>
              <a:p>
                <a:pPr>
                  <a:spcBef>
                    <a:spcPts val="600"/>
                  </a:spcBef>
                  <a:spcAft>
                    <a:spcPts val="600"/>
                  </a:spcAft>
                </a:pPr>
                <a14:m>
                  <m:oMathPara xmlns:m="http://schemas.openxmlformats.org/officeDocument/2006/math">
                    <m:oMathParaPr>
                      <m:jc m:val="centerGroup"/>
                    </m:oMathParaPr>
                    <m:oMath xmlns:m="http://schemas.openxmlformats.org/officeDocument/2006/math">
                      <m:r>
                        <a:rPr lang="en-US" altLang="zh-CN" sz="2400" b="1" i="1" smtClean="0">
                          <a:solidFill>
                            <a:schemeClr val="accent6">
                              <a:lumMod val="50000"/>
                            </a:schemeClr>
                          </a:solidFill>
                          <a:latin typeface="Cambria Math" panose="02040503050406030204" pitchFamily="18" charset="0"/>
                          <a:ea typeface="宋体" panose="02010600030101010101" pitchFamily="2" charset="-122"/>
                        </a:rPr>
                        <m:t>¬</m:t>
                      </m:r>
                      <m:d>
                        <m:dPr>
                          <m:ctrlPr>
                            <a:rPr lang="en-US" altLang="zh-CN" sz="2400" b="1" i="1" smtClean="0">
                              <a:solidFill>
                                <a:schemeClr val="accent6">
                                  <a:lumMod val="50000"/>
                                </a:schemeClr>
                              </a:solidFill>
                              <a:latin typeface="Cambria Math" panose="02040503050406030204" pitchFamily="18" charset="0"/>
                              <a:ea typeface="宋体" panose="02010600030101010101" pitchFamily="2" charset="-122"/>
                            </a:rPr>
                          </m:ctrlPr>
                        </m:dPr>
                        <m:e>
                          <m:r>
                            <a:rPr lang="en-US" altLang="zh-CN" sz="2400" b="1" i="1" smtClean="0">
                              <a:solidFill>
                                <a:schemeClr val="accent6">
                                  <a:lumMod val="50000"/>
                                </a:schemeClr>
                              </a:solidFill>
                              <a:latin typeface="Cambria Math" panose="02040503050406030204" pitchFamily="18" charset="0"/>
                              <a:ea typeface="宋体" panose="02010600030101010101" pitchFamily="2" charset="-122"/>
                            </a:rPr>
                            <m:t>𝒑</m:t>
                          </m:r>
                          <m:r>
                            <a:rPr lang="en-US" altLang="zh-CN" sz="2400" b="1" i="1" smtClean="0">
                              <a:solidFill>
                                <a:schemeClr val="accent6">
                                  <a:lumMod val="50000"/>
                                </a:schemeClr>
                              </a:solidFill>
                              <a:latin typeface="Cambria Math" panose="02040503050406030204" pitchFamily="18" charset="0"/>
                              <a:ea typeface="宋体" panose="02010600030101010101" pitchFamily="2" charset="-122"/>
                            </a:rPr>
                            <m:t>∨¬</m:t>
                          </m:r>
                          <m:r>
                            <a:rPr lang="en-US" altLang="zh-CN" sz="2400" b="1" i="1" smtClean="0">
                              <a:solidFill>
                                <a:schemeClr val="accent6">
                                  <a:lumMod val="50000"/>
                                </a:schemeClr>
                              </a:solidFill>
                              <a:latin typeface="Cambria Math" panose="02040503050406030204" pitchFamily="18" charset="0"/>
                              <a:ea typeface="宋体" panose="02010600030101010101" pitchFamily="2" charset="-122"/>
                            </a:rPr>
                            <m:t>𝒒</m:t>
                          </m:r>
                        </m:e>
                      </m:d>
                      <m:r>
                        <a:rPr lang="en-US" altLang="zh-CN" sz="2400" b="1" i="1" smtClean="0">
                          <a:solidFill>
                            <a:schemeClr val="accent6">
                              <a:lumMod val="50000"/>
                            </a:schemeClr>
                          </a:solidFill>
                          <a:latin typeface="Cambria Math" panose="02040503050406030204" pitchFamily="18" charset="0"/>
                          <a:ea typeface="宋体" panose="02010600030101010101" pitchFamily="2" charset="-122"/>
                        </a:rPr>
                        <m:t>→</m:t>
                      </m:r>
                      <m:d>
                        <m:dPr>
                          <m:ctrlPr>
                            <a:rPr lang="en-US" altLang="zh-CN" sz="2400" b="1" i="1" smtClean="0">
                              <a:solidFill>
                                <a:schemeClr val="accent6">
                                  <a:lumMod val="50000"/>
                                </a:schemeClr>
                              </a:solidFill>
                              <a:latin typeface="Cambria Math" panose="02040503050406030204" pitchFamily="18" charset="0"/>
                              <a:ea typeface="宋体" panose="02010600030101010101" pitchFamily="2" charset="-122"/>
                            </a:rPr>
                          </m:ctrlPr>
                        </m:dPr>
                        <m:e>
                          <m:r>
                            <a:rPr lang="en-US" altLang="zh-CN" sz="2400" b="1" i="1" smtClean="0">
                              <a:solidFill>
                                <a:schemeClr val="accent6">
                                  <a:lumMod val="50000"/>
                                </a:schemeClr>
                              </a:solidFill>
                              <a:latin typeface="Cambria Math" panose="02040503050406030204" pitchFamily="18" charset="0"/>
                              <a:ea typeface="宋体" panose="02010600030101010101" pitchFamily="2" charset="-122"/>
                            </a:rPr>
                            <m:t>𝒒</m:t>
                          </m:r>
                          <m:r>
                            <a:rPr lang="en-US" altLang="zh-CN" sz="2400" b="1" i="1" smtClean="0">
                              <a:solidFill>
                                <a:schemeClr val="accent6">
                                  <a:lumMod val="50000"/>
                                </a:schemeClr>
                              </a:solidFill>
                              <a:latin typeface="Cambria Math" panose="02040503050406030204" pitchFamily="18" charset="0"/>
                              <a:ea typeface="宋体" panose="02010600030101010101" pitchFamily="2" charset="-122"/>
                            </a:rPr>
                            <m:t>→</m:t>
                          </m:r>
                          <m:r>
                            <a:rPr lang="en-US" altLang="zh-CN" sz="2400" b="1" i="1" smtClean="0">
                              <a:solidFill>
                                <a:schemeClr val="accent6">
                                  <a:lumMod val="50000"/>
                                </a:schemeClr>
                              </a:solidFill>
                              <a:latin typeface="Cambria Math" panose="02040503050406030204" pitchFamily="18" charset="0"/>
                              <a:ea typeface="宋体" panose="02010600030101010101" pitchFamily="2" charset="-122"/>
                            </a:rPr>
                            <m:t>𝒓</m:t>
                          </m:r>
                        </m:e>
                      </m:d>
                      <m:r>
                        <a:rPr lang="en-US" altLang="zh-CN" sz="2400" b="1" i="1" smtClean="0">
                          <a:solidFill>
                            <a:schemeClr val="accent6">
                              <a:lumMod val="50000"/>
                            </a:schemeClr>
                          </a:solidFill>
                          <a:latin typeface="Cambria Math" panose="02040503050406030204" pitchFamily="18" charset="0"/>
                          <a:ea typeface="宋体" panose="02010600030101010101" pitchFamily="2" charset="-122"/>
                        </a:rPr>
                        <m:t>≡</m:t>
                      </m:r>
                      <m:r>
                        <a:rPr lang="en-US" altLang="zh-CN" sz="2400" b="1" i="1" smtClean="0">
                          <a:solidFill>
                            <a:schemeClr val="accent6">
                              <a:lumMod val="50000"/>
                            </a:schemeClr>
                          </a:solidFill>
                          <a:latin typeface="Cambria Math" panose="02040503050406030204" pitchFamily="18" charset="0"/>
                          <a:ea typeface="宋体" panose="02010600030101010101" pitchFamily="2" charset="-122"/>
                        </a:rPr>
                        <m:t>𝒒</m:t>
                      </m:r>
                      <m:r>
                        <a:rPr lang="en-US" altLang="zh-CN" sz="2400" b="1" i="1" smtClean="0">
                          <a:solidFill>
                            <a:schemeClr val="accent6">
                              <a:lumMod val="50000"/>
                            </a:schemeClr>
                          </a:solidFill>
                          <a:latin typeface="Cambria Math" panose="02040503050406030204" pitchFamily="18" charset="0"/>
                          <a:ea typeface="宋体" panose="02010600030101010101" pitchFamily="2" charset="-122"/>
                        </a:rPr>
                        <m:t>→(</m:t>
                      </m:r>
                      <m:r>
                        <a:rPr lang="en-US" altLang="zh-CN" sz="2400" b="1" i="1" smtClean="0">
                          <a:solidFill>
                            <a:schemeClr val="accent6">
                              <a:lumMod val="50000"/>
                            </a:schemeClr>
                          </a:solidFill>
                          <a:latin typeface="Cambria Math" panose="02040503050406030204" pitchFamily="18" charset="0"/>
                          <a:ea typeface="宋体" panose="02010600030101010101" pitchFamily="2" charset="-122"/>
                        </a:rPr>
                        <m:t>𝒑</m:t>
                      </m:r>
                      <m:r>
                        <a:rPr lang="en-US" altLang="zh-CN" sz="2400" b="1" i="1" smtClean="0">
                          <a:solidFill>
                            <a:schemeClr val="accent6">
                              <a:lumMod val="50000"/>
                            </a:schemeClr>
                          </a:solidFill>
                          <a:latin typeface="Cambria Math" panose="02040503050406030204" pitchFamily="18" charset="0"/>
                          <a:ea typeface="宋体" panose="02010600030101010101" pitchFamily="2" charset="-122"/>
                        </a:rPr>
                        <m:t>∨</m:t>
                      </m:r>
                      <m:r>
                        <a:rPr lang="en-US" altLang="zh-CN" sz="2400" b="1" i="1" smtClean="0">
                          <a:solidFill>
                            <a:schemeClr val="accent6">
                              <a:lumMod val="50000"/>
                            </a:schemeClr>
                          </a:solidFill>
                          <a:latin typeface="Cambria Math" panose="02040503050406030204" pitchFamily="18" charset="0"/>
                          <a:ea typeface="宋体" panose="02010600030101010101" pitchFamily="2" charset="-122"/>
                        </a:rPr>
                        <m:t>𝒓</m:t>
                      </m:r>
                      <m:r>
                        <a:rPr lang="en-US" altLang="zh-CN" sz="2400" b="1" i="1" smtClean="0">
                          <a:solidFill>
                            <a:schemeClr val="accent6">
                              <a:lumMod val="50000"/>
                            </a:schemeClr>
                          </a:solidFill>
                          <a:latin typeface="Cambria Math" panose="02040503050406030204" pitchFamily="18" charset="0"/>
                          <a:ea typeface="宋体" panose="02010600030101010101" pitchFamily="2" charset="-122"/>
                        </a:rPr>
                        <m:t>)</m:t>
                      </m:r>
                    </m:oMath>
                  </m:oMathPara>
                </a14:m>
                <a:endParaRPr lang="zh-CN" altLang="en-US" sz="2400" b="1"/>
              </a:p>
            </p:txBody>
          </p:sp>
        </mc:Choice>
        <mc:Fallback xmlns="">
          <p:sp>
            <p:nvSpPr>
              <p:cNvPr id="18" name="文本框 17">
                <a:extLst>
                  <a:ext uri="{FF2B5EF4-FFF2-40B4-BE49-F238E27FC236}">
                    <a16:creationId xmlns:a16="http://schemas.microsoft.com/office/drawing/2014/main" id="{B6C0AA86-F285-46E6-8CCD-F68F920588A0}"/>
                  </a:ext>
                </a:extLst>
              </p:cNvPr>
              <p:cNvSpPr txBox="1">
                <a:spLocks noRot="1" noChangeAspect="1" noMove="1" noResize="1" noEditPoints="1" noAdjustHandles="1" noChangeArrowheads="1" noChangeShapeType="1" noTextEdit="1"/>
              </p:cNvSpPr>
              <p:nvPr/>
            </p:nvSpPr>
            <p:spPr>
              <a:xfrm>
                <a:off x="1602199" y="1748853"/>
                <a:ext cx="8407217" cy="892552"/>
              </a:xfrm>
              <a:prstGeom prst="rect">
                <a:avLst/>
              </a:prstGeom>
              <a:blipFill>
                <a:blip r:embed="rId2"/>
                <a:stretch>
                  <a:fillRect l="-1160" t="-10959"/>
                </a:stretch>
              </a:blipFill>
            </p:spPr>
            <p:txBody>
              <a:bodyPr/>
              <a:lstStyle/>
              <a:p>
                <a:r>
                  <a:rPr lang="zh-CN" altLang="en-US">
                    <a:noFill/>
                  </a:rPr>
                  <a:t> </a:t>
                </a:r>
              </a:p>
            </p:txBody>
          </p:sp>
        </mc:Fallback>
      </mc:AlternateContent>
      <p:pic>
        <p:nvPicPr>
          <p:cNvPr id="3" name="图片 2">
            <a:extLst>
              <a:ext uri="{FF2B5EF4-FFF2-40B4-BE49-F238E27FC236}">
                <a16:creationId xmlns:a16="http://schemas.microsoft.com/office/drawing/2014/main" id="{192A36C1-7AEA-4403-8288-1E3D094CC473}"/>
              </a:ext>
            </a:extLst>
          </p:cNvPr>
          <p:cNvPicPr>
            <a:picLocks noChangeAspect="1"/>
          </p:cNvPicPr>
          <p:nvPr/>
        </p:nvPicPr>
        <p:blipFill>
          <a:blip r:embed="rId3"/>
          <a:stretch>
            <a:fillRect/>
          </a:stretch>
        </p:blipFill>
        <p:spPr>
          <a:xfrm>
            <a:off x="1602199" y="2965723"/>
            <a:ext cx="8379066" cy="2477023"/>
          </a:xfrm>
          <a:prstGeom prst="rect">
            <a:avLst/>
          </a:prstGeom>
        </p:spPr>
      </p:pic>
    </p:spTree>
    <p:extLst>
      <p:ext uri="{BB962C8B-B14F-4D97-AF65-F5344CB8AC3E}">
        <p14:creationId xmlns:p14="http://schemas.microsoft.com/office/powerpoint/2010/main" val="26453636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命题逻辑的等值演算</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第四讲</a:t>
            </a:r>
            <a:r>
              <a:rPr lang="en-US" altLang="zh-CN">
                <a:latin typeface="楷体" panose="02010609060101010101" pitchFamily="49" charset="-122"/>
                <a:ea typeface="楷体" panose="02010609060101010101" pitchFamily="49" charset="-122"/>
              </a:rPr>
              <a:t>	</a:t>
            </a:r>
            <a:r>
              <a:rPr lang="zh-CN" altLang="en-US">
                <a:latin typeface="楷体" panose="02010609060101010101" pitchFamily="49" charset="-122"/>
                <a:ea typeface="楷体" panose="02010609060101010101" pitchFamily="49" charset="-122"/>
              </a:rPr>
              <a:t>命题逻辑的等值演算</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6</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23</a:t>
            </a:fld>
            <a:r>
              <a:rPr lang="en-US" altLang="zh-CN" dirty="0">
                <a:latin typeface="Arial" panose="020B0604020202020204" pitchFamily="34" charset="0"/>
                <a:ea typeface="楷体" panose="02010609060101010101" pitchFamily="49" charset="-122"/>
                <a:cs typeface="Arial" panose="020B0604020202020204" pitchFamily="34" charset="0"/>
              </a:rPr>
              <a:t>/26</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利用教学辅助软件检查等值演算过程</a:t>
            </a:r>
          </a:p>
        </p:txBody>
      </p:sp>
      <p:pic>
        <p:nvPicPr>
          <p:cNvPr id="4" name="图片 3">
            <a:extLst>
              <a:ext uri="{FF2B5EF4-FFF2-40B4-BE49-F238E27FC236}">
                <a16:creationId xmlns:a16="http://schemas.microsoft.com/office/drawing/2014/main" id="{ED698CF4-2171-4AE2-AD3E-8377DA8A751E}"/>
              </a:ext>
            </a:extLst>
          </p:cNvPr>
          <p:cNvPicPr>
            <a:picLocks noChangeAspect="1"/>
          </p:cNvPicPr>
          <p:nvPr/>
        </p:nvPicPr>
        <p:blipFill>
          <a:blip r:embed="rId2"/>
          <a:stretch>
            <a:fillRect/>
          </a:stretch>
        </p:blipFill>
        <p:spPr>
          <a:xfrm>
            <a:off x="223869" y="1245452"/>
            <a:ext cx="11744259" cy="4710645"/>
          </a:xfrm>
          <a:prstGeom prst="rect">
            <a:avLst/>
          </a:prstGeom>
        </p:spPr>
      </p:pic>
      <p:sp>
        <p:nvSpPr>
          <p:cNvPr id="6" name="文本框 5">
            <a:extLst>
              <a:ext uri="{FF2B5EF4-FFF2-40B4-BE49-F238E27FC236}">
                <a16:creationId xmlns:a16="http://schemas.microsoft.com/office/drawing/2014/main" id="{32FB30D9-DF6D-49E3-BDD2-F7C199839469}"/>
              </a:ext>
            </a:extLst>
          </p:cNvPr>
          <p:cNvSpPr txBox="1"/>
          <p:nvPr/>
        </p:nvSpPr>
        <p:spPr>
          <a:xfrm>
            <a:off x="8638915" y="1882244"/>
            <a:ext cx="2326990" cy="646331"/>
          </a:xfrm>
          <a:prstGeom prst="rect">
            <a:avLst/>
          </a:prstGeom>
          <a:solidFill>
            <a:schemeClr val="accent6">
              <a:lumMod val="20000"/>
              <a:lumOff val="80000"/>
            </a:schemeClr>
          </a:solidFill>
        </p:spPr>
        <p:txBody>
          <a:bodyPr wrap="square" rtlCol="0">
            <a:spAutoFit/>
          </a:bodyPr>
          <a:lstStyle/>
          <a:p>
            <a:r>
              <a:rPr lang="zh-CN" altLang="en-US" b="1">
                <a:solidFill>
                  <a:schemeClr val="accent2">
                    <a:lumMod val="50000"/>
                  </a:schemeClr>
                </a:solidFill>
              </a:rPr>
              <a:t>使用</a:t>
            </a:r>
            <a:r>
              <a:rPr lang="en-US" altLang="zh-CN" b="1">
                <a:solidFill>
                  <a:schemeClr val="accent2">
                    <a:lumMod val="50000"/>
                  </a:schemeClr>
                </a:solidFill>
              </a:rPr>
              <a:t>LaTeX</a:t>
            </a:r>
            <a:r>
              <a:rPr lang="zh-CN" altLang="en-US" b="1">
                <a:solidFill>
                  <a:schemeClr val="accent2">
                    <a:lumMod val="50000"/>
                  </a:schemeClr>
                </a:solidFill>
              </a:rPr>
              <a:t>命令文本输入等值演算过程</a:t>
            </a:r>
          </a:p>
        </p:txBody>
      </p:sp>
      <p:cxnSp>
        <p:nvCxnSpPr>
          <p:cNvPr id="12" name="直接连接符 11">
            <a:extLst>
              <a:ext uri="{FF2B5EF4-FFF2-40B4-BE49-F238E27FC236}">
                <a16:creationId xmlns:a16="http://schemas.microsoft.com/office/drawing/2014/main" id="{C0B42C17-A7BC-4BAD-8199-5417E57B49E6}"/>
              </a:ext>
            </a:extLst>
          </p:cNvPr>
          <p:cNvCxnSpPr/>
          <p:nvPr/>
        </p:nvCxnSpPr>
        <p:spPr>
          <a:xfrm>
            <a:off x="888086" y="2486642"/>
            <a:ext cx="2532691" cy="0"/>
          </a:xfrm>
          <a:prstGeom prst="line">
            <a:avLst/>
          </a:prstGeom>
          <a:ln w="222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5" name="直接连接符 14">
            <a:extLst>
              <a:ext uri="{FF2B5EF4-FFF2-40B4-BE49-F238E27FC236}">
                <a16:creationId xmlns:a16="http://schemas.microsoft.com/office/drawing/2014/main" id="{12DE64BC-724A-479C-8E15-6169F9A55C84}"/>
              </a:ext>
            </a:extLst>
          </p:cNvPr>
          <p:cNvCxnSpPr>
            <a:cxnSpLocks/>
          </p:cNvCxnSpPr>
          <p:nvPr/>
        </p:nvCxnSpPr>
        <p:spPr>
          <a:xfrm>
            <a:off x="888085" y="3750794"/>
            <a:ext cx="1881429" cy="0"/>
          </a:xfrm>
          <a:prstGeom prst="line">
            <a:avLst/>
          </a:prstGeom>
          <a:ln w="22225">
            <a:solidFill>
              <a:schemeClr val="accent5">
                <a:lumMod val="50000"/>
              </a:schemeClr>
            </a:solidFill>
          </a:ln>
        </p:spPr>
        <p:style>
          <a:lnRef idx="1">
            <a:schemeClr val="accent1"/>
          </a:lnRef>
          <a:fillRef idx="0">
            <a:schemeClr val="accent1"/>
          </a:fillRef>
          <a:effectRef idx="0">
            <a:schemeClr val="accent1"/>
          </a:effectRef>
          <a:fontRef idx="minor">
            <a:schemeClr val="tx1"/>
          </a:fontRef>
        </p:style>
      </p:cxnSp>
      <p:sp>
        <p:nvSpPr>
          <p:cNvPr id="19" name="文本框 18">
            <a:extLst>
              <a:ext uri="{FF2B5EF4-FFF2-40B4-BE49-F238E27FC236}">
                <a16:creationId xmlns:a16="http://schemas.microsoft.com/office/drawing/2014/main" id="{729308E5-6A32-43D5-8DA2-7796B814E646}"/>
              </a:ext>
            </a:extLst>
          </p:cNvPr>
          <p:cNvSpPr txBox="1"/>
          <p:nvPr/>
        </p:nvSpPr>
        <p:spPr>
          <a:xfrm>
            <a:off x="863013" y="4207114"/>
            <a:ext cx="2656440" cy="646331"/>
          </a:xfrm>
          <a:prstGeom prst="rect">
            <a:avLst/>
          </a:prstGeom>
          <a:solidFill>
            <a:schemeClr val="accent2">
              <a:lumMod val="20000"/>
              <a:lumOff val="80000"/>
            </a:schemeClr>
          </a:solidFill>
        </p:spPr>
        <p:txBody>
          <a:bodyPr wrap="square" rtlCol="0">
            <a:spAutoFit/>
          </a:bodyPr>
          <a:lstStyle/>
          <a:p>
            <a:r>
              <a:rPr lang="zh-CN" altLang="en-US" b="1">
                <a:solidFill>
                  <a:schemeClr val="accent2">
                    <a:lumMod val="50000"/>
                  </a:schemeClr>
                </a:solidFill>
              </a:rPr>
              <a:t>根据检查的结果得到红线标出的步骤演算错误！</a:t>
            </a:r>
          </a:p>
        </p:txBody>
      </p:sp>
    </p:spTree>
    <p:extLst>
      <p:ext uri="{BB962C8B-B14F-4D97-AF65-F5344CB8AC3E}">
        <p14:creationId xmlns:p14="http://schemas.microsoft.com/office/powerpoint/2010/main" val="69087195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命题逻辑的等值演算</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第四讲</a:t>
            </a:r>
            <a:r>
              <a:rPr lang="en-US" altLang="zh-CN">
                <a:latin typeface="楷体" panose="02010609060101010101" pitchFamily="49" charset="-122"/>
                <a:ea typeface="楷体" panose="02010609060101010101" pitchFamily="49" charset="-122"/>
              </a:rPr>
              <a:t>	</a:t>
            </a:r>
            <a:r>
              <a:rPr lang="zh-CN" altLang="en-US">
                <a:latin typeface="楷体" panose="02010609060101010101" pitchFamily="49" charset="-122"/>
                <a:ea typeface="楷体" panose="02010609060101010101" pitchFamily="49" charset="-122"/>
              </a:rPr>
              <a:t>命题逻辑的等值演算</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6</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24</a:t>
            </a:fld>
            <a:r>
              <a:rPr lang="en-US" altLang="zh-CN" dirty="0">
                <a:latin typeface="Arial" panose="020B0604020202020204" pitchFamily="34" charset="0"/>
                <a:ea typeface="楷体" panose="02010609060101010101" pitchFamily="49" charset="-122"/>
                <a:cs typeface="Arial" panose="020B0604020202020204" pitchFamily="34" charset="0"/>
              </a:rPr>
              <a:t>/26</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课后思考与练习</a:t>
            </a:r>
          </a:p>
        </p:txBody>
      </p:sp>
      <mc:AlternateContent xmlns:mc="http://schemas.openxmlformats.org/markup-compatibility/2006" xmlns:a14="http://schemas.microsoft.com/office/drawing/2010/main">
        <mc:Choice Requires="a14">
          <p:sp>
            <p:nvSpPr>
              <p:cNvPr id="18" name="文本框 17">
                <a:extLst>
                  <a:ext uri="{FF2B5EF4-FFF2-40B4-BE49-F238E27FC236}">
                    <a16:creationId xmlns:a16="http://schemas.microsoft.com/office/drawing/2014/main" id="{B6C0AA86-F285-46E6-8CCD-F68F920588A0}"/>
                  </a:ext>
                </a:extLst>
              </p:cNvPr>
              <p:cNvSpPr txBox="1"/>
              <p:nvPr/>
            </p:nvSpPr>
            <p:spPr>
              <a:xfrm>
                <a:off x="1602199" y="1748853"/>
                <a:ext cx="8407217" cy="1075936"/>
              </a:xfrm>
              <a:prstGeom prst="rect">
                <a:avLst/>
              </a:prstGeom>
              <a:solidFill>
                <a:schemeClr val="accent2">
                  <a:lumMod val="20000"/>
                  <a:lumOff val="80000"/>
                </a:schemeClr>
              </a:solidFill>
            </p:spPr>
            <p:txBody>
              <a:bodyPr wrap="square" tIns="0" bIns="0" rtlCol="0">
                <a:spAutoFit/>
              </a:bodyPr>
              <a:lstStyle/>
              <a:p>
                <a:pPr>
                  <a:spcBef>
                    <a:spcPts val="600"/>
                  </a:spcBef>
                  <a:spcAft>
                    <a:spcPts val="600"/>
                  </a:spcAft>
                </a:pPr>
                <a:r>
                  <a:rPr lang="zh-CN" altLang="en-US" sz="2400" b="1">
                    <a:solidFill>
                      <a:srgbClr val="C00000"/>
                    </a:solidFill>
                    <a:latin typeface="楷体" panose="02010609060101010101" pitchFamily="49" charset="-122"/>
                    <a:ea typeface="楷体" panose="02010609060101010101" pitchFamily="49" charset="-122"/>
                  </a:rPr>
                  <a:t>如何使用等值演算证明前面提到的逻辑等值式？</a:t>
                </a:r>
                <a:endParaRPr lang="en-US" altLang="zh-CN" sz="2400" b="1">
                  <a:solidFill>
                    <a:srgbClr val="C00000"/>
                  </a:solidFill>
                  <a:latin typeface="楷体" panose="02010609060101010101" pitchFamily="49" charset="-122"/>
                  <a:ea typeface="楷体" panose="02010609060101010101" pitchFamily="49" charset="-122"/>
                </a:endParaRPr>
              </a:p>
              <a:p>
                <a:pPr>
                  <a:spcBef>
                    <a:spcPts val="600"/>
                  </a:spcBef>
                  <a:spcAft>
                    <a:spcPts val="600"/>
                  </a:spcAft>
                </a:pPr>
                <a14:m>
                  <m:oMathPara xmlns:m="http://schemas.openxmlformats.org/officeDocument/2006/math">
                    <m:oMathParaPr>
                      <m:jc m:val="centerGroup"/>
                    </m:oMathParaPr>
                    <m:oMath xmlns:m="http://schemas.openxmlformats.org/officeDocument/2006/math">
                      <m:d>
                        <m:dPr>
                          <m:ctrlPr>
                            <a:rPr lang="en-US" altLang="zh-CN" sz="2400" b="1" i="1">
                              <a:solidFill>
                                <a:schemeClr val="accent6">
                                  <a:lumMod val="50000"/>
                                </a:schemeClr>
                              </a:solidFill>
                              <a:latin typeface="Cambria Math" panose="02040503050406030204" pitchFamily="18" charset="0"/>
                              <a:ea typeface="宋体" panose="02010600030101010101" pitchFamily="2" charset="-122"/>
                            </a:rPr>
                          </m:ctrlPr>
                        </m:dPr>
                        <m:e>
                          <m:r>
                            <a:rPr lang="en-US" altLang="zh-CN" sz="2400" b="1" i="1" smtClean="0">
                              <a:solidFill>
                                <a:schemeClr val="accent6">
                                  <a:lumMod val="50000"/>
                                </a:schemeClr>
                              </a:solidFill>
                              <a:latin typeface="Cambria Math" panose="02040503050406030204" pitchFamily="18" charset="0"/>
                              <a:ea typeface="宋体" panose="02010600030101010101" pitchFamily="2" charset="-122"/>
                            </a:rPr>
                            <m:t>𝒔</m:t>
                          </m:r>
                          <m:r>
                            <a:rPr lang="en-US" altLang="zh-CN" sz="2400" b="1" i="1" smtClean="0">
                              <a:solidFill>
                                <a:schemeClr val="accent6">
                                  <a:lumMod val="50000"/>
                                </a:schemeClr>
                              </a:solidFill>
                              <a:latin typeface="Cambria Math" panose="02040503050406030204" pitchFamily="18" charset="0"/>
                              <a:ea typeface="宋体" panose="02010600030101010101" pitchFamily="2" charset="-122"/>
                            </a:rPr>
                            <m:t>↔</m:t>
                          </m:r>
                          <m:d>
                            <m:dPr>
                              <m:ctrlPr>
                                <a:rPr lang="en-US" altLang="zh-CN" sz="2400" b="1" i="1">
                                  <a:solidFill>
                                    <a:schemeClr val="accent6">
                                      <a:lumMod val="50000"/>
                                    </a:schemeClr>
                                  </a:solidFill>
                                  <a:latin typeface="Cambria Math" panose="02040503050406030204" pitchFamily="18" charset="0"/>
                                  <a:ea typeface="宋体" panose="02010600030101010101" pitchFamily="2" charset="-122"/>
                                </a:rPr>
                              </m:ctrlPr>
                            </m:dPr>
                            <m:e>
                              <m:r>
                                <a:rPr lang="en-US" altLang="zh-CN" sz="2400" b="1" i="1" smtClean="0">
                                  <a:solidFill>
                                    <a:schemeClr val="accent6">
                                      <a:lumMod val="50000"/>
                                    </a:schemeClr>
                                  </a:solidFill>
                                  <a:latin typeface="Cambria Math" panose="02040503050406030204" pitchFamily="18" charset="0"/>
                                  <a:ea typeface="宋体" panose="02010600030101010101" pitchFamily="2" charset="-122"/>
                                </a:rPr>
                                <m:t>𝒓</m:t>
                              </m:r>
                              <m:r>
                                <a:rPr lang="en-US" altLang="zh-CN" sz="2400" b="1" i="1" smtClean="0">
                                  <a:solidFill>
                                    <a:schemeClr val="accent6">
                                      <a:lumMod val="50000"/>
                                    </a:schemeClr>
                                  </a:solidFill>
                                  <a:latin typeface="Cambria Math" panose="02040503050406030204" pitchFamily="18" charset="0"/>
                                  <a:ea typeface="宋体" panose="02010600030101010101" pitchFamily="2" charset="-122"/>
                                </a:rPr>
                                <m:t>∨</m:t>
                              </m:r>
                              <m:d>
                                <m:dPr>
                                  <m:ctrlPr>
                                    <a:rPr lang="en-US" altLang="zh-CN" sz="2400" b="1" i="1">
                                      <a:solidFill>
                                        <a:schemeClr val="accent6">
                                          <a:lumMod val="50000"/>
                                        </a:schemeClr>
                                      </a:solidFill>
                                      <a:latin typeface="Cambria Math" panose="02040503050406030204" pitchFamily="18" charset="0"/>
                                      <a:ea typeface="宋体" panose="02010600030101010101" pitchFamily="2" charset="-122"/>
                                    </a:rPr>
                                  </m:ctrlPr>
                                </m:dPr>
                                <m:e>
                                  <m:r>
                                    <a:rPr lang="en-US" altLang="zh-CN" sz="2400" b="1" i="1" smtClean="0">
                                      <a:solidFill>
                                        <a:schemeClr val="accent6">
                                          <a:lumMod val="50000"/>
                                        </a:schemeClr>
                                      </a:solidFill>
                                      <a:latin typeface="Cambria Math" panose="02040503050406030204" pitchFamily="18" charset="0"/>
                                      <a:ea typeface="宋体" panose="02010600030101010101" pitchFamily="2" charset="-122"/>
                                    </a:rPr>
                                    <m:t>𝒑</m:t>
                                  </m:r>
                                  <m:r>
                                    <a:rPr lang="en-US" altLang="zh-CN" sz="2400" b="1" i="1" smtClean="0">
                                      <a:solidFill>
                                        <a:schemeClr val="accent6">
                                          <a:lumMod val="50000"/>
                                        </a:schemeClr>
                                      </a:solidFill>
                                      <a:latin typeface="Cambria Math" panose="02040503050406030204" pitchFamily="18" charset="0"/>
                                      <a:ea typeface="宋体" panose="02010600030101010101" pitchFamily="2" charset="-122"/>
                                    </a:rPr>
                                    <m:t>∧¬</m:t>
                                  </m:r>
                                  <m:r>
                                    <a:rPr lang="en-US" altLang="zh-CN" sz="2400" b="1" i="1" smtClean="0">
                                      <a:solidFill>
                                        <a:schemeClr val="accent6">
                                          <a:lumMod val="50000"/>
                                        </a:schemeClr>
                                      </a:solidFill>
                                      <a:latin typeface="Cambria Math" panose="02040503050406030204" pitchFamily="18" charset="0"/>
                                      <a:ea typeface="宋体" panose="02010600030101010101" pitchFamily="2" charset="-122"/>
                                    </a:rPr>
                                    <m:t>𝒒</m:t>
                                  </m:r>
                                </m:e>
                              </m:d>
                            </m:e>
                          </m:d>
                        </m:e>
                      </m:d>
                      <m:r>
                        <a:rPr lang="en-US" altLang="zh-CN" sz="2400" b="1" i="1" smtClean="0">
                          <a:solidFill>
                            <a:schemeClr val="accent6">
                              <a:lumMod val="50000"/>
                            </a:schemeClr>
                          </a:solidFill>
                          <a:latin typeface="Cambria Math" panose="02040503050406030204" pitchFamily="18" charset="0"/>
                          <a:ea typeface="宋体" panose="02010600030101010101" pitchFamily="2" charset="-122"/>
                        </a:rPr>
                        <m:t>→</m:t>
                      </m:r>
                      <m:d>
                        <m:dPr>
                          <m:ctrlPr>
                            <a:rPr lang="en-US" altLang="zh-CN" sz="2400" b="1" i="1">
                              <a:solidFill>
                                <a:schemeClr val="accent6">
                                  <a:lumMod val="50000"/>
                                </a:schemeClr>
                              </a:solidFill>
                              <a:latin typeface="Cambria Math" panose="02040503050406030204" pitchFamily="18" charset="0"/>
                              <a:ea typeface="宋体" panose="02010600030101010101" pitchFamily="2" charset="-122"/>
                            </a:rPr>
                          </m:ctrlPr>
                        </m:dPr>
                        <m:e>
                          <m:r>
                            <a:rPr lang="en-US" altLang="zh-CN" sz="2400" b="1" i="1" smtClean="0">
                              <a:solidFill>
                                <a:schemeClr val="accent6">
                                  <a:lumMod val="50000"/>
                                </a:schemeClr>
                              </a:solidFill>
                              <a:latin typeface="Cambria Math" panose="02040503050406030204" pitchFamily="18" charset="0"/>
                              <a:ea typeface="宋体" panose="02010600030101010101" pitchFamily="2" charset="-122"/>
                            </a:rPr>
                            <m:t>𝒔</m:t>
                          </m:r>
                          <m:r>
                            <a:rPr lang="en-US" altLang="zh-CN" sz="2400" b="1" i="1" smtClean="0">
                              <a:solidFill>
                                <a:schemeClr val="accent6">
                                  <a:lumMod val="50000"/>
                                </a:schemeClr>
                              </a:solidFill>
                              <a:latin typeface="Cambria Math" panose="02040503050406030204" pitchFamily="18" charset="0"/>
                              <a:ea typeface="宋体" panose="02010600030101010101" pitchFamily="2" charset="-122"/>
                            </a:rPr>
                            <m:t>∨¬</m:t>
                          </m:r>
                          <m:r>
                            <a:rPr lang="en-US" altLang="zh-CN" sz="2400" b="1" i="1" smtClean="0">
                              <a:solidFill>
                                <a:schemeClr val="accent6">
                                  <a:lumMod val="50000"/>
                                </a:schemeClr>
                              </a:solidFill>
                              <a:latin typeface="Cambria Math" panose="02040503050406030204" pitchFamily="18" charset="0"/>
                              <a:ea typeface="宋体" panose="02010600030101010101" pitchFamily="2" charset="-122"/>
                            </a:rPr>
                            <m:t>𝒑</m:t>
                          </m:r>
                        </m:e>
                      </m:d>
                      <m:r>
                        <a:rPr lang="en-US" altLang="zh-CN" sz="2400" b="1" i="1" smtClean="0">
                          <a:solidFill>
                            <a:schemeClr val="accent6">
                              <a:lumMod val="50000"/>
                            </a:schemeClr>
                          </a:solidFill>
                          <a:latin typeface="Cambria Math" panose="02040503050406030204" pitchFamily="18" charset="0"/>
                          <a:ea typeface="宋体" panose="02010600030101010101" pitchFamily="2" charset="-122"/>
                        </a:rPr>
                        <m:t>≡</m:t>
                      </m:r>
                      <m:d>
                        <m:dPr>
                          <m:ctrlPr>
                            <a:rPr lang="en-US" altLang="zh-CN" sz="2400" b="1" i="1" smtClean="0">
                              <a:solidFill>
                                <a:schemeClr val="accent6">
                                  <a:lumMod val="50000"/>
                                </a:schemeClr>
                              </a:solidFill>
                              <a:latin typeface="Cambria Math" panose="02040503050406030204" pitchFamily="18" charset="0"/>
                              <a:ea typeface="宋体" panose="02010600030101010101" pitchFamily="2" charset="-122"/>
                            </a:rPr>
                          </m:ctrlPr>
                        </m:dPr>
                        <m:e>
                          <m:r>
                            <a:rPr lang="en-US" altLang="zh-CN" sz="2400" b="1" i="1" smtClean="0">
                              <a:solidFill>
                                <a:schemeClr val="accent6">
                                  <a:lumMod val="50000"/>
                                </a:schemeClr>
                              </a:solidFill>
                              <a:latin typeface="Cambria Math" panose="02040503050406030204" pitchFamily="18" charset="0"/>
                              <a:ea typeface="宋体" panose="02010600030101010101" pitchFamily="2" charset="-122"/>
                            </a:rPr>
                            <m:t>𝒑</m:t>
                          </m:r>
                          <m:r>
                            <a:rPr lang="en-US" altLang="zh-CN" sz="2400" b="1" i="1" smtClean="0">
                              <a:solidFill>
                                <a:schemeClr val="accent6">
                                  <a:lumMod val="50000"/>
                                </a:schemeClr>
                              </a:solidFill>
                              <a:latin typeface="Cambria Math" panose="02040503050406030204" pitchFamily="18" charset="0"/>
                              <a:ea typeface="宋体" panose="02010600030101010101" pitchFamily="2" charset="-122"/>
                            </a:rPr>
                            <m:t>∧</m:t>
                          </m:r>
                          <m:r>
                            <a:rPr lang="en-US" altLang="zh-CN" sz="2400" b="1" i="1" smtClean="0">
                              <a:solidFill>
                                <a:schemeClr val="accent6">
                                  <a:lumMod val="50000"/>
                                </a:schemeClr>
                              </a:solidFill>
                              <a:latin typeface="Cambria Math" panose="02040503050406030204" pitchFamily="18" charset="0"/>
                              <a:ea typeface="宋体" panose="02010600030101010101" pitchFamily="2" charset="-122"/>
                            </a:rPr>
                            <m:t>𝒒</m:t>
                          </m:r>
                        </m:e>
                      </m:d>
                      <m:r>
                        <a:rPr lang="en-US" altLang="zh-CN" sz="2400" b="1" i="1" smtClean="0">
                          <a:solidFill>
                            <a:schemeClr val="accent6">
                              <a:lumMod val="50000"/>
                            </a:schemeClr>
                          </a:solidFill>
                          <a:latin typeface="Cambria Math" panose="02040503050406030204" pitchFamily="18" charset="0"/>
                          <a:ea typeface="宋体" panose="02010600030101010101" pitchFamily="2" charset="-122"/>
                        </a:rPr>
                        <m:t>→(</m:t>
                      </m:r>
                      <m:r>
                        <a:rPr lang="en-US" altLang="zh-CN" sz="2400" b="1" i="1" smtClean="0">
                          <a:solidFill>
                            <a:schemeClr val="accent6">
                              <a:lumMod val="50000"/>
                            </a:schemeClr>
                          </a:solidFill>
                          <a:latin typeface="Cambria Math" panose="02040503050406030204" pitchFamily="18" charset="0"/>
                          <a:ea typeface="宋体" panose="02010600030101010101" pitchFamily="2" charset="-122"/>
                        </a:rPr>
                        <m:t>𝒔</m:t>
                      </m:r>
                      <m:r>
                        <a:rPr lang="en-US" altLang="zh-CN" sz="2400" b="1" i="1" smtClean="0">
                          <a:solidFill>
                            <a:schemeClr val="accent6">
                              <a:lumMod val="50000"/>
                            </a:schemeClr>
                          </a:solidFill>
                          <a:latin typeface="Cambria Math" panose="02040503050406030204" pitchFamily="18" charset="0"/>
                          <a:ea typeface="宋体" panose="02010600030101010101" pitchFamily="2" charset="-122"/>
                        </a:rPr>
                        <m:t>∨</m:t>
                      </m:r>
                      <m:r>
                        <a:rPr lang="en-US" altLang="zh-CN" sz="2400" b="1" i="1" smtClean="0">
                          <a:solidFill>
                            <a:schemeClr val="accent6">
                              <a:lumMod val="50000"/>
                            </a:schemeClr>
                          </a:solidFill>
                          <a:latin typeface="Cambria Math" panose="02040503050406030204" pitchFamily="18" charset="0"/>
                          <a:ea typeface="宋体" panose="02010600030101010101" pitchFamily="2" charset="-122"/>
                        </a:rPr>
                        <m:t>𝒓</m:t>
                      </m:r>
                      <m:r>
                        <a:rPr lang="en-US" altLang="zh-CN" sz="2400" b="1" i="1" smtClean="0">
                          <a:solidFill>
                            <a:schemeClr val="accent6">
                              <a:lumMod val="50000"/>
                            </a:schemeClr>
                          </a:solidFill>
                          <a:latin typeface="Cambria Math" panose="02040503050406030204" pitchFamily="18" charset="0"/>
                          <a:ea typeface="宋体" panose="02010600030101010101" pitchFamily="2" charset="-122"/>
                        </a:rPr>
                        <m:t>)</m:t>
                      </m:r>
                    </m:oMath>
                  </m:oMathPara>
                </a14:m>
                <a:endParaRPr lang="zh-CN" altLang="en-US" sz="2400" b="1"/>
              </a:p>
            </p:txBody>
          </p:sp>
        </mc:Choice>
        <mc:Fallback xmlns="">
          <p:sp>
            <p:nvSpPr>
              <p:cNvPr id="18" name="文本框 17">
                <a:extLst>
                  <a:ext uri="{FF2B5EF4-FFF2-40B4-BE49-F238E27FC236}">
                    <a16:creationId xmlns:a16="http://schemas.microsoft.com/office/drawing/2014/main" id="{B6C0AA86-F285-46E6-8CCD-F68F920588A0}"/>
                  </a:ext>
                </a:extLst>
              </p:cNvPr>
              <p:cNvSpPr txBox="1">
                <a:spLocks noRot="1" noChangeAspect="1" noMove="1" noResize="1" noEditPoints="1" noAdjustHandles="1" noChangeArrowheads="1" noChangeShapeType="1" noTextEdit="1"/>
              </p:cNvSpPr>
              <p:nvPr/>
            </p:nvSpPr>
            <p:spPr>
              <a:xfrm>
                <a:off x="1602199" y="1748853"/>
                <a:ext cx="8407217" cy="1075936"/>
              </a:xfrm>
              <a:prstGeom prst="rect">
                <a:avLst/>
              </a:prstGeom>
              <a:blipFill>
                <a:blip r:embed="rId2"/>
                <a:stretch>
                  <a:fillRect l="-1160" t="-909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6406B4A1-0C89-45D5-8AFE-4A9D430DE004}"/>
                  </a:ext>
                </a:extLst>
              </p:cNvPr>
              <p:cNvSpPr txBox="1"/>
              <p:nvPr/>
            </p:nvSpPr>
            <p:spPr>
              <a:xfrm>
                <a:off x="2026508" y="3429000"/>
                <a:ext cx="7558601" cy="2308324"/>
              </a:xfrm>
              <a:prstGeom prst="rect">
                <a:avLst/>
              </a:prstGeom>
              <a:solidFill>
                <a:schemeClr val="accent5">
                  <a:lumMod val="20000"/>
                  <a:lumOff val="80000"/>
                  <a:alpha val="50000"/>
                </a:schemeClr>
              </a:solidFill>
            </p:spPr>
            <p:txBody>
              <a:bodyPr wrap="square" rtlCol="0">
                <a:spAutoFit/>
              </a:bodyPr>
              <a:lstStyle/>
              <a:p>
                <a:pPr algn="ctr">
                  <a:spcBef>
                    <a:spcPts val="600"/>
                  </a:spcBef>
                  <a:spcAft>
                    <a:spcPts val="600"/>
                  </a:spcAft>
                </a:pPr>
                <a:r>
                  <a:rPr lang="zh-CN" altLang="en-US" sz="2400" b="1">
                    <a:solidFill>
                      <a:srgbClr val="002060"/>
                    </a:solidFill>
                  </a:rPr>
                  <a:t>提示</a:t>
                </a:r>
                <a:endParaRPr lang="en-US" altLang="zh-CN" sz="2400" b="1">
                  <a:solidFill>
                    <a:srgbClr val="002060"/>
                  </a:solidFill>
                </a:endParaRPr>
              </a:p>
              <a:p>
                <a:pPr marL="342900" indent="-342900">
                  <a:spcBef>
                    <a:spcPts val="600"/>
                  </a:spcBef>
                  <a:spcAft>
                    <a:spcPts val="600"/>
                  </a:spcAft>
                  <a:buFont typeface="Arial" panose="020B0604020202020204" pitchFamily="34" charset="0"/>
                  <a:buChar char="•"/>
                </a:pPr>
                <a:r>
                  <a:rPr lang="zh-CN" altLang="en-US" sz="2000" b="1">
                    <a:solidFill>
                      <a:schemeClr val="accent4">
                        <a:lumMod val="50000"/>
                      </a:schemeClr>
                    </a:solidFill>
                  </a:rPr>
                  <a:t>可考虑使用逻辑等值式模式</a:t>
                </a:r>
                <a14:m>
                  <m:oMath xmlns:m="http://schemas.openxmlformats.org/officeDocument/2006/math">
                    <m:d>
                      <m:dPr>
                        <m:ctrlPr>
                          <a:rPr lang="en-US" altLang="zh-CN" sz="2000" b="1" i="1" smtClean="0">
                            <a:solidFill>
                              <a:schemeClr val="accent4">
                                <a:lumMod val="50000"/>
                              </a:schemeClr>
                            </a:solidFill>
                            <a:latin typeface="Cambria Math" panose="02040503050406030204" pitchFamily="18" charset="0"/>
                          </a:rPr>
                        </m:ctrlPr>
                      </m:dPr>
                      <m:e>
                        <m:r>
                          <a:rPr lang="en-US" altLang="zh-CN" sz="2000" b="1" i="1" smtClean="0">
                            <a:solidFill>
                              <a:schemeClr val="accent4">
                                <a:lumMod val="50000"/>
                              </a:schemeClr>
                            </a:solidFill>
                            <a:latin typeface="Cambria Math" panose="02040503050406030204" pitchFamily="18" charset="0"/>
                          </a:rPr>
                          <m:t>𝑨</m:t>
                        </m:r>
                        <m:r>
                          <a:rPr lang="en-US" altLang="zh-CN" sz="2000" b="1" i="1" smtClean="0">
                            <a:solidFill>
                              <a:schemeClr val="accent4">
                                <a:lumMod val="50000"/>
                              </a:schemeClr>
                            </a:solidFill>
                            <a:latin typeface="Cambria Math" panose="02040503050406030204" pitchFamily="18" charset="0"/>
                          </a:rPr>
                          <m:t>∧</m:t>
                        </m:r>
                        <m:r>
                          <a:rPr lang="en-US" altLang="zh-CN" sz="2000" b="1" i="1" smtClean="0">
                            <a:solidFill>
                              <a:schemeClr val="accent4">
                                <a:lumMod val="50000"/>
                              </a:schemeClr>
                            </a:solidFill>
                            <a:latin typeface="Cambria Math" panose="02040503050406030204" pitchFamily="18" charset="0"/>
                          </a:rPr>
                          <m:t>𝑩</m:t>
                        </m:r>
                      </m:e>
                    </m:d>
                    <m:r>
                      <a:rPr lang="en-US" altLang="zh-CN" sz="2000" b="1" i="1" smtClean="0">
                        <a:solidFill>
                          <a:schemeClr val="accent4">
                            <a:lumMod val="50000"/>
                          </a:schemeClr>
                        </a:solidFill>
                        <a:latin typeface="Cambria Math" panose="02040503050406030204" pitchFamily="18" charset="0"/>
                      </a:rPr>
                      <m:t>→</m:t>
                    </m:r>
                    <m:r>
                      <a:rPr lang="en-US" altLang="zh-CN" sz="2000" b="1" i="1" smtClean="0">
                        <a:solidFill>
                          <a:schemeClr val="accent4">
                            <a:lumMod val="50000"/>
                          </a:schemeClr>
                        </a:solidFill>
                        <a:latin typeface="Cambria Math" panose="02040503050406030204" pitchFamily="18" charset="0"/>
                      </a:rPr>
                      <m:t>𝑪</m:t>
                    </m:r>
                    <m:r>
                      <a:rPr lang="en-US" altLang="zh-CN" sz="2000" b="1" i="1" smtClean="0">
                        <a:solidFill>
                          <a:schemeClr val="accent4">
                            <a:lumMod val="50000"/>
                          </a:schemeClr>
                        </a:solidFill>
                        <a:latin typeface="Cambria Math" panose="02040503050406030204" pitchFamily="18" charset="0"/>
                      </a:rPr>
                      <m:t>≡</m:t>
                    </m:r>
                    <m:d>
                      <m:dPr>
                        <m:ctrlPr>
                          <a:rPr lang="en-US" altLang="zh-CN" sz="2000" b="1" i="1" smtClean="0">
                            <a:solidFill>
                              <a:schemeClr val="accent4">
                                <a:lumMod val="50000"/>
                              </a:schemeClr>
                            </a:solidFill>
                            <a:latin typeface="Cambria Math" panose="02040503050406030204" pitchFamily="18" charset="0"/>
                          </a:rPr>
                        </m:ctrlPr>
                      </m:dPr>
                      <m:e>
                        <m:r>
                          <a:rPr lang="en-US" altLang="zh-CN" sz="2000" b="1" i="1" smtClean="0">
                            <a:solidFill>
                              <a:schemeClr val="accent4">
                                <a:lumMod val="50000"/>
                              </a:schemeClr>
                            </a:solidFill>
                            <a:latin typeface="Cambria Math" panose="02040503050406030204" pitchFamily="18" charset="0"/>
                          </a:rPr>
                          <m:t>𝑨</m:t>
                        </m:r>
                        <m:r>
                          <a:rPr lang="en-US" altLang="zh-CN" sz="2000" b="1" i="1" smtClean="0">
                            <a:solidFill>
                              <a:schemeClr val="accent4">
                                <a:lumMod val="50000"/>
                              </a:schemeClr>
                            </a:solidFill>
                            <a:latin typeface="Cambria Math" panose="02040503050406030204" pitchFamily="18" charset="0"/>
                          </a:rPr>
                          <m:t>→</m:t>
                        </m:r>
                        <m:r>
                          <a:rPr lang="en-US" altLang="zh-CN" sz="2000" b="1" i="1" smtClean="0">
                            <a:solidFill>
                              <a:schemeClr val="accent4">
                                <a:lumMod val="50000"/>
                              </a:schemeClr>
                            </a:solidFill>
                            <a:latin typeface="Cambria Math" panose="02040503050406030204" pitchFamily="18" charset="0"/>
                          </a:rPr>
                          <m:t>𝑪</m:t>
                        </m:r>
                      </m:e>
                    </m:d>
                    <m:r>
                      <a:rPr lang="en-US" altLang="zh-CN" sz="2000" b="1" i="1" smtClean="0">
                        <a:solidFill>
                          <a:schemeClr val="accent4">
                            <a:lumMod val="50000"/>
                          </a:schemeClr>
                        </a:solidFill>
                        <a:latin typeface="Cambria Math" panose="02040503050406030204" pitchFamily="18" charset="0"/>
                      </a:rPr>
                      <m:t>∨</m:t>
                    </m:r>
                    <m:d>
                      <m:dPr>
                        <m:ctrlPr>
                          <a:rPr lang="en-US" altLang="zh-CN" sz="2000" b="1" i="1" smtClean="0">
                            <a:solidFill>
                              <a:schemeClr val="accent4">
                                <a:lumMod val="50000"/>
                              </a:schemeClr>
                            </a:solidFill>
                            <a:latin typeface="Cambria Math" panose="02040503050406030204" pitchFamily="18" charset="0"/>
                          </a:rPr>
                        </m:ctrlPr>
                      </m:dPr>
                      <m:e>
                        <m:r>
                          <a:rPr lang="en-US" altLang="zh-CN" sz="2000" b="1" i="1" smtClean="0">
                            <a:solidFill>
                              <a:schemeClr val="accent4">
                                <a:lumMod val="50000"/>
                              </a:schemeClr>
                            </a:solidFill>
                            <a:latin typeface="Cambria Math" panose="02040503050406030204" pitchFamily="18" charset="0"/>
                          </a:rPr>
                          <m:t>𝑩</m:t>
                        </m:r>
                        <m:r>
                          <a:rPr lang="en-US" altLang="zh-CN" sz="2000" b="1" i="1" smtClean="0">
                            <a:solidFill>
                              <a:schemeClr val="accent4">
                                <a:lumMod val="50000"/>
                              </a:schemeClr>
                            </a:solidFill>
                            <a:latin typeface="Cambria Math" panose="02040503050406030204" pitchFamily="18" charset="0"/>
                          </a:rPr>
                          <m:t>→</m:t>
                        </m:r>
                        <m:r>
                          <a:rPr lang="en-US" altLang="zh-CN" sz="2000" b="1" i="1" smtClean="0">
                            <a:solidFill>
                              <a:schemeClr val="accent4">
                                <a:lumMod val="50000"/>
                              </a:schemeClr>
                            </a:solidFill>
                            <a:latin typeface="Cambria Math" panose="02040503050406030204" pitchFamily="18" charset="0"/>
                          </a:rPr>
                          <m:t>𝑪</m:t>
                        </m:r>
                      </m:e>
                    </m:d>
                  </m:oMath>
                </a14:m>
                <a:endParaRPr lang="en-US" altLang="zh-CN" sz="2000" b="1">
                  <a:solidFill>
                    <a:schemeClr val="accent4">
                      <a:lumMod val="50000"/>
                    </a:schemeClr>
                  </a:solidFill>
                </a:endParaRPr>
              </a:p>
              <a:p>
                <a:pPr marL="342900" indent="-342900">
                  <a:spcBef>
                    <a:spcPts val="600"/>
                  </a:spcBef>
                  <a:spcAft>
                    <a:spcPts val="600"/>
                  </a:spcAft>
                  <a:buFont typeface="Arial" panose="020B0604020202020204" pitchFamily="34" charset="0"/>
                  <a:buChar char="•"/>
                </a:pPr>
                <a:r>
                  <a:rPr lang="zh-CN" altLang="en-US" sz="2000" b="1">
                    <a:solidFill>
                      <a:schemeClr val="accent4">
                        <a:lumMod val="50000"/>
                      </a:schemeClr>
                    </a:solidFill>
                  </a:rPr>
                  <a:t>证明过程中可能会发现有下面的逻辑等值式模式</a:t>
                </a:r>
                <a:endParaRPr lang="en-US" altLang="zh-CN" sz="2000" b="1">
                  <a:solidFill>
                    <a:schemeClr val="accent4">
                      <a:lumMod val="50000"/>
                    </a:schemeClr>
                  </a:solidFill>
                </a:endParaRPr>
              </a:p>
              <a:p>
                <a:pPr marL="800100" lvl="1" indent="-342900">
                  <a:spcBef>
                    <a:spcPts val="600"/>
                  </a:spcBef>
                  <a:spcAft>
                    <a:spcPts val="600"/>
                  </a:spcAft>
                  <a:buFont typeface="Arial" panose="020B0604020202020204" pitchFamily="34" charset="0"/>
                  <a:buChar char="•"/>
                </a:pPr>
                <a14:m>
                  <m:oMath xmlns:m="http://schemas.openxmlformats.org/officeDocument/2006/math">
                    <m:d>
                      <m:dPr>
                        <m:ctrlPr>
                          <a:rPr lang="en-US" altLang="zh-CN" sz="2000" b="1" i="1" smtClean="0">
                            <a:solidFill>
                              <a:srgbClr val="C00000"/>
                            </a:solidFill>
                            <a:latin typeface="Cambria Math" panose="02040503050406030204" pitchFamily="18" charset="0"/>
                          </a:rPr>
                        </m:ctrlPr>
                      </m:dPr>
                      <m:e>
                        <m:r>
                          <a:rPr lang="en-US" altLang="zh-CN" sz="2000" b="1" i="1" smtClean="0">
                            <a:solidFill>
                              <a:srgbClr val="C00000"/>
                            </a:solidFill>
                            <a:latin typeface="Cambria Math" panose="02040503050406030204" pitchFamily="18" charset="0"/>
                          </a:rPr>
                          <m:t>𝑨</m:t>
                        </m:r>
                        <m:r>
                          <a:rPr lang="en-US" altLang="zh-CN" sz="2000" b="1" i="1" smtClean="0">
                            <a:solidFill>
                              <a:srgbClr val="C00000"/>
                            </a:solidFill>
                            <a:latin typeface="Cambria Math" panose="02040503050406030204" pitchFamily="18" charset="0"/>
                          </a:rPr>
                          <m:t>→</m:t>
                        </m:r>
                        <m:r>
                          <a:rPr lang="en-US" altLang="zh-CN" sz="2000" b="1" i="1" smtClean="0">
                            <a:solidFill>
                              <a:srgbClr val="C00000"/>
                            </a:solidFill>
                            <a:latin typeface="Cambria Math" panose="02040503050406030204" pitchFamily="18" charset="0"/>
                          </a:rPr>
                          <m:t>𝑩</m:t>
                        </m:r>
                      </m:e>
                    </m:d>
                    <m:r>
                      <a:rPr lang="en-US" altLang="zh-CN" sz="2000" b="1" i="1" smtClean="0">
                        <a:solidFill>
                          <a:srgbClr val="C00000"/>
                        </a:solidFill>
                        <a:latin typeface="Cambria Math" panose="02040503050406030204" pitchFamily="18" charset="0"/>
                      </a:rPr>
                      <m:t>→</m:t>
                    </m:r>
                    <m:d>
                      <m:dPr>
                        <m:ctrlPr>
                          <a:rPr lang="en-US" altLang="zh-CN" sz="2000" b="1" i="1" smtClean="0">
                            <a:solidFill>
                              <a:srgbClr val="C00000"/>
                            </a:solidFill>
                            <a:latin typeface="Cambria Math" panose="02040503050406030204" pitchFamily="18" charset="0"/>
                          </a:rPr>
                        </m:ctrlPr>
                      </m:dPr>
                      <m:e>
                        <m:r>
                          <a:rPr lang="en-US" altLang="zh-CN" sz="2000" b="1" i="1" smtClean="0">
                            <a:solidFill>
                              <a:srgbClr val="C00000"/>
                            </a:solidFill>
                            <a:latin typeface="Cambria Math" panose="02040503050406030204" pitchFamily="18" charset="0"/>
                          </a:rPr>
                          <m:t>𝑨</m:t>
                        </m:r>
                        <m:r>
                          <a:rPr lang="en-US" altLang="zh-CN" sz="2000" b="1" i="1" smtClean="0">
                            <a:solidFill>
                              <a:srgbClr val="C00000"/>
                            </a:solidFill>
                            <a:latin typeface="Cambria Math" panose="02040503050406030204" pitchFamily="18" charset="0"/>
                          </a:rPr>
                          <m:t>∨</m:t>
                        </m:r>
                        <m:r>
                          <a:rPr lang="en-US" altLang="zh-CN" sz="2000" b="1" i="1" smtClean="0">
                            <a:solidFill>
                              <a:srgbClr val="C00000"/>
                            </a:solidFill>
                            <a:latin typeface="Cambria Math" panose="02040503050406030204" pitchFamily="18" charset="0"/>
                          </a:rPr>
                          <m:t>𝑪</m:t>
                        </m:r>
                      </m:e>
                    </m:d>
                    <m:r>
                      <a:rPr lang="en-US" altLang="zh-CN" sz="2000" b="1" i="1" smtClean="0">
                        <a:solidFill>
                          <a:srgbClr val="C00000"/>
                        </a:solidFill>
                        <a:latin typeface="Cambria Math" panose="02040503050406030204" pitchFamily="18" charset="0"/>
                      </a:rPr>
                      <m:t>≡</m:t>
                    </m:r>
                    <m:d>
                      <m:dPr>
                        <m:ctrlPr>
                          <a:rPr lang="en-US" altLang="zh-CN" sz="2000" b="1" i="1" smtClean="0">
                            <a:solidFill>
                              <a:srgbClr val="C00000"/>
                            </a:solidFill>
                            <a:latin typeface="Cambria Math" panose="02040503050406030204" pitchFamily="18" charset="0"/>
                          </a:rPr>
                        </m:ctrlPr>
                      </m:dPr>
                      <m:e>
                        <m:r>
                          <a:rPr lang="en-US" altLang="zh-CN" sz="2000" b="1" i="1" smtClean="0">
                            <a:solidFill>
                              <a:srgbClr val="C00000"/>
                            </a:solidFill>
                            <a:latin typeface="Cambria Math" panose="02040503050406030204" pitchFamily="18" charset="0"/>
                          </a:rPr>
                          <m:t>𝑨</m:t>
                        </m:r>
                        <m:r>
                          <a:rPr lang="en-US" altLang="zh-CN" sz="2000" b="1" i="1" smtClean="0">
                            <a:solidFill>
                              <a:srgbClr val="C00000"/>
                            </a:solidFill>
                            <a:latin typeface="Cambria Math" panose="02040503050406030204" pitchFamily="18" charset="0"/>
                          </a:rPr>
                          <m:t>∨</m:t>
                        </m:r>
                        <m:r>
                          <a:rPr lang="en-US" altLang="zh-CN" sz="2000" b="1" i="1" smtClean="0">
                            <a:solidFill>
                              <a:srgbClr val="C00000"/>
                            </a:solidFill>
                            <a:latin typeface="Cambria Math" panose="02040503050406030204" pitchFamily="18" charset="0"/>
                          </a:rPr>
                          <m:t>𝑪</m:t>
                        </m:r>
                      </m:e>
                    </m:d>
                  </m:oMath>
                </a14:m>
                <a:endParaRPr lang="en-US" altLang="zh-CN" sz="2000" b="1">
                  <a:solidFill>
                    <a:srgbClr val="C00000"/>
                  </a:solidFill>
                </a:endParaRPr>
              </a:p>
              <a:p>
                <a:pPr marL="800100" lvl="1" indent="-342900">
                  <a:spcBef>
                    <a:spcPts val="600"/>
                  </a:spcBef>
                  <a:spcAft>
                    <a:spcPts val="600"/>
                  </a:spcAft>
                  <a:buFont typeface="Arial" panose="020B0604020202020204" pitchFamily="34" charset="0"/>
                  <a:buChar char="•"/>
                </a:pPr>
                <a14:m>
                  <m:oMath xmlns:m="http://schemas.openxmlformats.org/officeDocument/2006/math">
                    <m:r>
                      <a:rPr lang="en-US" altLang="zh-CN" sz="2000" b="1" i="1" smtClean="0">
                        <a:solidFill>
                          <a:srgbClr val="C00000"/>
                        </a:solidFill>
                        <a:latin typeface="Cambria Math" panose="02040503050406030204" pitchFamily="18" charset="0"/>
                      </a:rPr>
                      <m:t>𝑨</m:t>
                    </m:r>
                    <m:r>
                      <a:rPr lang="en-US" altLang="zh-CN" sz="2000" b="1" i="1" smtClean="0">
                        <a:solidFill>
                          <a:srgbClr val="C00000"/>
                        </a:solidFill>
                        <a:latin typeface="Cambria Math" panose="02040503050406030204" pitchFamily="18" charset="0"/>
                      </a:rPr>
                      <m:t>∨</m:t>
                    </m:r>
                    <m:d>
                      <m:dPr>
                        <m:ctrlPr>
                          <a:rPr lang="en-US" altLang="zh-CN" sz="2000" b="1" i="1" smtClean="0">
                            <a:solidFill>
                              <a:srgbClr val="C00000"/>
                            </a:solidFill>
                            <a:latin typeface="Cambria Math" panose="02040503050406030204" pitchFamily="18" charset="0"/>
                          </a:rPr>
                        </m:ctrlPr>
                      </m:dPr>
                      <m:e>
                        <m:r>
                          <a:rPr lang="en-US" altLang="zh-CN" sz="2000" b="1" i="1" smtClean="0">
                            <a:solidFill>
                              <a:srgbClr val="C00000"/>
                            </a:solidFill>
                            <a:latin typeface="Cambria Math" panose="02040503050406030204" pitchFamily="18" charset="0"/>
                          </a:rPr>
                          <m:t>¬</m:t>
                        </m:r>
                        <m:r>
                          <a:rPr lang="en-US" altLang="zh-CN" sz="2000" b="1" i="1" smtClean="0">
                            <a:solidFill>
                              <a:srgbClr val="C00000"/>
                            </a:solidFill>
                            <a:latin typeface="Cambria Math" panose="02040503050406030204" pitchFamily="18" charset="0"/>
                          </a:rPr>
                          <m:t>𝑨</m:t>
                        </m:r>
                        <m:r>
                          <a:rPr lang="en-US" altLang="zh-CN" sz="2000" b="1" i="1" smtClean="0">
                            <a:solidFill>
                              <a:srgbClr val="C00000"/>
                            </a:solidFill>
                            <a:latin typeface="Cambria Math" panose="02040503050406030204" pitchFamily="18" charset="0"/>
                          </a:rPr>
                          <m:t>∧</m:t>
                        </m:r>
                        <m:r>
                          <a:rPr lang="en-US" altLang="zh-CN" sz="2000" b="1" i="1" smtClean="0">
                            <a:solidFill>
                              <a:srgbClr val="C00000"/>
                            </a:solidFill>
                            <a:latin typeface="Cambria Math" panose="02040503050406030204" pitchFamily="18" charset="0"/>
                          </a:rPr>
                          <m:t>𝑩</m:t>
                        </m:r>
                      </m:e>
                    </m:d>
                    <m:r>
                      <a:rPr lang="en-US" altLang="zh-CN" sz="2000" b="1" i="1" smtClean="0">
                        <a:solidFill>
                          <a:srgbClr val="C00000"/>
                        </a:solidFill>
                        <a:latin typeface="Cambria Math" panose="02040503050406030204" pitchFamily="18" charset="0"/>
                      </a:rPr>
                      <m:t>≡</m:t>
                    </m:r>
                    <m:r>
                      <a:rPr lang="en-US" altLang="zh-CN" sz="2000" b="1" i="1" smtClean="0">
                        <a:solidFill>
                          <a:srgbClr val="C00000"/>
                        </a:solidFill>
                        <a:latin typeface="Cambria Math" panose="02040503050406030204" pitchFamily="18" charset="0"/>
                      </a:rPr>
                      <m:t>𝑨</m:t>
                    </m:r>
                    <m:r>
                      <a:rPr lang="en-US" altLang="zh-CN" sz="2000" b="1" i="1" smtClean="0">
                        <a:solidFill>
                          <a:srgbClr val="C00000"/>
                        </a:solidFill>
                        <a:latin typeface="Cambria Math" panose="02040503050406030204" pitchFamily="18" charset="0"/>
                      </a:rPr>
                      <m:t>∨</m:t>
                    </m:r>
                    <m:r>
                      <a:rPr lang="en-US" altLang="zh-CN" sz="2000" b="1" i="1">
                        <a:solidFill>
                          <a:srgbClr val="C00000"/>
                        </a:solidFill>
                        <a:latin typeface="Cambria Math" panose="02040503050406030204" pitchFamily="18" charset="0"/>
                      </a:rPr>
                      <m:t>𝑩</m:t>
                    </m:r>
                  </m:oMath>
                </a14:m>
                <a:endParaRPr lang="zh-CN" altLang="en-US" sz="2000" b="1">
                  <a:solidFill>
                    <a:srgbClr val="C00000"/>
                  </a:solidFill>
                </a:endParaRPr>
              </a:p>
            </p:txBody>
          </p:sp>
        </mc:Choice>
        <mc:Fallback xmlns="">
          <p:sp>
            <p:nvSpPr>
              <p:cNvPr id="3" name="文本框 2">
                <a:extLst>
                  <a:ext uri="{FF2B5EF4-FFF2-40B4-BE49-F238E27FC236}">
                    <a16:creationId xmlns:a16="http://schemas.microsoft.com/office/drawing/2014/main" id="{6406B4A1-0C89-45D5-8AFE-4A9D430DE004}"/>
                  </a:ext>
                </a:extLst>
              </p:cNvPr>
              <p:cNvSpPr txBox="1">
                <a:spLocks noRot="1" noChangeAspect="1" noMove="1" noResize="1" noEditPoints="1" noAdjustHandles="1" noChangeArrowheads="1" noChangeShapeType="1" noTextEdit="1"/>
              </p:cNvSpPr>
              <p:nvPr/>
            </p:nvSpPr>
            <p:spPr>
              <a:xfrm>
                <a:off x="2026508" y="3429000"/>
                <a:ext cx="7558601" cy="2308324"/>
              </a:xfrm>
              <a:prstGeom prst="rect">
                <a:avLst/>
              </a:prstGeom>
              <a:blipFill>
                <a:blip r:embed="rId3"/>
                <a:stretch>
                  <a:fillRect l="-726" t="-1852" b="-2910"/>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4024017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总结</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第四讲</a:t>
            </a:r>
            <a:r>
              <a:rPr lang="en-US" altLang="zh-CN">
                <a:latin typeface="楷体" panose="02010609060101010101" pitchFamily="49" charset="-122"/>
                <a:ea typeface="楷体" panose="02010609060101010101" pitchFamily="49" charset="-122"/>
              </a:rPr>
              <a:t>	</a:t>
            </a:r>
            <a:r>
              <a:rPr lang="zh-CN" altLang="en-US">
                <a:latin typeface="楷体" panose="02010609060101010101" pitchFamily="49" charset="-122"/>
                <a:ea typeface="楷体" panose="02010609060101010101" pitchFamily="49" charset="-122"/>
              </a:rPr>
              <a:t>命题逻辑的等值演算</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6</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25</a:t>
            </a:fld>
            <a:r>
              <a:rPr lang="en-US" altLang="zh-CN" dirty="0">
                <a:latin typeface="Arial" panose="020B0604020202020204" pitchFamily="34" charset="0"/>
                <a:ea typeface="楷体" panose="02010609060101010101" pitchFamily="49" charset="-122"/>
                <a:cs typeface="Arial" panose="020B0604020202020204" pitchFamily="34" charset="0"/>
              </a:rPr>
              <a:t>/26</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总结</a:t>
            </a:r>
          </a:p>
        </p:txBody>
      </p:sp>
      <p:sp>
        <p:nvSpPr>
          <p:cNvPr id="2" name="文本框 1">
            <a:extLst>
              <a:ext uri="{FF2B5EF4-FFF2-40B4-BE49-F238E27FC236}">
                <a16:creationId xmlns:a16="http://schemas.microsoft.com/office/drawing/2014/main" id="{EF550948-0A88-4D14-B7D1-47069CABE5F1}"/>
              </a:ext>
            </a:extLst>
          </p:cNvPr>
          <p:cNvSpPr txBox="1"/>
          <p:nvPr/>
        </p:nvSpPr>
        <p:spPr>
          <a:xfrm>
            <a:off x="1049253" y="1205635"/>
            <a:ext cx="10093487" cy="1508105"/>
          </a:xfrm>
          <a:prstGeom prst="rect">
            <a:avLst/>
          </a:prstGeom>
          <a:solidFill>
            <a:schemeClr val="accent5">
              <a:lumMod val="20000"/>
              <a:lumOff val="80000"/>
              <a:alpha val="50000"/>
            </a:schemeClr>
          </a:solidFill>
        </p:spPr>
        <p:txBody>
          <a:bodyPr wrap="square" rtlCol="0">
            <a:spAutoFit/>
          </a:bodyPr>
          <a:lstStyle/>
          <a:p>
            <a:pPr algn="ctr">
              <a:spcBef>
                <a:spcPts val="600"/>
              </a:spcBef>
              <a:spcAft>
                <a:spcPts val="600"/>
              </a:spcAft>
            </a:pPr>
            <a:r>
              <a:rPr lang="zh-CN" altLang="en-US" sz="2400" b="1">
                <a:solidFill>
                  <a:srgbClr val="002060"/>
                </a:solidFill>
              </a:rPr>
              <a:t>命题逻辑公式的逻辑等值</a:t>
            </a:r>
          </a:p>
          <a:p>
            <a:pPr marL="342900" indent="-342900">
              <a:spcBef>
                <a:spcPts val="600"/>
              </a:spcBef>
              <a:spcAft>
                <a:spcPts val="600"/>
              </a:spcAft>
              <a:buFont typeface="Arial" panose="020B0604020202020204" pitchFamily="34" charset="0"/>
              <a:buChar char="•"/>
            </a:pPr>
            <a:r>
              <a:rPr lang="zh-CN" altLang="en-US" sz="2400" b="1">
                <a:solidFill>
                  <a:schemeClr val="accent6">
                    <a:lumMod val="50000"/>
                  </a:schemeClr>
                </a:solidFill>
                <a:latin typeface="楷体" panose="02010609060101010101" pitchFamily="49" charset="-122"/>
                <a:ea typeface="楷体" panose="02010609060101010101" pitchFamily="49" charset="-122"/>
              </a:rPr>
              <a:t>两个公式在任意的真值赋值函数下都有相同的真值</a:t>
            </a:r>
          </a:p>
          <a:p>
            <a:pPr marL="342900" indent="-342900">
              <a:spcBef>
                <a:spcPts val="600"/>
              </a:spcBef>
              <a:spcAft>
                <a:spcPts val="600"/>
              </a:spcAft>
              <a:buFont typeface="Arial" panose="020B0604020202020204" pitchFamily="34" charset="0"/>
              <a:buChar char="•"/>
            </a:pPr>
            <a:r>
              <a:rPr lang="zh-CN" altLang="en-US" sz="2400" b="1">
                <a:solidFill>
                  <a:schemeClr val="accent6">
                    <a:lumMod val="50000"/>
                  </a:schemeClr>
                </a:solidFill>
                <a:latin typeface="楷体" panose="02010609060101010101" pitchFamily="49" charset="-122"/>
                <a:ea typeface="楷体" panose="02010609060101010101" pitchFamily="49" charset="-122"/>
              </a:rPr>
              <a:t>证明两个公式逻辑等值的方法有基于定义证明、构造真值表和等值演算</a:t>
            </a:r>
          </a:p>
        </p:txBody>
      </p:sp>
      <p:sp>
        <p:nvSpPr>
          <p:cNvPr id="3" name="文本框 2">
            <a:extLst>
              <a:ext uri="{FF2B5EF4-FFF2-40B4-BE49-F238E27FC236}">
                <a16:creationId xmlns:a16="http://schemas.microsoft.com/office/drawing/2014/main" id="{CB454D62-D95A-49D5-9CE8-5DF2CFBD3372}"/>
              </a:ext>
            </a:extLst>
          </p:cNvPr>
          <p:cNvSpPr txBox="1"/>
          <p:nvPr/>
        </p:nvSpPr>
        <p:spPr>
          <a:xfrm>
            <a:off x="1246607" y="2898407"/>
            <a:ext cx="9772241" cy="1508105"/>
          </a:xfrm>
          <a:prstGeom prst="rect">
            <a:avLst/>
          </a:prstGeom>
          <a:solidFill>
            <a:schemeClr val="accent5">
              <a:lumMod val="20000"/>
              <a:lumOff val="80000"/>
            </a:schemeClr>
          </a:solidFill>
        </p:spPr>
        <p:txBody>
          <a:bodyPr wrap="square" rtlCol="0">
            <a:spAutoFit/>
          </a:bodyPr>
          <a:lstStyle/>
          <a:p>
            <a:pPr algn="ctr">
              <a:spcAft>
                <a:spcPts val="600"/>
              </a:spcAft>
            </a:pPr>
            <a:r>
              <a:rPr lang="zh-CN" altLang="en-US" sz="2400" b="1">
                <a:solidFill>
                  <a:srgbClr val="002060"/>
                </a:solidFill>
              </a:rPr>
              <a:t>命题逻辑的等值演算</a:t>
            </a:r>
          </a:p>
          <a:p>
            <a:pPr marL="342900" indent="-342900">
              <a:spcBef>
                <a:spcPts val="600"/>
              </a:spcBef>
              <a:spcAft>
                <a:spcPts val="600"/>
              </a:spcAft>
              <a:buFont typeface="Arial" panose="020B0604020202020204" pitchFamily="34" charset="0"/>
              <a:buChar char="•"/>
            </a:pPr>
            <a:r>
              <a:rPr lang="zh-CN" altLang="en-US" sz="2400" b="1">
                <a:solidFill>
                  <a:schemeClr val="accent6">
                    <a:lumMod val="50000"/>
                  </a:schemeClr>
                </a:solidFill>
                <a:latin typeface="楷体" panose="02010609060101010101" pitchFamily="49" charset="-122"/>
                <a:ea typeface="楷体" panose="02010609060101010101" pitchFamily="49" charset="-122"/>
              </a:rPr>
              <a:t>基于基本的逻辑等值式，使用子公式等值置换的方式对公式进行变形</a:t>
            </a:r>
          </a:p>
          <a:p>
            <a:pPr marL="342900" indent="-342900">
              <a:spcBef>
                <a:spcPts val="600"/>
              </a:spcBef>
              <a:spcAft>
                <a:spcPts val="600"/>
              </a:spcAft>
              <a:buFont typeface="Arial" panose="020B0604020202020204" pitchFamily="34" charset="0"/>
              <a:buChar char="•"/>
            </a:pPr>
            <a:r>
              <a:rPr lang="zh-CN" altLang="en-US" sz="2400" b="1">
                <a:solidFill>
                  <a:schemeClr val="accent6">
                    <a:lumMod val="50000"/>
                  </a:schemeClr>
                </a:solidFill>
                <a:latin typeface="楷体" panose="02010609060101010101" pitchFamily="49" charset="-122"/>
                <a:ea typeface="楷体" panose="02010609060101010101" pitchFamily="49" charset="-122"/>
              </a:rPr>
              <a:t>是公理化、模块化专业意识的应用</a:t>
            </a:r>
          </a:p>
        </p:txBody>
      </p:sp>
      <p:sp>
        <p:nvSpPr>
          <p:cNvPr id="4" name="文本框 3">
            <a:extLst>
              <a:ext uri="{FF2B5EF4-FFF2-40B4-BE49-F238E27FC236}">
                <a16:creationId xmlns:a16="http://schemas.microsoft.com/office/drawing/2014/main" id="{79046192-3E11-4E79-BCD3-91093B8CC99E}"/>
              </a:ext>
            </a:extLst>
          </p:cNvPr>
          <p:cNvSpPr txBox="1"/>
          <p:nvPr/>
        </p:nvSpPr>
        <p:spPr>
          <a:xfrm>
            <a:off x="1681331" y="4591180"/>
            <a:ext cx="8902794" cy="1508105"/>
          </a:xfrm>
          <a:prstGeom prst="rect">
            <a:avLst/>
          </a:prstGeom>
          <a:solidFill>
            <a:schemeClr val="accent2">
              <a:lumMod val="20000"/>
              <a:lumOff val="80000"/>
            </a:schemeClr>
          </a:solidFill>
        </p:spPr>
        <p:txBody>
          <a:bodyPr wrap="square" rtlCol="0">
            <a:spAutoFit/>
          </a:bodyPr>
          <a:lstStyle/>
          <a:p>
            <a:pPr algn="ctr">
              <a:spcAft>
                <a:spcPts val="600"/>
              </a:spcAft>
            </a:pPr>
            <a:r>
              <a:rPr lang="zh-CN" altLang="en-US" sz="2400" b="1">
                <a:solidFill>
                  <a:srgbClr val="C00000"/>
                </a:solidFill>
              </a:rPr>
              <a:t>学习这一部分的目标</a:t>
            </a:r>
          </a:p>
          <a:p>
            <a:pPr marL="342900" indent="-342900">
              <a:spcBef>
                <a:spcPts val="600"/>
              </a:spcBef>
              <a:spcAft>
                <a:spcPts val="600"/>
              </a:spcAft>
              <a:buFont typeface="Arial" panose="020B0604020202020204" pitchFamily="34" charset="0"/>
              <a:buChar char="•"/>
            </a:pPr>
            <a:r>
              <a:rPr lang="zh-CN" altLang="en-US" sz="2400" b="1">
                <a:solidFill>
                  <a:schemeClr val="accent2">
                    <a:lumMod val="50000"/>
                  </a:schemeClr>
                </a:solidFill>
                <a:latin typeface="楷体" panose="02010609060101010101" pitchFamily="49" charset="-122"/>
                <a:ea typeface="楷体" panose="02010609060101010101" pitchFamily="49" charset="-122"/>
              </a:rPr>
              <a:t>熟记命题逻辑的基本逻辑等值式</a:t>
            </a:r>
          </a:p>
          <a:p>
            <a:pPr marL="342900" indent="-342900">
              <a:spcBef>
                <a:spcPts val="600"/>
              </a:spcBef>
              <a:spcAft>
                <a:spcPts val="600"/>
              </a:spcAft>
              <a:buFont typeface="Arial" panose="020B0604020202020204" pitchFamily="34" charset="0"/>
              <a:buChar char="•"/>
            </a:pPr>
            <a:r>
              <a:rPr lang="zh-CN" altLang="en-US" sz="2400" b="1">
                <a:solidFill>
                  <a:schemeClr val="accent2">
                    <a:lumMod val="50000"/>
                  </a:schemeClr>
                </a:solidFill>
                <a:latin typeface="楷体" panose="02010609060101010101" pitchFamily="49" charset="-122"/>
                <a:ea typeface="楷体" panose="02010609060101010101" pitchFamily="49" charset="-122"/>
              </a:rPr>
              <a:t>能使用等值演算法、构造真值表的方法证明两个公式逻辑等值</a:t>
            </a:r>
          </a:p>
        </p:txBody>
      </p:sp>
    </p:spTree>
    <p:extLst>
      <p:ext uri="{BB962C8B-B14F-4D97-AF65-F5344CB8AC3E}">
        <p14:creationId xmlns:p14="http://schemas.microsoft.com/office/powerpoint/2010/main" val="37531340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作业</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第四讲</a:t>
            </a:r>
            <a:r>
              <a:rPr lang="en-US" altLang="zh-CN">
                <a:latin typeface="楷体" panose="02010609060101010101" pitchFamily="49" charset="-122"/>
                <a:ea typeface="楷体" panose="02010609060101010101" pitchFamily="49" charset="-122"/>
              </a:rPr>
              <a:t>	</a:t>
            </a:r>
            <a:r>
              <a:rPr lang="zh-CN" altLang="en-US">
                <a:latin typeface="楷体" panose="02010609060101010101" pitchFamily="49" charset="-122"/>
                <a:ea typeface="楷体" panose="02010609060101010101" pitchFamily="49" charset="-122"/>
              </a:rPr>
              <a:t>命题逻辑的等值演算</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6</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511C6389-7226-43B9-9250-70FB7F990DBF}" type="slidenum">
              <a:rPr lang="en-US" altLang="zh-CN" smtClean="0">
                <a:latin typeface="Arial" panose="020B0604020202020204" pitchFamily="34" charset="0"/>
                <a:ea typeface="楷体" panose="02010609060101010101" pitchFamily="49" charset="-122"/>
                <a:cs typeface="Arial" panose="020B0604020202020204" pitchFamily="34" charset="0"/>
              </a:rPr>
              <a:t>26</a:t>
            </a:fld>
            <a:r>
              <a:rPr lang="en-US" altLang="zh-CN" dirty="0">
                <a:latin typeface="Arial" panose="020B0604020202020204" pitchFamily="34" charset="0"/>
                <a:ea typeface="楷体" panose="02010609060101010101" pitchFamily="49" charset="-122"/>
                <a:cs typeface="Arial" panose="020B0604020202020204" pitchFamily="34" charset="0"/>
              </a:rPr>
              <a:t>/26</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作业</a:t>
            </a:r>
          </a:p>
        </p:txBody>
      </p:sp>
      <p:sp>
        <p:nvSpPr>
          <p:cNvPr id="12" name="文本框 11">
            <a:extLst>
              <a:ext uri="{FF2B5EF4-FFF2-40B4-BE49-F238E27FC236}">
                <a16:creationId xmlns:a16="http://schemas.microsoft.com/office/drawing/2014/main" id="{ECE1BA9C-BF93-4FAA-9EB8-67981BAD5D12}"/>
              </a:ext>
            </a:extLst>
          </p:cNvPr>
          <p:cNvSpPr txBox="1"/>
          <p:nvPr/>
        </p:nvSpPr>
        <p:spPr>
          <a:xfrm>
            <a:off x="1007165" y="2601581"/>
            <a:ext cx="4731483" cy="1077218"/>
          </a:xfrm>
          <a:prstGeom prst="rect">
            <a:avLst/>
          </a:prstGeom>
          <a:solidFill>
            <a:schemeClr val="accent4">
              <a:lumMod val="20000"/>
              <a:lumOff val="80000"/>
            </a:schemeClr>
          </a:solidFill>
        </p:spPr>
        <p:txBody>
          <a:bodyPr wrap="square" rtlCol="0">
            <a:spAutoFit/>
          </a:bodyPr>
          <a:lstStyle/>
          <a:p>
            <a:pPr>
              <a:spcBef>
                <a:spcPts val="1200"/>
              </a:spcBef>
              <a:spcAft>
                <a:spcPts val="1200"/>
              </a:spcAft>
            </a:pPr>
            <a:r>
              <a:rPr lang="zh-CN" altLang="en-US" sz="3200" b="1" dirty="0">
                <a:solidFill>
                  <a:srgbClr val="C00000"/>
                </a:solidFill>
                <a:latin typeface="Arial" panose="020B0604020202020204" pitchFamily="34" charset="0"/>
                <a:ea typeface="楷体" panose="02010609060101010101" pitchFamily="49" charset="-122"/>
                <a:cs typeface="Arial" panose="020B0604020202020204" pitchFamily="34" charset="0"/>
              </a:rPr>
              <a:t>教材练习</a:t>
            </a:r>
            <a:r>
              <a:rPr lang="en-US" altLang="zh-CN" sz="3200" b="1" dirty="0">
                <a:solidFill>
                  <a:srgbClr val="C00000"/>
                </a:solidFill>
                <a:latin typeface="Arial" panose="020B0604020202020204" pitchFamily="34" charset="0"/>
                <a:ea typeface="楷体" panose="02010609060101010101" pitchFamily="49" charset="-122"/>
                <a:cs typeface="Arial" panose="020B0604020202020204" pitchFamily="34" charset="0"/>
              </a:rPr>
              <a:t>2.10</a:t>
            </a:r>
            <a:r>
              <a:rPr lang="zh-CN" altLang="en-US" sz="3200" b="1" dirty="0">
                <a:solidFill>
                  <a:srgbClr val="C00000"/>
                </a:solidFill>
                <a:latin typeface="Arial" panose="020B0604020202020204" pitchFamily="34" charset="0"/>
                <a:ea typeface="楷体" panose="02010609060101010101" pitchFamily="49" charset="-122"/>
                <a:cs typeface="Arial" panose="020B0604020202020204" pitchFamily="34" charset="0"/>
              </a:rPr>
              <a:t>、练习</a:t>
            </a:r>
            <a:r>
              <a:rPr lang="en-US" altLang="zh-CN" sz="3200" b="1" dirty="0">
                <a:solidFill>
                  <a:srgbClr val="C00000"/>
                </a:solidFill>
                <a:latin typeface="Arial" panose="020B0604020202020204" pitchFamily="34" charset="0"/>
                <a:ea typeface="楷体" panose="02010609060101010101" pitchFamily="49" charset="-122"/>
                <a:cs typeface="Arial" panose="020B0604020202020204" pitchFamily="34" charset="0"/>
              </a:rPr>
              <a:t>2.13(2,3)</a:t>
            </a:r>
            <a:endParaRPr lang="zh-CN" altLang="en-US" sz="3200" b="1" dirty="0">
              <a:solidFill>
                <a:srgbClr val="C00000"/>
              </a:solidFill>
              <a:latin typeface="Arial" panose="020B0604020202020204" pitchFamily="34" charset="0"/>
              <a:ea typeface="楷体" panose="02010609060101010101" pitchFamily="49" charset="-122"/>
              <a:cs typeface="Arial" panose="020B0604020202020204" pitchFamily="34" charset="0"/>
            </a:endParaRPr>
          </a:p>
        </p:txBody>
      </p:sp>
    </p:spTree>
    <p:extLst>
      <p:ext uri="{BB962C8B-B14F-4D97-AF65-F5344CB8AC3E}">
        <p14:creationId xmlns:p14="http://schemas.microsoft.com/office/powerpoint/2010/main" val="11865644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第四讲</a:t>
            </a:r>
            <a:r>
              <a:rPr lang="en-US" altLang="zh-CN">
                <a:latin typeface="楷体" panose="02010609060101010101" pitchFamily="49" charset="-122"/>
                <a:ea typeface="楷体" panose="02010609060101010101" pitchFamily="49" charset="-122"/>
              </a:rPr>
              <a:t>	</a:t>
            </a:r>
            <a:r>
              <a:rPr lang="zh-CN" altLang="en-US">
                <a:latin typeface="楷体" panose="02010609060101010101" pitchFamily="49" charset="-122"/>
                <a:ea typeface="楷体" panose="02010609060101010101" pitchFamily="49" charset="-122"/>
              </a:rPr>
              <a:t>命题逻辑的等值演算</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6</a:t>
            </a:r>
            <a:r>
              <a:rPr lang="zh-CN" altLang="en-US" dirty="0">
                <a:latin typeface="Arial" panose="020B0604020202020204" pitchFamily="34" charset="0"/>
                <a:ea typeface="楷体" panose="02010609060101010101" pitchFamily="49" charset="-122"/>
                <a:cs typeface="Arial" panose="020B0604020202020204" pitchFamily="34" charset="0"/>
              </a:rPr>
              <a:t>月</a:t>
            </a: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a:p>
        </p:txBody>
      </p:sp>
      <p:sp>
        <p:nvSpPr>
          <p:cNvPr id="2" name="文本框 1">
            <a:extLst>
              <a:ext uri="{FF2B5EF4-FFF2-40B4-BE49-F238E27FC236}">
                <a16:creationId xmlns:a16="http://schemas.microsoft.com/office/drawing/2014/main" id="{F3778FC1-0A49-4C7B-8763-0ABD47A13328}"/>
              </a:ext>
            </a:extLst>
          </p:cNvPr>
          <p:cNvSpPr txBox="1"/>
          <p:nvPr/>
        </p:nvSpPr>
        <p:spPr>
          <a:xfrm>
            <a:off x="1921252" y="2001283"/>
            <a:ext cx="8571678" cy="2383794"/>
          </a:xfrm>
          <a:prstGeom prst="rect">
            <a:avLst/>
          </a:prstGeom>
          <a:noFill/>
        </p:spPr>
        <p:txBody>
          <a:bodyPr wrap="square" rtlCol="0">
            <a:spAutoFit/>
          </a:bodyPr>
          <a:lstStyle/>
          <a:p>
            <a:pPr algn="ctr">
              <a:lnSpc>
                <a:spcPct val="200000"/>
              </a:lnSpc>
            </a:pPr>
            <a:r>
              <a:rPr lang="zh-CN" altLang="en-US" sz="4000">
                <a:solidFill>
                  <a:srgbClr val="C00000"/>
                </a:solidFill>
                <a:latin typeface="华文新魏" panose="02010800040101010101" pitchFamily="2" charset="-122"/>
                <a:ea typeface="华文新魏" panose="02010800040101010101" pitchFamily="2" charset="-122"/>
              </a:rPr>
              <a:t>谢谢大家！</a:t>
            </a:r>
            <a:endParaRPr lang="en-US" altLang="zh-CN" sz="4000">
              <a:solidFill>
                <a:srgbClr val="C00000"/>
              </a:solidFill>
              <a:latin typeface="华文新魏" panose="02010800040101010101" pitchFamily="2" charset="-122"/>
              <a:ea typeface="华文新魏" panose="02010800040101010101" pitchFamily="2" charset="-122"/>
            </a:endParaRPr>
          </a:p>
          <a:p>
            <a:pPr algn="ctr">
              <a:lnSpc>
                <a:spcPct val="200000"/>
              </a:lnSpc>
            </a:pPr>
            <a:r>
              <a:rPr lang="zh-CN" altLang="en-US" sz="4000">
                <a:solidFill>
                  <a:srgbClr val="C00000"/>
                </a:solidFill>
                <a:latin typeface="华文新魏" panose="02010800040101010101" pitchFamily="2" charset="-122"/>
                <a:ea typeface="华文新魏" panose="02010800040101010101" pitchFamily="2" charset="-122"/>
              </a:rPr>
              <a:t>有什么问题和建议请及时反馈给老师！</a:t>
            </a:r>
          </a:p>
        </p:txBody>
      </p:sp>
    </p:spTree>
    <p:extLst>
      <p:ext uri="{BB962C8B-B14F-4D97-AF65-F5344CB8AC3E}">
        <p14:creationId xmlns:p14="http://schemas.microsoft.com/office/powerpoint/2010/main" val="3807570176"/>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5574</TotalTime>
  <Words>2518</Words>
  <Application>Microsoft Office PowerPoint</Application>
  <PresentationFormat>宽屏</PresentationFormat>
  <Paragraphs>599</Paragraphs>
  <Slides>27</Slides>
  <Notes>0</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27</vt:i4>
      </vt:variant>
    </vt:vector>
  </HeadingPairs>
  <TitlesOfParts>
    <vt:vector size="39" baseType="lpstr">
      <vt:lpstr>等线</vt:lpstr>
      <vt:lpstr>等线 Light</vt:lpstr>
      <vt:lpstr>仿宋</vt:lpstr>
      <vt:lpstr>黑体</vt:lpstr>
      <vt:lpstr>华文新魏</vt:lpstr>
      <vt:lpstr>楷体</vt:lpstr>
      <vt:lpstr>宋体</vt:lpstr>
      <vt:lpstr>Arial</vt:lpstr>
      <vt:lpstr>Cambria</vt:lpstr>
      <vt:lpstr>Cambria Math</vt:lpstr>
      <vt:lpstr>Consolas</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user</dc:creator>
  <cp:lastModifiedBy>380514873@qq.com</cp:lastModifiedBy>
  <cp:revision>89</cp:revision>
  <dcterms:created xsi:type="dcterms:W3CDTF">2022-01-01T06:39:40Z</dcterms:created>
  <dcterms:modified xsi:type="dcterms:W3CDTF">2024-09-11T09:49:33Z</dcterms:modified>
</cp:coreProperties>
</file>
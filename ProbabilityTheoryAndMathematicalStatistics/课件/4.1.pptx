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wmv" ContentType="video/x-ms-wm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73" r:id="rId3"/>
    <p:sldId id="384" r:id="rId5"/>
    <p:sldId id="385" r:id="rId6"/>
    <p:sldId id="386" r:id="rId7"/>
    <p:sldId id="387" r:id="rId8"/>
    <p:sldId id="388" r:id="rId9"/>
    <p:sldId id="389" r:id="rId10"/>
    <p:sldId id="390" r:id="rId11"/>
    <p:sldId id="318" r:id="rId12"/>
    <p:sldId id="391" r:id="rId13"/>
    <p:sldId id="393" r:id="rId14"/>
    <p:sldId id="394" r:id="rId15"/>
    <p:sldId id="395" r:id="rId16"/>
    <p:sldId id="396" r:id="rId17"/>
    <p:sldId id="397" r:id="rId18"/>
    <p:sldId id="409" r:id="rId19"/>
    <p:sldId id="407" r:id="rId20"/>
    <p:sldId id="410" r:id="rId21"/>
    <p:sldId id="411" r:id="rId22"/>
    <p:sldId id="324" r:id="rId23"/>
    <p:sldId id="401" r:id="rId24"/>
    <p:sldId id="320" r:id="rId25"/>
    <p:sldId id="321" r:id="rId26"/>
    <p:sldId id="417" r:id="rId27"/>
    <p:sldId id="418" r:id="rId28"/>
    <p:sldId id="329" r:id="rId29"/>
    <p:sldId id="330" r:id="rId30"/>
    <p:sldId id="334" r:id="rId31"/>
    <p:sldId id="336" r:id="rId32"/>
    <p:sldId id="337" r:id="rId33"/>
    <p:sldId id="338" r:id="rId34"/>
    <p:sldId id="339" r:id="rId35"/>
    <p:sldId id="412" r:id="rId36"/>
    <p:sldId id="413" r:id="rId37"/>
    <p:sldId id="414" r:id="rId38"/>
    <p:sldId id="421" r:id="rId39"/>
    <p:sldId id="422" r:id="rId40"/>
    <p:sldId id="423" r:id="rId41"/>
    <p:sldId id="424" r:id="rId42"/>
    <p:sldId id="403" r:id="rId43"/>
  </p:sldIdLst>
  <p:sldSz cx="9144000" cy="6858000" type="screen4x3"/>
  <p:notesSz cx="6858000" cy="9144000"/>
  <p:custDataLst>
    <p:tags r:id="rId4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6" userDrawn="1">
          <p15:clr>
            <a:srgbClr val="A4A3A4"/>
          </p15:clr>
        </p15:guide>
        <p15:guide id="2" pos="5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DFBD3"/>
    <a:srgbClr val="FF00FF"/>
    <a:srgbClr val="996600"/>
    <a:srgbClr val="FFCCFF"/>
    <a:srgbClr val="FF33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11" d="100"/>
          <a:sy n="111" d="100"/>
        </p:scale>
        <p:origin x="1536" y="78"/>
      </p:cViewPr>
      <p:guideLst>
        <p:guide orient="horz" pos="516"/>
        <p:guide pos="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6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gs" Target="tags/tag31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.wmf"/><Relationship Id="rId6" Type="http://schemas.openxmlformats.org/officeDocument/2006/relationships/image" Target="../media/image9.wmf"/><Relationship Id="rId5" Type="http://schemas.openxmlformats.org/officeDocument/2006/relationships/image" Target="../media/image8.e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image" Target="../media/image23.wmf"/><Relationship Id="rId7" Type="http://schemas.openxmlformats.org/officeDocument/2006/relationships/image" Target="../media/image22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30.wmf"/><Relationship Id="rId4" Type="http://schemas.openxmlformats.org/officeDocument/2006/relationships/image" Target="../media/image29.wmf"/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48.emf"/><Relationship Id="rId8" Type="http://schemas.openxmlformats.org/officeDocument/2006/relationships/image" Target="../media/image47.emf"/><Relationship Id="rId7" Type="http://schemas.openxmlformats.org/officeDocument/2006/relationships/image" Target="../media/image46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4" Type="http://schemas.openxmlformats.org/officeDocument/2006/relationships/image" Target="../media/image53.wmf"/><Relationship Id="rId13" Type="http://schemas.openxmlformats.org/officeDocument/2006/relationships/image" Target="../media/image52.wmf"/><Relationship Id="rId12" Type="http://schemas.openxmlformats.org/officeDocument/2006/relationships/image" Target="../media/image51.wmf"/><Relationship Id="rId11" Type="http://schemas.openxmlformats.org/officeDocument/2006/relationships/image" Target="../media/image50.wmf"/><Relationship Id="rId10" Type="http://schemas.openxmlformats.org/officeDocument/2006/relationships/image" Target="../media/image49.wmf"/><Relationship Id="rId1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62.wmf"/><Relationship Id="rId8" Type="http://schemas.openxmlformats.org/officeDocument/2006/relationships/image" Target="../media/image61.wmf"/><Relationship Id="rId7" Type="http://schemas.openxmlformats.org/officeDocument/2006/relationships/image" Target="../media/image60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1" Type="http://schemas.openxmlformats.org/officeDocument/2006/relationships/image" Target="../media/image64.wmf"/><Relationship Id="rId10" Type="http://schemas.openxmlformats.org/officeDocument/2006/relationships/image" Target="../media/image63.wmf"/><Relationship Id="rId1" Type="http://schemas.openxmlformats.org/officeDocument/2006/relationships/image" Target="../media/image5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76.wmf"/><Relationship Id="rId8" Type="http://schemas.openxmlformats.org/officeDocument/2006/relationships/image" Target="../media/image75.wmf"/><Relationship Id="rId7" Type="http://schemas.openxmlformats.org/officeDocument/2006/relationships/image" Target="../media/image74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4.vml.rels><?xml version="1.0" encoding="UTF-8" standalone="yes"?>
<Relationships xmlns="http://schemas.openxmlformats.org/package/2006/relationships"><Relationship Id="rId7" Type="http://schemas.openxmlformats.org/officeDocument/2006/relationships/image" Target="../media/image90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99.wmf"/><Relationship Id="rId8" Type="http://schemas.openxmlformats.org/officeDocument/2006/relationships/image" Target="../media/image98.wmf"/><Relationship Id="rId7" Type="http://schemas.openxmlformats.org/officeDocument/2006/relationships/image" Target="../media/image97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0" Type="http://schemas.openxmlformats.org/officeDocument/2006/relationships/image" Target="../media/image100.wmf"/><Relationship Id="rId1" Type="http://schemas.openxmlformats.org/officeDocument/2006/relationships/image" Target="../media/image91.wmf"/></Relationships>
</file>

<file path=ppt/drawings/_rels/vmlDrawing1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7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drawings/_rels/vmlDrawing18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wmf"/><Relationship Id="rId8" Type="http://schemas.openxmlformats.org/officeDocument/2006/relationships/image" Target="../media/image121.wmf"/><Relationship Id="rId7" Type="http://schemas.openxmlformats.org/officeDocument/2006/relationships/image" Target="../media/image120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7.wmf"/><Relationship Id="rId4" Type="http://schemas.openxmlformats.org/officeDocument/2006/relationships/image" Target="../media/image126.wmf"/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1.wmf"/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7" Type="http://schemas.openxmlformats.org/officeDocument/2006/relationships/image" Target="../media/image138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8.wmf"/><Relationship Id="rId8" Type="http://schemas.openxmlformats.org/officeDocument/2006/relationships/image" Target="../media/image147.wmf"/><Relationship Id="rId7" Type="http://schemas.openxmlformats.org/officeDocument/2006/relationships/image" Target="../media/image146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5" Type="http://schemas.openxmlformats.org/officeDocument/2006/relationships/image" Target="../media/image153.wmf"/><Relationship Id="rId14" Type="http://schemas.openxmlformats.org/officeDocument/2006/relationships/image" Target="../media/image152.wmf"/><Relationship Id="rId13" Type="http://schemas.openxmlformats.org/officeDocument/2006/relationships/image" Target="../media/image151.wmf"/><Relationship Id="rId12" Type="http://schemas.openxmlformats.org/officeDocument/2006/relationships/image" Target="../media/image150.wmf"/><Relationship Id="rId11" Type="http://schemas.openxmlformats.org/officeDocument/2006/relationships/image" Target="../media/image53.wmf"/><Relationship Id="rId10" Type="http://schemas.openxmlformats.org/officeDocument/2006/relationships/image" Target="../media/image149.wmf"/><Relationship Id="rId1" Type="http://schemas.openxmlformats.org/officeDocument/2006/relationships/image" Target="../media/image140.wmf"/></Relationships>
</file>

<file path=ppt/drawings/_rels/vmlDrawing24.vml.rels><?xml version="1.0" encoding="UTF-8" standalone="yes"?>
<Relationships xmlns="http://schemas.openxmlformats.org/package/2006/relationships"><Relationship Id="rId6" Type="http://schemas.openxmlformats.org/officeDocument/2006/relationships/image" Target="../media/image159.e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" Type="http://schemas.openxmlformats.org/officeDocument/2006/relationships/image" Target="../media/image163.e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2.wmf"/><Relationship Id="rId8" Type="http://schemas.openxmlformats.org/officeDocument/2006/relationships/image" Target="../media/image171.wmf"/><Relationship Id="rId7" Type="http://schemas.openxmlformats.org/officeDocument/2006/relationships/image" Target="../media/image170.wmf"/><Relationship Id="rId6" Type="http://schemas.openxmlformats.org/officeDocument/2006/relationships/image" Target="../media/image169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Relationship Id="rId3" Type="http://schemas.openxmlformats.org/officeDocument/2006/relationships/image" Target="../media/image166.wmf"/><Relationship Id="rId2" Type="http://schemas.openxmlformats.org/officeDocument/2006/relationships/image" Target="../media/image53.wmf"/><Relationship Id="rId16" Type="http://schemas.openxmlformats.org/officeDocument/2006/relationships/image" Target="../media/image179.wmf"/><Relationship Id="rId15" Type="http://schemas.openxmlformats.org/officeDocument/2006/relationships/image" Target="../media/image178.wmf"/><Relationship Id="rId14" Type="http://schemas.openxmlformats.org/officeDocument/2006/relationships/image" Target="../media/image177.wmf"/><Relationship Id="rId13" Type="http://schemas.openxmlformats.org/officeDocument/2006/relationships/image" Target="../media/image176.wmf"/><Relationship Id="rId12" Type="http://schemas.openxmlformats.org/officeDocument/2006/relationships/image" Target="../media/image175.wmf"/><Relationship Id="rId11" Type="http://schemas.openxmlformats.org/officeDocument/2006/relationships/image" Target="../media/image174.wmf"/><Relationship Id="rId10" Type="http://schemas.openxmlformats.org/officeDocument/2006/relationships/image" Target="../media/image173.wmf"/><Relationship Id="rId1" Type="http://schemas.openxmlformats.org/officeDocument/2006/relationships/image" Target="../media/image49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3.wmf"/><Relationship Id="rId8" Type="http://schemas.openxmlformats.org/officeDocument/2006/relationships/image" Target="../media/image187.wmf"/><Relationship Id="rId7" Type="http://schemas.openxmlformats.org/officeDocument/2006/relationships/image" Target="../media/image186.wmf"/><Relationship Id="rId6" Type="http://schemas.openxmlformats.org/officeDocument/2006/relationships/image" Target="../media/image185.wmf"/><Relationship Id="rId5" Type="http://schemas.openxmlformats.org/officeDocument/2006/relationships/image" Target="../media/image184.wmf"/><Relationship Id="rId4" Type="http://schemas.openxmlformats.org/officeDocument/2006/relationships/image" Target="../media/image183.wmf"/><Relationship Id="rId33" Type="http://schemas.openxmlformats.org/officeDocument/2006/relationships/image" Target="../media/image207.wmf"/><Relationship Id="rId32" Type="http://schemas.openxmlformats.org/officeDocument/2006/relationships/image" Target="../media/image206.wmf"/><Relationship Id="rId31" Type="http://schemas.openxmlformats.org/officeDocument/2006/relationships/image" Target="../media/image205.wmf"/><Relationship Id="rId30" Type="http://schemas.openxmlformats.org/officeDocument/2006/relationships/image" Target="../media/image204.wmf"/><Relationship Id="rId3" Type="http://schemas.openxmlformats.org/officeDocument/2006/relationships/image" Target="../media/image182.wmf"/><Relationship Id="rId29" Type="http://schemas.openxmlformats.org/officeDocument/2006/relationships/image" Target="../media/image203.wmf"/><Relationship Id="rId28" Type="http://schemas.openxmlformats.org/officeDocument/2006/relationships/image" Target="../media/image202.wmf"/><Relationship Id="rId27" Type="http://schemas.openxmlformats.org/officeDocument/2006/relationships/image" Target="../media/image201.wmf"/><Relationship Id="rId26" Type="http://schemas.openxmlformats.org/officeDocument/2006/relationships/image" Target="../media/image200.wmf"/><Relationship Id="rId25" Type="http://schemas.openxmlformats.org/officeDocument/2006/relationships/image" Target="../media/image199.wmf"/><Relationship Id="rId24" Type="http://schemas.openxmlformats.org/officeDocument/2006/relationships/image" Target="../media/image198.wmf"/><Relationship Id="rId23" Type="http://schemas.openxmlformats.org/officeDocument/2006/relationships/image" Target="../media/image197.wmf"/><Relationship Id="rId22" Type="http://schemas.openxmlformats.org/officeDocument/2006/relationships/image" Target="../media/image196.wmf"/><Relationship Id="rId21" Type="http://schemas.openxmlformats.org/officeDocument/2006/relationships/image" Target="../media/image195.wmf"/><Relationship Id="rId20" Type="http://schemas.openxmlformats.org/officeDocument/2006/relationships/image" Target="../media/image194.wmf"/><Relationship Id="rId2" Type="http://schemas.openxmlformats.org/officeDocument/2006/relationships/image" Target="../media/image181.wmf"/><Relationship Id="rId19" Type="http://schemas.openxmlformats.org/officeDocument/2006/relationships/image" Target="../media/image193.wmf"/><Relationship Id="rId18" Type="http://schemas.openxmlformats.org/officeDocument/2006/relationships/image" Target="../media/image192.wmf"/><Relationship Id="rId17" Type="http://schemas.openxmlformats.org/officeDocument/2006/relationships/image" Target="../media/image191.wmf"/><Relationship Id="rId16" Type="http://schemas.openxmlformats.org/officeDocument/2006/relationships/image" Target="../media/image190.wmf"/><Relationship Id="rId15" Type="http://schemas.openxmlformats.org/officeDocument/2006/relationships/image" Target="../media/image189.wmf"/><Relationship Id="rId14" Type="http://schemas.openxmlformats.org/officeDocument/2006/relationships/image" Target="../media/image188.wmf"/><Relationship Id="rId13" Type="http://schemas.openxmlformats.org/officeDocument/2006/relationships/image" Target="../media/image166.wmf"/><Relationship Id="rId12" Type="http://schemas.openxmlformats.org/officeDocument/2006/relationships/image" Target="../media/image175.wmf"/><Relationship Id="rId11" Type="http://schemas.openxmlformats.org/officeDocument/2006/relationships/image" Target="../media/image174.wmf"/><Relationship Id="rId10" Type="http://schemas.openxmlformats.org/officeDocument/2006/relationships/image" Target="../media/image53.wmf"/><Relationship Id="rId1" Type="http://schemas.openxmlformats.org/officeDocument/2006/relationships/image" Target="../media/image180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4.wmf"/><Relationship Id="rId8" Type="http://schemas.openxmlformats.org/officeDocument/2006/relationships/image" Target="../media/image213.wmf"/><Relationship Id="rId7" Type="http://schemas.openxmlformats.org/officeDocument/2006/relationships/image" Target="../media/image212.wmf"/><Relationship Id="rId6" Type="http://schemas.openxmlformats.org/officeDocument/2006/relationships/image" Target="../media/image201.wmf"/><Relationship Id="rId5" Type="http://schemas.openxmlformats.org/officeDocument/2006/relationships/image" Target="../media/image198.wmf"/><Relationship Id="rId4" Type="http://schemas.openxmlformats.org/officeDocument/2006/relationships/image" Target="../media/image211.wmf"/><Relationship Id="rId3" Type="http://schemas.openxmlformats.org/officeDocument/2006/relationships/image" Target="../media/image210.wmf"/><Relationship Id="rId23" Type="http://schemas.openxmlformats.org/officeDocument/2006/relationships/image" Target="../media/image226.wmf"/><Relationship Id="rId22" Type="http://schemas.openxmlformats.org/officeDocument/2006/relationships/image" Target="../media/image225.wmf"/><Relationship Id="rId21" Type="http://schemas.openxmlformats.org/officeDocument/2006/relationships/image" Target="../media/image224.wmf"/><Relationship Id="rId20" Type="http://schemas.openxmlformats.org/officeDocument/2006/relationships/image" Target="../media/image223.wmf"/><Relationship Id="rId2" Type="http://schemas.openxmlformats.org/officeDocument/2006/relationships/image" Target="../media/image209.wmf"/><Relationship Id="rId19" Type="http://schemas.openxmlformats.org/officeDocument/2006/relationships/image" Target="../media/image222.wmf"/><Relationship Id="rId18" Type="http://schemas.openxmlformats.org/officeDocument/2006/relationships/image" Target="../media/image221.wmf"/><Relationship Id="rId17" Type="http://schemas.openxmlformats.org/officeDocument/2006/relationships/image" Target="../media/image220.wmf"/><Relationship Id="rId16" Type="http://schemas.openxmlformats.org/officeDocument/2006/relationships/image" Target="../media/image219.wmf"/><Relationship Id="rId15" Type="http://schemas.openxmlformats.org/officeDocument/2006/relationships/image" Target="../media/image218.wmf"/><Relationship Id="rId14" Type="http://schemas.openxmlformats.org/officeDocument/2006/relationships/image" Target="../media/image217.wmf"/><Relationship Id="rId13" Type="http://schemas.openxmlformats.org/officeDocument/2006/relationships/image" Target="../media/image216.wmf"/><Relationship Id="rId12" Type="http://schemas.openxmlformats.org/officeDocument/2006/relationships/image" Target="../media/image188.wmf"/><Relationship Id="rId11" Type="http://schemas.openxmlformats.org/officeDocument/2006/relationships/image" Target="../media/image215.wmf"/><Relationship Id="rId10" Type="http://schemas.openxmlformats.org/officeDocument/2006/relationships/image" Target="../media/image204.wmf"/><Relationship Id="rId1" Type="http://schemas.openxmlformats.org/officeDocument/2006/relationships/image" Target="../media/image208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7.wmf"/></Relationships>
</file>

<file path=ppt/drawings/_rels/vmlDrawing31.vml.rels><?xml version="1.0" encoding="UTF-8" standalone="yes"?>
<Relationships xmlns="http://schemas.openxmlformats.org/package/2006/relationships"><Relationship Id="rId7" Type="http://schemas.openxmlformats.org/officeDocument/2006/relationships/image" Target="../media/image234.wmf"/><Relationship Id="rId6" Type="http://schemas.openxmlformats.org/officeDocument/2006/relationships/image" Target="../media/image233.wmf"/><Relationship Id="rId5" Type="http://schemas.openxmlformats.org/officeDocument/2006/relationships/image" Target="../media/image232.wmf"/><Relationship Id="rId4" Type="http://schemas.openxmlformats.org/officeDocument/2006/relationships/image" Target="../media/image231.wmf"/><Relationship Id="rId3" Type="http://schemas.openxmlformats.org/officeDocument/2006/relationships/image" Target="../media/image230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wmf"/><Relationship Id="rId2" Type="http://schemas.openxmlformats.org/officeDocument/2006/relationships/image" Target="../media/image236.wmf"/><Relationship Id="rId1" Type="http://schemas.openxmlformats.org/officeDocument/2006/relationships/image" Target="../media/image235.wmf"/></Relationships>
</file>

<file path=ppt/drawings/_rels/vmlDrawing3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1.wmf"/><Relationship Id="rId3" Type="http://schemas.openxmlformats.org/officeDocument/2006/relationships/image" Target="../media/image240.wmf"/><Relationship Id="rId2" Type="http://schemas.openxmlformats.org/officeDocument/2006/relationships/image" Target="../media/image239.wmf"/><Relationship Id="rId1" Type="http://schemas.openxmlformats.org/officeDocument/2006/relationships/image" Target="../media/image238.wmf"/></Relationships>
</file>

<file path=ppt/drawings/_rels/vmlDrawing3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5.wmf"/><Relationship Id="rId3" Type="http://schemas.openxmlformats.org/officeDocument/2006/relationships/image" Target="../media/image244.wmf"/><Relationship Id="rId2" Type="http://schemas.openxmlformats.org/officeDocument/2006/relationships/image" Target="../media/image243.wmf"/><Relationship Id="rId1" Type="http://schemas.openxmlformats.org/officeDocument/2006/relationships/image" Target="../media/image242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wmf"/><Relationship Id="rId2" Type="http://schemas.openxmlformats.org/officeDocument/2006/relationships/image" Target="../media/image247.wmf"/><Relationship Id="rId1" Type="http://schemas.openxmlformats.org/officeDocument/2006/relationships/image" Target="../media/image246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9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9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9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9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2CD54F6-AB54-4F16-8EAB-9E8991767C8D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409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614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819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1024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1229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1433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1638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1843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2048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2253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2457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2662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2867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3072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3277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3481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3686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3891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4096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4301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4505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4710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4915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5120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5325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5529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5734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5939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6144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6349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6553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6758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6963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7168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7373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7987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US" noProof="1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1"/>
              <a:t>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  <a:endParaRPr lang="en-US" noProof="1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1"/>
              <a:t>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1"/>
              <a:t>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1"/>
              <a:t>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  <a:endParaRPr lang="en-US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1"/>
              <a:t>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Only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  <a:endParaRPr lang="en-US" noProof="1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  <a:endParaRPr lang="en-US" noProof="1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</p:spTree>
  </p:cSld>
  <p:clrMapOvr>
    <a:masterClrMapping/>
  </p:clrMapOvr>
  <p:transition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495300"/>
            <a:ext cx="1985962" cy="568166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95300"/>
            <a:ext cx="5805488" cy="56816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050"/>
          <p:cNvSpPr>
            <a:spLocks noGrp="1"/>
          </p:cNvSpPr>
          <p:nvPr>
            <p:ph type="title"/>
          </p:nvPr>
        </p:nvSpPr>
        <p:spPr>
          <a:xfrm>
            <a:off x="800100" y="4953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AutoShape 205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6858000" y="6172200"/>
            <a:ext cx="457200" cy="3810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AutoShape 205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543800" y="6121400"/>
            <a:ext cx="457200" cy="4572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AutoShape 2053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8267700" y="6172200"/>
            <a:ext cx="457200" cy="3810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wip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6.xml"/><Relationship Id="rId4" Type="http://schemas.openxmlformats.org/officeDocument/2006/relationships/slide" Target="slide40.xml"/><Relationship Id="rId3" Type="http://schemas.openxmlformats.org/officeDocument/2006/relationships/slide" Target="slide26.xml"/><Relationship Id="rId2" Type="http://schemas.openxmlformats.org/officeDocument/2006/relationships/slide" Target="slide22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17" Type="http://schemas.openxmlformats.org/officeDocument/2006/relationships/notesSlide" Target="../notesSlides/notesSlide4.xml"/><Relationship Id="rId16" Type="http://schemas.openxmlformats.org/officeDocument/2006/relationships/vmlDrawing" Target="../drawings/vmlDrawing1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10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8.e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1.wmf"/><Relationship Id="rId13" Type="http://schemas.openxmlformats.org/officeDocument/2006/relationships/notesSlide" Target="../notesSlides/notesSlide5.xml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4.bin"/><Relationship Id="rId22" Type="http://schemas.openxmlformats.org/officeDocument/2006/relationships/notesSlide" Target="../notesSlides/notesSlide6.xml"/><Relationship Id="rId21" Type="http://schemas.openxmlformats.org/officeDocument/2006/relationships/vmlDrawing" Target="../drawings/vmlDrawing3.vml"/><Relationship Id="rId20" Type="http://schemas.openxmlformats.org/officeDocument/2006/relationships/slideLayout" Target="../slideLayouts/slideLayout6.xml"/><Relationship Id="rId2" Type="http://schemas.openxmlformats.org/officeDocument/2006/relationships/image" Target="../media/image16.wmf"/><Relationship Id="rId19" Type="http://schemas.openxmlformats.org/officeDocument/2006/relationships/image" Target="../media/image25.wmf"/><Relationship Id="rId18" Type="http://schemas.openxmlformats.org/officeDocument/2006/relationships/image" Target="../media/image24.wmf"/><Relationship Id="rId17" Type="http://schemas.openxmlformats.org/officeDocument/2006/relationships/oleObject" Target="../embeddings/oleObject21.bin"/><Relationship Id="rId16" Type="http://schemas.openxmlformats.org/officeDocument/2006/relationships/image" Target="../media/image23.wmf"/><Relationship Id="rId15" Type="http://schemas.openxmlformats.org/officeDocument/2006/relationships/oleObject" Target="../embeddings/oleObject20.bin"/><Relationship Id="rId14" Type="http://schemas.openxmlformats.org/officeDocument/2006/relationships/image" Target="../media/image22.wmf"/><Relationship Id="rId13" Type="http://schemas.openxmlformats.org/officeDocument/2006/relationships/oleObject" Target="../embeddings/oleObject19.bin"/><Relationship Id="rId12" Type="http://schemas.openxmlformats.org/officeDocument/2006/relationships/image" Target="../media/image21.wmf"/><Relationship Id="rId11" Type="http://schemas.openxmlformats.org/officeDocument/2006/relationships/oleObject" Target="../embeddings/oleObject18.bin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9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6.wmf"/><Relationship Id="rId13" Type="http://schemas.openxmlformats.org/officeDocument/2006/relationships/notesSlide" Target="../notesSlides/notesSlide7.xml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30.wmf"/><Relationship Id="rId1" Type="http://schemas.openxmlformats.org/officeDocument/2006/relationships/oleObject" Target="../embeddings/oleObject22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31.wmf"/><Relationship Id="rId13" Type="http://schemas.openxmlformats.org/officeDocument/2006/relationships/notesSlide" Target="../notesSlides/notesSlide8.xml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35.wmf"/><Relationship Id="rId1" Type="http://schemas.openxmlformats.org/officeDocument/2006/relationships/oleObject" Target="../embeddings/oleObject27.bin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6.emf"/><Relationship Id="rId1" Type="http://schemas.openxmlformats.org/officeDocument/2006/relationships/oleObject" Target="../embeddings/oleObject32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wmf"/><Relationship Id="rId8" Type="http://schemas.openxmlformats.org/officeDocument/2006/relationships/oleObject" Target="../embeddings/oleObject35.bin"/><Relationship Id="rId7" Type="http://schemas.openxmlformats.org/officeDocument/2006/relationships/tags" Target="../tags/tag5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4.bin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10.xml"/><Relationship Id="rId11" Type="http://schemas.openxmlformats.org/officeDocument/2006/relationships/vmlDrawing" Target="../drawings/vmlDrawing7.v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43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1.wmf"/><Relationship Id="rId31" Type="http://schemas.openxmlformats.org/officeDocument/2006/relationships/notesSlide" Target="../notesSlides/notesSlide11.xml"/><Relationship Id="rId30" Type="http://schemas.openxmlformats.org/officeDocument/2006/relationships/vmlDrawing" Target="../drawings/vmlDrawing8.vml"/><Relationship Id="rId3" Type="http://schemas.openxmlformats.org/officeDocument/2006/relationships/oleObject" Target="../embeddings/oleObject37.bin"/><Relationship Id="rId29" Type="http://schemas.openxmlformats.org/officeDocument/2006/relationships/slideLayout" Target="../slideLayouts/slideLayout6.xml"/><Relationship Id="rId28" Type="http://schemas.openxmlformats.org/officeDocument/2006/relationships/image" Target="../media/image53.wmf"/><Relationship Id="rId27" Type="http://schemas.openxmlformats.org/officeDocument/2006/relationships/oleObject" Target="../embeddings/oleObject49.bin"/><Relationship Id="rId26" Type="http://schemas.openxmlformats.org/officeDocument/2006/relationships/image" Target="../media/image52.wmf"/><Relationship Id="rId25" Type="http://schemas.openxmlformats.org/officeDocument/2006/relationships/oleObject" Target="../embeddings/oleObject48.bin"/><Relationship Id="rId24" Type="http://schemas.openxmlformats.org/officeDocument/2006/relationships/image" Target="../media/image51.wmf"/><Relationship Id="rId23" Type="http://schemas.openxmlformats.org/officeDocument/2006/relationships/oleObject" Target="../embeddings/oleObject47.bin"/><Relationship Id="rId22" Type="http://schemas.openxmlformats.org/officeDocument/2006/relationships/image" Target="../media/image50.wmf"/><Relationship Id="rId21" Type="http://schemas.openxmlformats.org/officeDocument/2006/relationships/oleObject" Target="../embeddings/oleObject46.bin"/><Relationship Id="rId20" Type="http://schemas.openxmlformats.org/officeDocument/2006/relationships/image" Target="../media/image49.wmf"/><Relationship Id="rId2" Type="http://schemas.openxmlformats.org/officeDocument/2006/relationships/image" Target="../media/image40.wmf"/><Relationship Id="rId19" Type="http://schemas.openxmlformats.org/officeDocument/2006/relationships/oleObject" Target="../embeddings/oleObject45.bin"/><Relationship Id="rId18" Type="http://schemas.openxmlformats.org/officeDocument/2006/relationships/image" Target="../media/image48.emf"/><Relationship Id="rId17" Type="http://schemas.openxmlformats.org/officeDocument/2006/relationships/oleObject" Target="../embeddings/oleObject44.bin"/><Relationship Id="rId16" Type="http://schemas.openxmlformats.org/officeDocument/2006/relationships/image" Target="../media/image47.emf"/><Relationship Id="rId15" Type="http://schemas.openxmlformats.org/officeDocument/2006/relationships/oleObject" Target="../embeddings/oleObject43.bin"/><Relationship Id="rId14" Type="http://schemas.openxmlformats.org/officeDocument/2006/relationships/image" Target="../media/image46.wmf"/><Relationship Id="rId13" Type="http://schemas.openxmlformats.org/officeDocument/2006/relationships/oleObject" Target="../embeddings/oleObject42.bin"/><Relationship Id="rId12" Type="http://schemas.openxmlformats.org/officeDocument/2006/relationships/image" Target="../media/image45.w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44.wmf"/><Relationship Id="rId1" Type="http://schemas.openxmlformats.org/officeDocument/2006/relationships/oleObject" Target="../embeddings/oleObject36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2" Type="http://schemas.openxmlformats.org/officeDocument/2006/relationships/notesSlide" Target="../notesSlides/notesSlide12.xml"/><Relationship Id="rId51" Type="http://schemas.openxmlformats.org/officeDocument/2006/relationships/vmlDrawing" Target="../drawings/vmlDrawing9.vml"/><Relationship Id="rId50" Type="http://schemas.openxmlformats.org/officeDocument/2006/relationships/slideLayout" Target="../slideLayouts/slideLayout6.xml"/><Relationship Id="rId5" Type="http://schemas.openxmlformats.org/officeDocument/2006/relationships/tags" Target="../tags/tag8.xml"/><Relationship Id="rId49" Type="http://schemas.openxmlformats.org/officeDocument/2006/relationships/tags" Target="../tags/tag30.xml"/><Relationship Id="rId48" Type="http://schemas.openxmlformats.org/officeDocument/2006/relationships/image" Target="../media/image64.wmf"/><Relationship Id="rId47" Type="http://schemas.openxmlformats.org/officeDocument/2006/relationships/oleObject" Target="../embeddings/oleObject62.bin"/><Relationship Id="rId46" Type="http://schemas.openxmlformats.org/officeDocument/2006/relationships/tags" Target="../tags/tag29.xml"/><Relationship Id="rId45" Type="http://schemas.openxmlformats.org/officeDocument/2006/relationships/image" Target="../media/image63.wmf"/><Relationship Id="rId44" Type="http://schemas.openxmlformats.org/officeDocument/2006/relationships/oleObject" Target="../embeddings/oleObject61.bin"/><Relationship Id="rId43" Type="http://schemas.openxmlformats.org/officeDocument/2006/relationships/tags" Target="../tags/tag28.xml"/><Relationship Id="rId42" Type="http://schemas.openxmlformats.org/officeDocument/2006/relationships/image" Target="../media/image62.wmf"/><Relationship Id="rId41" Type="http://schemas.openxmlformats.org/officeDocument/2006/relationships/oleObject" Target="../embeddings/oleObject60.bin"/><Relationship Id="rId40" Type="http://schemas.openxmlformats.org/officeDocument/2006/relationships/tags" Target="../tags/tag27.xml"/><Relationship Id="rId4" Type="http://schemas.openxmlformats.org/officeDocument/2006/relationships/tags" Target="../tags/tag7.xml"/><Relationship Id="rId39" Type="http://schemas.openxmlformats.org/officeDocument/2006/relationships/image" Target="../media/image61.wmf"/><Relationship Id="rId38" Type="http://schemas.openxmlformats.org/officeDocument/2006/relationships/oleObject" Target="../embeddings/oleObject59.bin"/><Relationship Id="rId37" Type="http://schemas.openxmlformats.org/officeDocument/2006/relationships/tags" Target="../tags/tag26.xml"/><Relationship Id="rId36" Type="http://schemas.openxmlformats.org/officeDocument/2006/relationships/oleObject" Target="../embeddings/oleObject58.bin"/><Relationship Id="rId35" Type="http://schemas.openxmlformats.org/officeDocument/2006/relationships/tags" Target="../tags/tag25.xml"/><Relationship Id="rId34" Type="http://schemas.openxmlformats.org/officeDocument/2006/relationships/oleObject" Target="../embeddings/oleObject57.bin"/><Relationship Id="rId33" Type="http://schemas.openxmlformats.org/officeDocument/2006/relationships/tags" Target="../tags/tag24.xml"/><Relationship Id="rId32" Type="http://schemas.openxmlformats.org/officeDocument/2006/relationships/tags" Target="../tags/tag23.xml"/><Relationship Id="rId31" Type="http://schemas.openxmlformats.org/officeDocument/2006/relationships/tags" Target="../tags/tag22.xml"/><Relationship Id="rId30" Type="http://schemas.openxmlformats.org/officeDocument/2006/relationships/tags" Target="../tags/tag21.xml"/><Relationship Id="rId3" Type="http://schemas.openxmlformats.org/officeDocument/2006/relationships/image" Target="../media/image54.wmf"/><Relationship Id="rId29" Type="http://schemas.openxmlformats.org/officeDocument/2006/relationships/tags" Target="../tags/tag20.xml"/><Relationship Id="rId28" Type="http://schemas.openxmlformats.org/officeDocument/2006/relationships/tags" Target="../tags/tag19.xml"/><Relationship Id="rId27" Type="http://schemas.openxmlformats.org/officeDocument/2006/relationships/image" Target="../media/image60.wmf"/><Relationship Id="rId26" Type="http://schemas.openxmlformats.org/officeDocument/2006/relationships/oleObject" Target="../embeddings/oleObject56.bin"/><Relationship Id="rId25" Type="http://schemas.openxmlformats.org/officeDocument/2006/relationships/tags" Target="../tags/tag18.xml"/><Relationship Id="rId24" Type="http://schemas.openxmlformats.org/officeDocument/2006/relationships/image" Target="../media/image59.wmf"/><Relationship Id="rId23" Type="http://schemas.openxmlformats.org/officeDocument/2006/relationships/oleObject" Target="../embeddings/oleObject55.bin"/><Relationship Id="rId22" Type="http://schemas.openxmlformats.org/officeDocument/2006/relationships/tags" Target="../tags/tag17.xml"/><Relationship Id="rId21" Type="http://schemas.openxmlformats.org/officeDocument/2006/relationships/image" Target="../media/image58.wmf"/><Relationship Id="rId20" Type="http://schemas.openxmlformats.org/officeDocument/2006/relationships/oleObject" Target="../embeddings/oleObject54.bin"/><Relationship Id="rId2" Type="http://schemas.openxmlformats.org/officeDocument/2006/relationships/oleObject" Target="../embeddings/oleObject50.bin"/><Relationship Id="rId19" Type="http://schemas.openxmlformats.org/officeDocument/2006/relationships/tags" Target="../tags/tag16.xml"/><Relationship Id="rId18" Type="http://schemas.openxmlformats.org/officeDocument/2006/relationships/image" Target="../media/image57.wmf"/><Relationship Id="rId17" Type="http://schemas.openxmlformats.org/officeDocument/2006/relationships/oleObject" Target="../embeddings/oleObject53.bin"/><Relationship Id="rId16" Type="http://schemas.openxmlformats.org/officeDocument/2006/relationships/tags" Target="../tags/tag15.xml"/><Relationship Id="rId15" Type="http://schemas.openxmlformats.org/officeDocument/2006/relationships/image" Target="../media/image56.wmf"/><Relationship Id="rId14" Type="http://schemas.openxmlformats.org/officeDocument/2006/relationships/oleObject" Target="../embeddings/oleObject52.bin"/><Relationship Id="rId13" Type="http://schemas.openxmlformats.org/officeDocument/2006/relationships/tags" Target="../tags/tag14.xml"/><Relationship Id="rId12" Type="http://schemas.openxmlformats.org/officeDocument/2006/relationships/image" Target="../media/image55.wmf"/><Relationship Id="rId11" Type="http://schemas.openxmlformats.org/officeDocument/2006/relationships/oleObject" Target="../embeddings/oleObject51.bin"/><Relationship Id="rId10" Type="http://schemas.openxmlformats.org/officeDocument/2006/relationships/tags" Target="../tags/tag13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65.wmf"/><Relationship Id="rId1" Type="http://schemas.openxmlformats.org/officeDocument/2006/relationships/oleObject" Target="../embeddings/oleObject63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67.bin"/><Relationship Id="rId21" Type="http://schemas.openxmlformats.org/officeDocument/2006/relationships/notesSlide" Target="../notesSlides/notesSlide14.xml"/><Relationship Id="rId20" Type="http://schemas.openxmlformats.org/officeDocument/2006/relationships/vmlDrawing" Target="../drawings/vmlDrawing11.vml"/><Relationship Id="rId2" Type="http://schemas.openxmlformats.org/officeDocument/2006/relationships/image" Target="../media/image68.wmf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76.wmf"/><Relationship Id="rId17" Type="http://schemas.openxmlformats.org/officeDocument/2006/relationships/oleObject" Target="../embeddings/oleObject74.bin"/><Relationship Id="rId16" Type="http://schemas.openxmlformats.org/officeDocument/2006/relationships/image" Target="../media/image75.wmf"/><Relationship Id="rId15" Type="http://schemas.openxmlformats.org/officeDocument/2006/relationships/oleObject" Target="../embeddings/oleObject73.bin"/><Relationship Id="rId14" Type="http://schemas.openxmlformats.org/officeDocument/2006/relationships/image" Target="../media/image74.wmf"/><Relationship Id="rId13" Type="http://schemas.openxmlformats.org/officeDocument/2006/relationships/oleObject" Target="../embeddings/oleObject72.bin"/><Relationship Id="rId12" Type="http://schemas.openxmlformats.org/officeDocument/2006/relationships/image" Target="../media/image73.wmf"/><Relationship Id="rId11" Type="http://schemas.openxmlformats.org/officeDocument/2006/relationships/oleObject" Target="../embeddings/oleObject71.bin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66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80.wmf"/><Relationship Id="rId7" Type="http://schemas.openxmlformats.org/officeDocument/2006/relationships/oleObject" Target="../embeddings/oleObject78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76.bin"/><Relationship Id="rId2" Type="http://schemas.openxmlformats.org/officeDocument/2006/relationships/image" Target="../media/image77.wmf"/><Relationship Id="rId11" Type="http://schemas.openxmlformats.org/officeDocument/2006/relationships/notesSlide" Target="../notesSlides/notesSlide15.xml"/><Relationship Id="rId10" Type="http://schemas.openxmlformats.org/officeDocument/2006/relationships/vmlDrawing" Target="../drawings/vmlDrawing12.vml"/><Relationship Id="rId1" Type="http://schemas.openxmlformats.org/officeDocument/2006/relationships/oleObject" Target="../embeddings/oleObject75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80.bin"/><Relationship Id="rId2" Type="http://schemas.openxmlformats.org/officeDocument/2006/relationships/image" Target="../media/image81.wmf"/><Relationship Id="rId1" Type="http://schemas.openxmlformats.org/officeDocument/2006/relationships/oleObject" Target="../embeddings/oleObject79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6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84.wmf"/><Relationship Id="rId17" Type="http://schemas.openxmlformats.org/officeDocument/2006/relationships/notesSlide" Target="../notesSlides/notesSlide17.xml"/><Relationship Id="rId16" Type="http://schemas.openxmlformats.org/officeDocument/2006/relationships/vmlDrawing" Target="../drawings/vmlDrawing14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90.wmf"/><Relationship Id="rId13" Type="http://schemas.openxmlformats.org/officeDocument/2006/relationships/oleObject" Target="../embeddings/oleObject88.bin"/><Relationship Id="rId12" Type="http://schemas.openxmlformats.org/officeDocument/2006/relationships/image" Target="../media/image89.wmf"/><Relationship Id="rId11" Type="http://schemas.openxmlformats.org/officeDocument/2006/relationships/oleObject" Target="../embeddings/oleObject87.bin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82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94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93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92.wmf"/><Relationship Id="rId3" Type="http://schemas.openxmlformats.org/officeDocument/2006/relationships/oleObject" Target="../embeddings/oleObject90.bin"/><Relationship Id="rId23" Type="http://schemas.openxmlformats.org/officeDocument/2006/relationships/notesSlide" Target="../notesSlides/notesSlide18.xml"/><Relationship Id="rId22" Type="http://schemas.openxmlformats.org/officeDocument/2006/relationships/vmlDrawing" Target="../drawings/vmlDrawing15.vml"/><Relationship Id="rId21" Type="http://schemas.openxmlformats.org/officeDocument/2006/relationships/slideLayout" Target="../slideLayouts/slideLayout6.xml"/><Relationship Id="rId20" Type="http://schemas.openxmlformats.org/officeDocument/2006/relationships/image" Target="../media/image100.wmf"/><Relationship Id="rId2" Type="http://schemas.openxmlformats.org/officeDocument/2006/relationships/image" Target="../media/image91.wmf"/><Relationship Id="rId19" Type="http://schemas.openxmlformats.org/officeDocument/2006/relationships/oleObject" Target="../embeddings/oleObject98.bin"/><Relationship Id="rId18" Type="http://schemas.openxmlformats.org/officeDocument/2006/relationships/image" Target="../media/image99.wmf"/><Relationship Id="rId17" Type="http://schemas.openxmlformats.org/officeDocument/2006/relationships/oleObject" Target="../embeddings/oleObject97.bin"/><Relationship Id="rId16" Type="http://schemas.openxmlformats.org/officeDocument/2006/relationships/image" Target="../media/image98.wmf"/><Relationship Id="rId15" Type="http://schemas.openxmlformats.org/officeDocument/2006/relationships/oleObject" Target="../embeddings/oleObject96.bin"/><Relationship Id="rId14" Type="http://schemas.openxmlformats.org/officeDocument/2006/relationships/image" Target="../media/image97.wmf"/><Relationship Id="rId13" Type="http://schemas.openxmlformats.org/officeDocument/2006/relationships/oleObject" Target="../embeddings/oleObject95.bin"/><Relationship Id="rId12" Type="http://schemas.openxmlformats.org/officeDocument/2006/relationships/image" Target="../media/image96.wmf"/><Relationship Id="rId11" Type="http://schemas.openxmlformats.org/officeDocument/2006/relationships/oleObject" Target="../embeddings/oleObject94.bin"/><Relationship Id="rId10" Type="http://schemas.openxmlformats.org/officeDocument/2006/relationships/image" Target="../media/image95.wmf"/><Relationship Id="rId1" Type="http://schemas.openxmlformats.org/officeDocument/2006/relationships/oleObject" Target="../embeddings/oleObject89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3.bin"/><Relationship Id="rId8" Type="http://schemas.openxmlformats.org/officeDocument/2006/relationships/image" Target="../media/image104.wmf"/><Relationship Id="rId7" Type="http://schemas.openxmlformats.org/officeDocument/2006/relationships/oleObject" Target="../embeddings/oleObject102.bin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100.bin"/><Relationship Id="rId2" Type="http://schemas.openxmlformats.org/officeDocument/2006/relationships/image" Target="../media/image101.wmf"/><Relationship Id="rId17" Type="http://schemas.openxmlformats.org/officeDocument/2006/relationships/notesSlide" Target="../notesSlides/notesSlide19.xml"/><Relationship Id="rId16" Type="http://schemas.openxmlformats.org/officeDocument/2006/relationships/vmlDrawing" Target="../drawings/vmlDrawing16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107.wmf"/><Relationship Id="rId13" Type="http://schemas.openxmlformats.org/officeDocument/2006/relationships/oleObject" Target="../embeddings/oleObject105.bin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104.bin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99.bin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8.wmf"/><Relationship Id="rId1" Type="http://schemas.openxmlformats.org/officeDocument/2006/relationships/oleObject" Target="../embeddings/oleObject106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1.bin"/><Relationship Id="rId8" Type="http://schemas.openxmlformats.org/officeDocument/2006/relationships/image" Target="../media/image112.wmf"/><Relationship Id="rId7" Type="http://schemas.openxmlformats.org/officeDocument/2006/relationships/oleObject" Target="../embeddings/oleObject110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110.wmf"/><Relationship Id="rId3" Type="http://schemas.openxmlformats.org/officeDocument/2006/relationships/oleObject" Target="../embeddings/oleObject108.bin"/><Relationship Id="rId2" Type="http://schemas.openxmlformats.org/officeDocument/2006/relationships/image" Target="../media/image109.wmf"/><Relationship Id="rId13" Type="http://schemas.openxmlformats.org/officeDocument/2006/relationships/notesSlide" Target="../notesSlides/notesSlide21.xml"/><Relationship Id="rId12" Type="http://schemas.openxmlformats.org/officeDocument/2006/relationships/vmlDrawing" Target="../drawings/vmlDrawing18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13.wmf"/><Relationship Id="rId1" Type="http://schemas.openxmlformats.org/officeDocument/2006/relationships/oleObject" Target="../embeddings/oleObject107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6.bin"/><Relationship Id="rId8" Type="http://schemas.openxmlformats.org/officeDocument/2006/relationships/image" Target="../media/image117.wmf"/><Relationship Id="rId7" Type="http://schemas.openxmlformats.org/officeDocument/2006/relationships/oleObject" Target="../embeddings/oleObject115.bin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15.wmf"/><Relationship Id="rId3" Type="http://schemas.openxmlformats.org/officeDocument/2006/relationships/oleObject" Target="../embeddings/oleObject113.bin"/><Relationship Id="rId21" Type="http://schemas.openxmlformats.org/officeDocument/2006/relationships/notesSlide" Target="../notesSlides/notesSlide22.xml"/><Relationship Id="rId20" Type="http://schemas.openxmlformats.org/officeDocument/2006/relationships/vmlDrawing" Target="../drawings/vmlDrawing19.vml"/><Relationship Id="rId2" Type="http://schemas.openxmlformats.org/officeDocument/2006/relationships/image" Target="../media/image114.wmf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122.wmf"/><Relationship Id="rId17" Type="http://schemas.openxmlformats.org/officeDocument/2006/relationships/oleObject" Target="../embeddings/oleObject120.bin"/><Relationship Id="rId16" Type="http://schemas.openxmlformats.org/officeDocument/2006/relationships/image" Target="../media/image121.wmf"/><Relationship Id="rId15" Type="http://schemas.openxmlformats.org/officeDocument/2006/relationships/oleObject" Target="../embeddings/oleObject119.bin"/><Relationship Id="rId14" Type="http://schemas.openxmlformats.org/officeDocument/2006/relationships/image" Target="../media/image120.wmf"/><Relationship Id="rId13" Type="http://schemas.openxmlformats.org/officeDocument/2006/relationships/oleObject" Target="../embeddings/oleObject118.bin"/><Relationship Id="rId12" Type="http://schemas.openxmlformats.org/officeDocument/2006/relationships/image" Target="../media/image119.wmf"/><Relationship Id="rId11" Type="http://schemas.openxmlformats.org/officeDocument/2006/relationships/oleObject" Target="../embeddings/oleObject117.bin"/><Relationship Id="rId10" Type="http://schemas.openxmlformats.org/officeDocument/2006/relationships/image" Target="../media/image118.wmf"/><Relationship Id="rId1" Type="http://schemas.openxmlformats.org/officeDocument/2006/relationships/oleObject" Target="../embeddings/oleObject112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5.bin"/><Relationship Id="rId8" Type="http://schemas.openxmlformats.org/officeDocument/2006/relationships/image" Target="../media/image126.wmf"/><Relationship Id="rId7" Type="http://schemas.openxmlformats.org/officeDocument/2006/relationships/oleObject" Target="../embeddings/oleObject124.bin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24.wmf"/><Relationship Id="rId3" Type="http://schemas.openxmlformats.org/officeDocument/2006/relationships/oleObject" Target="../embeddings/oleObject122.bin"/><Relationship Id="rId2" Type="http://schemas.openxmlformats.org/officeDocument/2006/relationships/image" Target="../media/image123.wmf"/><Relationship Id="rId13" Type="http://schemas.openxmlformats.org/officeDocument/2006/relationships/notesSlide" Target="../notesSlides/notesSlide23.xml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27.wmf"/><Relationship Id="rId1" Type="http://schemas.openxmlformats.org/officeDocument/2006/relationships/oleObject" Target="../embeddings/oleObject121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31.wmf"/><Relationship Id="rId7" Type="http://schemas.openxmlformats.org/officeDocument/2006/relationships/oleObject" Target="../embeddings/oleObject129.bin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29.wmf"/><Relationship Id="rId3" Type="http://schemas.openxmlformats.org/officeDocument/2006/relationships/oleObject" Target="../embeddings/oleObject127.bin"/><Relationship Id="rId2" Type="http://schemas.openxmlformats.org/officeDocument/2006/relationships/image" Target="../media/image128.wmf"/><Relationship Id="rId11" Type="http://schemas.openxmlformats.org/officeDocument/2006/relationships/notesSlide" Target="../notesSlides/notesSlide24.xml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126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4.bin"/><Relationship Id="rId8" Type="http://schemas.openxmlformats.org/officeDocument/2006/relationships/image" Target="../media/image135.wmf"/><Relationship Id="rId7" Type="http://schemas.openxmlformats.org/officeDocument/2006/relationships/oleObject" Target="../embeddings/oleObject133.bin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33.wmf"/><Relationship Id="rId3" Type="http://schemas.openxmlformats.org/officeDocument/2006/relationships/oleObject" Target="../embeddings/oleObject131.bin"/><Relationship Id="rId2" Type="http://schemas.openxmlformats.org/officeDocument/2006/relationships/image" Target="../media/image132.wmf"/><Relationship Id="rId19" Type="http://schemas.openxmlformats.org/officeDocument/2006/relationships/notesSlide" Target="../notesSlides/notesSlide25.xml"/><Relationship Id="rId18" Type="http://schemas.openxmlformats.org/officeDocument/2006/relationships/vmlDrawing" Target="../drawings/vmlDrawing22.vml"/><Relationship Id="rId17" Type="http://schemas.openxmlformats.org/officeDocument/2006/relationships/slideLayout" Target="../slideLayouts/slideLayout6.xml"/><Relationship Id="rId16" Type="http://schemas.openxmlformats.org/officeDocument/2006/relationships/image" Target="../media/image139.wmf"/><Relationship Id="rId15" Type="http://schemas.openxmlformats.org/officeDocument/2006/relationships/oleObject" Target="../embeddings/oleObject137.bin"/><Relationship Id="rId14" Type="http://schemas.openxmlformats.org/officeDocument/2006/relationships/image" Target="../media/image138.wmf"/><Relationship Id="rId13" Type="http://schemas.openxmlformats.org/officeDocument/2006/relationships/oleObject" Target="../embeddings/oleObject136.bin"/><Relationship Id="rId12" Type="http://schemas.openxmlformats.org/officeDocument/2006/relationships/image" Target="../media/image137.wmf"/><Relationship Id="rId11" Type="http://schemas.openxmlformats.org/officeDocument/2006/relationships/oleObject" Target="../embeddings/oleObject135.bin"/><Relationship Id="rId10" Type="http://schemas.openxmlformats.org/officeDocument/2006/relationships/image" Target="../media/image136.wmf"/><Relationship Id="rId1" Type="http://schemas.openxmlformats.org/officeDocument/2006/relationships/oleObject" Target="../embeddings/oleObject130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2.bin"/><Relationship Id="rId8" Type="http://schemas.openxmlformats.org/officeDocument/2006/relationships/image" Target="../media/image143.wmf"/><Relationship Id="rId7" Type="http://schemas.openxmlformats.org/officeDocument/2006/relationships/oleObject" Target="../embeddings/oleObject141.bin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41.wmf"/><Relationship Id="rId33" Type="http://schemas.openxmlformats.org/officeDocument/2006/relationships/notesSlide" Target="../notesSlides/notesSlide26.xml"/><Relationship Id="rId32" Type="http://schemas.openxmlformats.org/officeDocument/2006/relationships/vmlDrawing" Target="../drawings/vmlDrawing23.vml"/><Relationship Id="rId31" Type="http://schemas.openxmlformats.org/officeDocument/2006/relationships/slideLayout" Target="../slideLayouts/slideLayout6.xml"/><Relationship Id="rId30" Type="http://schemas.openxmlformats.org/officeDocument/2006/relationships/image" Target="../media/image153.wmf"/><Relationship Id="rId3" Type="http://schemas.openxmlformats.org/officeDocument/2006/relationships/oleObject" Target="../embeddings/oleObject139.bin"/><Relationship Id="rId29" Type="http://schemas.openxmlformats.org/officeDocument/2006/relationships/oleObject" Target="../embeddings/oleObject152.bin"/><Relationship Id="rId28" Type="http://schemas.openxmlformats.org/officeDocument/2006/relationships/image" Target="../media/image152.wmf"/><Relationship Id="rId27" Type="http://schemas.openxmlformats.org/officeDocument/2006/relationships/oleObject" Target="../embeddings/oleObject151.bin"/><Relationship Id="rId26" Type="http://schemas.openxmlformats.org/officeDocument/2006/relationships/image" Target="../media/image151.wmf"/><Relationship Id="rId25" Type="http://schemas.openxmlformats.org/officeDocument/2006/relationships/oleObject" Target="../embeddings/oleObject150.bin"/><Relationship Id="rId24" Type="http://schemas.openxmlformats.org/officeDocument/2006/relationships/image" Target="../media/image150.wmf"/><Relationship Id="rId23" Type="http://schemas.openxmlformats.org/officeDocument/2006/relationships/oleObject" Target="../embeddings/oleObject149.bin"/><Relationship Id="rId22" Type="http://schemas.openxmlformats.org/officeDocument/2006/relationships/image" Target="../media/image53.wmf"/><Relationship Id="rId21" Type="http://schemas.openxmlformats.org/officeDocument/2006/relationships/oleObject" Target="../embeddings/oleObject148.bin"/><Relationship Id="rId20" Type="http://schemas.openxmlformats.org/officeDocument/2006/relationships/image" Target="../media/image149.wmf"/><Relationship Id="rId2" Type="http://schemas.openxmlformats.org/officeDocument/2006/relationships/image" Target="../media/image140.wmf"/><Relationship Id="rId19" Type="http://schemas.openxmlformats.org/officeDocument/2006/relationships/oleObject" Target="../embeddings/oleObject147.bin"/><Relationship Id="rId18" Type="http://schemas.openxmlformats.org/officeDocument/2006/relationships/image" Target="../media/image148.wmf"/><Relationship Id="rId17" Type="http://schemas.openxmlformats.org/officeDocument/2006/relationships/oleObject" Target="../embeddings/oleObject146.bin"/><Relationship Id="rId16" Type="http://schemas.openxmlformats.org/officeDocument/2006/relationships/image" Target="../media/image147.wmf"/><Relationship Id="rId15" Type="http://schemas.openxmlformats.org/officeDocument/2006/relationships/oleObject" Target="../embeddings/oleObject145.bin"/><Relationship Id="rId14" Type="http://schemas.openxmlformats.org/officeDocument/2006/relationships/image" Target="../media/image146.wmf"/><Relationship Id="rId13" Type="http://schemas.openxmlformats.org/officeDocument/2006/relationships/oleObject" Target="../embeddings/oleObject144.bin"/><Relationship Id="rId12" Type="http://schemas.openxmlformats.org/officeDocument/2006/relationships/image" Target="../media/image145.wmf"/><Relationship Id="rId11" Type="http://schemas.openxmlformats.org/officeDocument/2006/relationships/oleObject" Target="../embeddings/oleObject143.bin"/><Relationship Id="rId10" Type="http://schemas.openxmlformats.org/officeDocument/2006/relationships/image" Target="../media/image144.wmf"/><Relationship Id="rId1" Type="http://schemas.openxmlformats.org/officeDocument/2006/relationships/oleObject" Target="../embeddings/oleObject138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7.bin"/><Relationship Id="rId8" Type="http://schemas.openxmlformats.org/officeDocument/2006/relationships/image" Target="../media/image157.wmf"/><Relationship Id="rId7" Type="http://schemas.openxmlformats.org/officeDocument/2006/relationships/oleObject" Target="../embeddings/oleObject156.bin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55.wmf"/><Relationship Id="rId3" Type="http://schemas.openxmlformats.org/officeDocument/2006/relationships/oleObject" Target="../embeddings/oleObject154.bin"/><Relationship Id="rId2" Type="http://schemas.openxmlformats.org/officeDocument/2006/relationships/image" Target="../media/image154.wmf"/><Relationship Id="rId15" Type="http://schemas.openxmlformats.org/officeDocument/2006/relationships/notesSlide" Target="../notesSlides/notesSlide27.xml"/><Relationship Id="rId14" Type="http://schemas.openxmlformats.org/officeDocument/2006/relationships/vmlDrawing" Target="../drawings/vmlDrawing24.v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159.emf"/><Relationship Id="rId11" Type="http://schemas.openxmlformats.org/officeDocument/2006/relationships/oleObject" Target="../embeddings/oleObject158.bin"/><Relationship Id="rId10" Type="http://schemas.openxmlformats.org/officeDocument/2006/relationships/image" Target="../media/image158.wmf"/><Relationship Id="rId1" Type="http://schemas.openxmlformats.org/officeDocument/2006/relationships/oleObject" Target="../embeddings/oleObject153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vmlDrawing" Target="../drawings/vmlDrawing25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62.w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61.w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60.emf"/><Relationship Id="rId1" Type="http://schemas.openxmlformats.org/officeDocument/2006/relationships/oleObject" Target="../embeddings/oleObject159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vmlDrawing" Target="../drawings/vmlDrawing26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64.wmf"/><Relationship Id="rId3" Type="http://schemas.openxmlformats.org/officeDocument/2006/relationships/oleObject" Target="../embeddings/oleObject163.bin"/><Relationship Id="rId2" Type="http://schemas.openxmlformats.org/officeDocument/2006/relationships/image" Target="../media/image163.emf"/><Relationship Id="rId1" Type="http://schemas.openxmlformats.org/officeDocument/2006/relationships/oleObject" Target="../embeddings/oleObject162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9.bin"/><Relationship Id="rId8" Type="http://schemas.openxmlformats.org/officeDocument/2006/relationships/image" Target="../media/image167.wmf"/><Relationship Id="rId7" Type="http://schemas.openxmlformats.org/officeDocument/2006/relationships/oleObject" Target="../embeddings/oleObject168.bin"/><Relationship Id="rId6" Type="http://schemas.openxmlformats.org/officeDocument/2006/relationships/image" Target="../media/image166.wmf"/><Relationship Id="rId5" Type="http://schemas.openxmlformats.org/officeDocument/2006/relationships/oleObject" Target="../embeddings/oleObject167.bin"/><Relationship Id="rId46" Type="http://schemas.openxmlformats.org/officeDocument/2006/relationships/notesSlide" Target="../notesSlides/notesSlide30.xml"/><Relationship Id="rId45" Type="http://schemas.openxmlformats.org/officeDocument/2006/relationships/vmlDrawing" Target="../drawings/vmlDrawing27.vml"/><Relationship Id="rId44" Type="http://schemas.openxmlformats.org/officeDocument/2006/relationships/slideLayout" Target="../slideLayouts/slideLayout6.xml"/><Relationship Id="rId43" Type="http://schemas.openxmlformats.org/officeDocument/2006/relationships/image" Target="../media/image179.wmf"/><Relationship Id="rId42" Type="http://schemas.openxmlformats.org/officeDocument/2006/relationships/oleObject" Target="../embeddings/oleObject191.bin"/><Relationship Id="rId41" Type="http://schemas.openxmlformats.org/officeDocument/2006/relationships/image" Target="../media/image178.wmf"/><Relationship Id="rId40" Type="http://schemas.openxmlformats.org/officeDocument/2006/relationships/oleObject" Target="../embeddings/oleObject190.bin"/><Relationship Id="rId4" Type="http://schemas.openxmlformats.org/officeDocument/2006/relationships/image" Target="../media/image53.wmf"/><Relationship Id="rId39" Type="http://schemas.openxmlformats.org/officeDocument/2006/relationships/oleObject" Target="../embeddings/oleObject189.bin"/><Relationship Id="rId38" Type="http://schemas.openxmlformats.org/officeDocument/2006/relationships/oleObject" Target="../embeddings/oleObject188.bin"/><Relationship Id="rId37" Type="http://schemas.openxmlformats.org/officeDocument/2006/relationships/oleObject" Target="../embeddings/oleObject187.bin"/><Relationship Id="rId36" Type="http://schemas.openxmlformats.org/officeDocument/2006/relationships/oleObject" Target="../embeddings/oleObject186.bin"/><Relationship Id="rId35" Type="http://schemas.openxmlformats.org/officeDocument/2006/relationships/oleObject" Target="../embeddings/oleObject185.bin"/><Relationship Id="rId34" Type="http://schemas.openxmlformats.org/officeDocument/2006/relationships/oleObject" Target="../embeddings/oleObject184.bin"/><Relationship Id="rId33" Type="http://schemas.openxmlformats.org/officeDocument/2006/relationships/image" Target="../media/image177.wmf"/><Relationship Id="rId32" Type="http://schemas.openxmlformats.org/officeDocument/2006/relationships/oleObject" Target="../embeddings/oleObject183.bin"/><Relationship Id="rId31" Type="http://schemas.openxmlformats.org/officeDocument/2006/relationships/image" Target="../media/image176.wmf"/><Relationship Id="rId30" Type="http://schemas.openxmlformats.org/officeDocument/2006/relationships/oleObject" Target="../embeddings/oleObject182.bin"/><Relationship Id="rId3" Type="http://schemas.openxmlformats.org/officeDocument/2006/relationships/oleObject" Target="../embeddings/oleObject166.bin"/><Relationship Id="rId29" Type="http://schemas.openxmlformats.org/officeDocument/2006/relationships/oleObject" Target="../embeddings/oleObject181.bin"/><Relationship Id="rId28" Type="http://schemas.openxmlformats.org/officeDocument/2006/relationships/image" Target="../media/image175.wmf"/><Relationship Id="rId27" Type="http://schemas.openxmlformats.org/officeDocument/2006/relationships/oleObject" Target="../embeddings/oleObject180.bin"/><Relationship Id="rId26" Type="http://schemas.openxmlformats.org/officeDocument/2006/relationships/image" Target="../media/image174.wmf"/><Relationship Id="rId25" Type="http://schemas.openxmlformats.org/officeDocument/2006/relationships/oleObject" Target="../embeddings/oleObject179.bin"/><Relationship Id="rId24" Type="http://schemas.openxmlformats.org/officeDocument/2006/relationships/oleObject" Target="../embeddings/oleObject178.bin"/><Relationship Id="rId23" Type="http://schemas.openxmlformats.org/officeDocument/2006/relationships/oleObject" Target="../embeddings/oleObject177.bin"/><Relationship Id="rId22" Type="http://schemas.openxmlformats.org/officeDocument/2006/relationships/oleObject" Target="../embeddings/oleObject176.bin"/><Relationship Id="rId21" Type="http://schemas.openxmlformats.org/officeDocument/2006/relationships/image" Target="../media/image173.wmf"/><Relationship Id="rId20" Type="http://schemas.openxmlformats.org/officeDocument/2006/relationships/oleObject" Target="../embeddings/oleObject175.bin"/><Relationship Id="rId2" Type="http://schemas.openxmlformats.org/officeDocument/2006/relationships/image" Target="../media/image49.wmf"/><Relationship Id="rId19" Type="http://schemas.openxmlformats.org/officeDocument/2006/relationships/oleObject" Target="../embeddings/oleObject174.bin"/><Relationship Id="rId18" Type="http://schemas.openxmlformats.org/officeDocument/2006/relationships/image" Target="../media/image172.wmf"/><Relationship Id="rId17" Type="http://schemas.openxmlformats.org/officeDocument/2006/relationships/oleObject" Target="../embeddings/oleObject173.bin"/><Relationship Id="rId16" Type="http://schemas.openxmlformats.org/officeDocument/2006/relationships/image" Target="../media/image171.wmf"/><Relationship Id="rId15" Type="http://schemas.openxmlformats.org/officeDocument/2006/relationships/oleObject" Target="../embeddings/oleObject172.bin"/><Relationship Id="rId14" Type="http://schemas.openxmlformats.org/officeDocument/2006/relationships/image" Target="../media/image170.wmf"/><Relationship Id="rId13" Type="http://schemas.openxmlformats.org/officeDocument/2006/relationships/oleObject" Target="../embeddings/oleObject171.bin"/><Relationship Id="rId12" Type="http://schemas.openxmlformats.org/officeDocument/2006/relationships/image" Target="../media/image169.wmf"/><Relationship Id="rId11" Type="http://schemas.openxmlformats.org/officeDocument/2006/relationships/oleObject" Target="../embeddings/oleObject170.bin"/><Relationship Id="rId10" Type="http://schemas.openxmlformats.org/officeDocument/2006/relationships/image" Target="../media/image168.wmf"/><Relationship Id="rId1" Type="http://schemas.openxmlformats.org/officeDocument/2006/relationships/oleObject" Target="../embeddings/oleObject165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6.bin"/><Relationship Id="rId8" Type="http://schemas.openxmlformats.org/officeDocument/2006/relationships/image" Target="../media/image183.wmf"/><Relationship Id="rId71" Type="http://schemas.openxmlformats.org/officeDocument/2006/relationships/notesSlide" Target="../notesSlides/notesSlide31.xml"/><Relationship Id="rId70" Type="http://schemas.openxmlformats.org/officeDocument/2006/relationships/vmlDrawing" Target="../drawings/vmlDrawing28.vml"/><Relationship Id="rId7" Type="http://schemas.openxmlformats.org/officeDocument/2006/relationships/oleObject" Target="../embeddings/oleObject195.bin"/><Relationship Id="rId69" Type="http://schemas.openxmlformats.org/officeDocument/2006/relationships/slideLayout" Target="../slideLayouts/slideLayout6.xml"/><Relationship Id="rId68" Type="http://schemas.openxmlformats.org/officeDocument/2006/relationships/image" Target="../media/image207.wmf"/><Relationship Id="rId67" Type="http://schemas.openxmlformats.org/officeDocument/2006/relationships/oleObject" Target="../embeddings/oleObject226.bin"/><Relationship Id="rId66" Type="http://schemas.openxmlformats.org/officeDocument/2006/relationships/image" Target="../media/image206.wmf"/><Relationship Id="rId65" Type="http://schemas.openxmlformats.org/officeDocument/2006/relationships/oleObject" Target="../embeddings/oleObject225.bin"/><Relationship Id="rId64" Type="http://schemas.openxmlformats.org/officeDocument/2006/relationships/oleObject" Target="../embeddings/oleObject224.bin"/><Relationship Id="rId63" Type="http://schemas.openxmlformats.org/officeDocument/2006/relationships/image" Target="../media/image205.wmf"/><Relationship Id="rId62" Type="http://schemas.openxmlformats.org/officeDocument/2006/relationships/oleObject" Target="../embeddings/oleObject223.bin"/><Relationship Id="rId61" Type="http://schemas.openxmlformats.org/officeDocument/2006/relationships/oleObject" Target="../embeddings/oleObject222.bin"/><Relationship Id="rId60" Type="http://schemas.openxmlformats.org/officeDocument/2006/relationships/image" Target="../media/image204.wmf"/><Relationship Id="rId6" Type="http://schemas.openxmlformats.org/officeDocument/2006/relationships/image" Target="../media/image182.wmf"/><Relationship Id="rId59" Type="http://schemas.openxmlformats.org/officeDocument/2006/relationships/oleObject" Target="../embeddings/oleObject221.bin"/><Relationship Id="rId58" Type="http://schemas.openxmlformats.org/officeDocument/2006/relationships/image" Target="../media/image203.wmf"/><Relationship Id="rId57" Type="http://schemas.openxmlformats.org/officeDocument/2006/relationships/oleObject" Target="../embeddings/oleObject220.bin"/><Relationship Id="rId56" Type="http://schemas.openxmlformats.org/officeDocument/2006/relationships/image" Target="../media/image202.wmf"/><Relationship Id="rId55" Type="http://schemas.openxmlformats.org/officeDocument/2006/relationships/oleObject" Target="../embeddings/oleObject219.bin"/><Relationship Id="rId54" Type="http://schemas.openxmlformats.org/officeDocument/2006/relationships/image" Target="../media/image201.wmf"/><Relationship Id="rId53" Type="http://schemas.openxmlformats.org/officeDocument/2006/relationships/oleObject" Target="../embeddings/oleObject218.bin"/><Relationship Id="rId52" Type="http://schemas.openxmlformats.org/officeDocument/2006/relationships/image" Target="../media/image200.wmf"/><Relationship Id="rId51" Type="http://schemas.openxmlformats.org/officeDocument/2006/relationships/oleObject" Target="../embeddings/oleObject217.bin"/><Relationship Id="rId50" Type="http://schemas.openxmlformats.org/officeDocument/2006/relationships/image" Target="../media/image199.wmf"/><Relationship Id="rId5" Type="http://schemas.openxmlformats.org/officeDocument/2006/relationships/oleObject" Target="../embeddings/oleObject194.bin"/><Relationship Id="rId49" Type="http://schemas.openxmlformats.org/officeDocument/2006/relationships/oleObject" Target="../embeddings/oleObject216.bin"/><Relationship Id="rId48" Type="http://schemas.openxmlformats.org/officeDocument/2006/relationships/image" Target="../media/image198.wmf"/><Relationship Id="rId47" Type="http://schemas.openxmlformats.org/officeDocument/2006/relationships/oleObject" Target="../embeddings/oleObject215.bin"/><Relationship Id="rId46" Type="http://schemas.openxmlformats.org/officeDocument/2006/relationships/image" Target="../media/image197.wmf"/><Relationship Id="rId45" Type="http://schemas.openxmlformats.org/officeDocument/2006/relationships/oleObject" Target="../embeddings/oleObject214.bin"/><Relationship Id="rId44" Type="http://schemas.openxmlformats.org/officeDocument/2006/relationships/image" Target="../media/image196.wmf"/><Relationship Id="rId43" Type="http://schemas.openxmlformats.org/officeDocument/2006/relationships/oleObject" Target="../embeddings/oleObject213.bin"/><Relationship Id="rId42" Type="http://schemas.openxmlformats.org/officeDocument/2006/relationships/image" Target="../media/image195.wmf"/><Relationship Id="rId41" Type="http://schemas.openxmlformats.org/officeDocument/2006/relationships/oleObject" Target="../embeddings/oleObject212.bin"/><Relationship Id="rId40" Type="http://schemas.openxmlformats.org/officeDocument/2006/relationships/image" Target="../media/image194.wmf"/><Relationship Id="rId4" Type="http://schemas.openxmlformats.org/officeDocument/2006/relationships/image" Target="../media/image181.wmf"/><Relationship Id="rId39" Type="http://schemas.openxmlformats.org/officeDocument/2006/relationships/oleObject" Target="../embeddings/oleObject211.bin"/><Relationship Id="rId38" Type="http://schemas.openxmlformats.org/officeDocument/2006/relationships/image" Target="../media/image193.wmf"/><Relationship Id="rId37" Type="http://schemas.openxmlformats.org/officeDocument/2006/relationships/oleObject" Target="../embeddings/oleObject210.bin"/><Relationship Id="rId36" Type="http://schemas.openxmlformats.org/officeDocument/2006/relationships/image" Target="../media/image192.wmf"/><Relationship Id="rId35" Type="http://schemas.openxmlformats.org/officeDocument/2006/relationships/oleObject" Target="../embeddings/oleObject209.bin"/><Relationship Id="rId34" Type="http://schemas.openxmlformats.org/officeDocument/2006/relationships/image" Target="../media/image191.wmf"/><Relationship Id="rId33" Type="http://schemas.openxmlformats.org/officeDocument/2006/relationships/oleObject" Target="../embeddings/oleObject208.bin"/><Relationship Id="rId32" Type="http://schemas.openxmlformats.org/officeDocument/2006/relationships/image" Target="../media/image190.wmf"/><Relationship Id="rId31" Type="http://schemas.openxmlformats.org/officeDocument/2006/relationships/oleObject" Target="../embeddings/oleObject207.bin"/><Relationship Id="rId30" Type="http://schemas.openxmlformats.org/officeDocument/2006/relationships/image" Target="../media/image189.wmf"/><Relationship Id="rId3" Type="http://schemas.openxmlformats.org/officeDocument/2006/relationships/oleObject" Target="../embeddings/oleObject193.bin"/><Relationship Id="rId29" Type="http://schemas.openxmlformats.org/officeDocument/2006/relationships/oleObject" Target="../embeddings/oleObject206.bin"/><Relationship Id="rId28" Type="http://schemas.openxmlformats.org/officeDocument/2006/relationships/image" Target="../media/image188.wmf"/><Relationship Id="rId27" Type="http://schemas.openxmlformats.org/officeDocument/2006/relationships/oleObject" Target="../embeddings/oleObject205.bin"/><Relationship Id="rId26" Type="http://schemas.openxmlformats.org/officeDocument/2006/relationships/image" Target="../media/image166.wmf"/><Relationship Id="rId25" Type="http://schemas.openxmlformats.org/officeDocument/2006/relationships/oleObject" Target="../embeddings/oleObject204.bin"/><Relationship Id="rId24" Type="http://schemas.openxmlformats.org/officeDocument/2006/relationships/image" Target="../media/image175.wmf"/><Relationship Id="rId23" Type="http://schemas.openxmlformats.org/officeDocument/2006/relationships/oleObject" Target="../embeddings/oleObject203.bin"/><Relationship Id="rId22" Type="http://schemas.openxmlformats.org/officeDocument/2006/relationships/image" Target="../media/image174.wmf"/><Relationship Id="rId21" Type="http://schemas.openxmlformats.org/officeDocument/2006/relationships/oleObject" Target="../embeddings/oleObject202.bin"/><Relationship Id="rId20" Type="http://schemas.openxmlformats.org/officeDocument/2006/relationships/image" Target="../media/image53.wmf"/><Relationship Id="rId2" Type="http://schemas.openxmlformats.org/officeDocument/2006/relationships/image" Target="../media/image180.wmf"/><Relationship Id="rId19" Type="http://schemas.openxmlformats.org/officeDocument/2006/relationships/oleObject" Target="../embeddings/oleObject201.bin"/><Relationship Id="rId18" Type="http://schemas.openxmlformats.org/officeDocument/2006/relationships/image" Target="../media/image173.wmf"/><Relationship Id="rId17" Type="http://schemas.openxmlformats.org/officeDocument/2006/relationships/oleObject" Target="../embeddings/oleObject200.bin"/><Relationship Id="rId16" Type="http://schemas.openxmlformats.org/officeDocument/2006/relationships/image" Target="../media/image187.wmf"/><Relationship Id="rId15" Type="http://schemas.openxmlformats.org/officeDocument/2006/relationships/oleObject" Target="../embeddings/oleObject199.bin"/><Relationship Id="rId14" Type="http://schemas.openxmlformats.org/officeDocument/2006/relationships/image" Target="../media/image186.wmf"/><Relationship Id="rId13" Type="http://schemas.openxmlformats.org/officeDocument/2006/relationships/oleObject" Target="../embeddings/oleObject198.bin"/><Relationship Id="rId12" Type="http://schemas.openxmlformats.org/officeDocument/2006/relationships/image" Target="../media/image185.wmf"/><Relationship Id="rId11" Type="http://schemas.openxmlformats.org/officeDocument/2006/relationships/oleObject" Target="../embeddings/oleObject197.bin"/><Relationship Id="rId10" Type="http://schemas.openxmlformats.org/officeDocument/2006/relationships/image" Target="../media/image184.wmf"/><Relationship Id="rId1" Type="http://schemas.openxmlformats.org/officeDocument/2006/relationships/oleObject" Target="../embeddings/oleObject192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1.bin"/><Relationship Id="rId8" Type="http://schemas.openxmlformats.org/officeDocument/2006/relationships/image" Target="../media/image211.wmf"/><Relationship Id="rId7" Type="http://schemas.openxmlformats.org/officeDocument/2006/relationships/oleObject" Target="../embeddings/oleObject230.bin"/><Relationship Id="rId6" Type="http://schemas.openxmlformats.org/officeDocument/2006/relationships/image" Target="../media/image210.wmf"/><Relationship Id="rId54" Type="http://schemas.openxmlformats.org/officeDocument/2006/relationships/notesSlide" Target="../notesSlides/notesSlide32.xml"/><Relationship Id="rId53" Type="http://schemas.openxmlformats.org/officeDocument/2006/relationships/vmlDrawing" Target="../drawings/vmlDrawing29.vml"/><Relationship Id="rId52" Type="http://schemas.openxmlformats.org/officeDocument/2006/relationships/slideLayout" Target="../slideLayouts/slideLayout6.xml"/><Relationship Id="rId51" Type="http://schemas.openxmlformats.org/officeDocument/2006/relationships/image" Target="../media/image226.wmf"/><Relationship Id="rId50" Type="http://schemas.openxmlformats.org/officeDocument/2006/relationships/oleObject" Target="../embeddings/oleObject254.bin"/><Relationship Id="rId5" Type="http://schemas.openxmlformats.org/officeDocument/2006/relationships/oleObject" Target="../embeddings/oleObject229.bin"/><Relationship Id="rId49" Type="http://schemas.openxmlformats.org/officeDocument/2006/relationships/image" Target="../media/image225.wmf"/><Relationship Id="rId48" Type="http://schemas.openxmlformats.org/officeDocument/2006/relationships/oleObject" Target="../embeddings/oleObject253.bin"/><Relationship Id="rId47" Type="http://schemas.openxmlformats.org/officeDocument/2006/relationships/image" Target="../media/image224.wmf"/><Relationship Id="rId46" Type="http://schemas.openxmlformats.org/officeDocument/2006/relationships/oleObject" Target="../embeddings/oleObject252.bin"/><Relationship Id="rId45" Type="http://schemas.openxmlformats.org/officeDocument/2006/relationships/image" Target="../media/image223.wmf"/><Relationship Id="rId44" Type="http://schemas.openxmlformats.org/officeDocument/2006/relationships/oleObject" Target="../embeddings/oleObject251.bin"/><Relationship Id="rId43" Type="http://schemas.openxmlformats.org/officeDocument/2006/relationships/oleObject" Target="../embeddings/oleObject250.bin"/><Relationship Id="rId42" Type="http://schemas.openxmlformats.org/officeDocument/2006/relationships/oleObject" Target="../embeddings/oleObject249.bin"/><Relationship Id="rId41" Type="http://schemas.openxmlformats.org/officeDocument/2006/relationships/image" Target="../media/image222.wmf"/><Relationship Id="rId40" Type="http://schemas.openxmlformats.org/officeDocument/2006/relationships/oleObject" Target="../embeddings/oleObject248.bin"/><Relationship Id="rId4" Type="http://schemas.openxmlformats.org/officeDocument/2006/relationships/image" Target="../media/image209.wmf"/><Relationship Id="rId39" Type="http://schemas.openxmlformats.org/officeDocument/2006/relationships/image" Target="../media/image221.wmf"/><Relationship Id="rId38" Type="http://schemas.openxmlformats.org/officeDocument/2006/relationships/oleObject" Target="../embeddings/oleObject247.bin"/><Relationship Id="rId37" Type="http://schemas.openxmlformats.org/officeDocument/2006/relationships/image" Target="../media/image220.wmf"/><Relationship Id="rId36" Type="http://schemas.openxmlformats.org/officeDocument/2006/relationships/oleObject" Target="../embeddings/oleObject246.bin"/><Relationship Id="rId35" Type="http://schemas.openxmlformats.org/officeDocument/2006/relationships/image" Target="../media/image219.wmf"/><Relationship Id="rId34" Type="http://schemas.openxmlformats.org/officeDocument/2006/relationships/oleObject" Target="../embeddings/oleObject245.bin"/><Relationship Id="rId33" Type="http://schemas.openxmlformats.org/officeDocument/2006/relationships/image" Target="../media/image218.wmf"/><Relationship Id="rId32" Type="http://schemas.openxmlformats.org/officeDocument/2006/relationships/oleObject" Target="../embeddings/oleObject244.bin"/><Relationship Id="rId31" Type="http://schemas.openxmlformats.org/officeDocument/2006/relationships/image" Target="../media/image217.wmf"/><Relationship Id="rId30" Type="http://schemas.openxmlformats.org/officeDocument/2006/relationships/oleObject" Target="../embeddings/oleObject243.bin"/><Relationship Id="rId3" Type="http://schemas.openxmlformats.org/officeDocument/2006/relationships/oleObject" Target="../embeddings/oleObject228.bin"/><Relationship Id="rId29" Type="http://schemas.openxmlformats.org/officeDocument/2006/relationships/oleObject" Target="../embeddings/oleObject242.bin"/><Relationship Id="rId28" Type="http://schemas.openxmlformats.org/officeDocument/2006/relationships/image" Target="../media/image216.wmf"/><Relationship Id="rId27" Type="http://schemas.openxmlformats.org/officeDocument/2006/relationships/oleObject" Target="../embeddings/oleObject241.bin"/><Relationship Id="rId26" Type="http://schemas.openxmlformats.org/officeDocument/2006/relationships/image" Target="../media/image188.wmf"/><Relationship Id="rId25" Type="http://schemas.openxmlformats.org/officeDocument/2006/relationships/oleObject" Target="../embeddings/oleObject240.bin"/><Relationship Id="rId24" Type="http://schemas.openxmlformats.org/officeDocument/2006/relationships/image" Target="../media/image215.wmf"/><Relationship Id="rId23" Type="http://schemas.openxmlformats.org/officeDocument/2006/relationships/oleObject" Target="../embeddings/oleObject239.bin"/><Relationship Id="rId22" Type="http://schemas.openxmlformats.org/officeDocument/2006/relationships/oleObject" Target="../embeddings/oleObject238.bin"/><Relationship Id="rId21" Type="http://schemas.openxmlformats.org/officeDocument/2006/relationships/image" Target="../media/image204.wmf"/><Relationship Id="rId20" Type="http://schemas.openxmlformats.org/officeDocument/2006/relationships/oleObject" Target="../embeddings/oleObject237.bin"/><Relationship Id="rId2" Type="http://schemas.openxmlformats.org/officeDocument/2006/relationships/image" Target="../media/image208.wmf"/><Relationship Id="rId19" Type="http://schemas.openxmlformats.org/officeDocument/2006/relationships/oleObject" Target="../embeddings/oleObject236.bin"/><Relationship Id="rId18" Type="http://schemas.openxmlformats.org/officeDocument/2006/relationships/image" Target="../media/image214.wmf"/><Relationship Id="rId17" Type="http://schemas.openxmlformats.org/officeDocument/2006/relationships/oleObject" Target="../embeddings/oleObject235.bin"/><Relationship Id="rId16" Type="http://schemas.openxmlformats.org/officeDocument/2006/relationships/image" Target="../media/image213.wmf"/><Relationship Id="rId15" Type="http://schemas.openxmlformats.org/officeDocument/2006/relationships/oleObject" Target="../embeddings/oleObject234.bin"/><Relationship Id="rId14" Type="http://schemas.openxmlformats.org/officeDocument/2006/relationships/image" Target="../media/image212.wmf"/><Relationship Id="rId13" Type="http://schemas.openxmlformats.org/officeDocument/2006/relationships/oleObject" Target="../embeddings/oleObject233.bin"/><Relationship Id="rId12" Type="http://schemas.openxmlformats.org/officeDocument/2006/relationships/image" Target="../media/image201.wmf"/><Relationship Id="rId11" Type="http://schemas.openxmlformats.org/officeDocument/2006/relationships/oleObject" Target="../embeddings/oleObject232.bin"/><Relationship Id="rId10" Type="http://schemas.openxmlformats.org/officeDocument/2006/relationships/image" Target="../media/image198.wmf"/><Relationship Id="rId1" Type="http://schemas.openxmlformats.org/officeDocument/2006/relationships/oleObject" Target="../embeddings/oleObject227.bin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vmlDrawing" Target="../drawings/vmlDrawing30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27.wmf"/><Relationship Id="rId1" Type="http://schemas.openxmlformats.org/officeDocument/2006/relationships/oleObject" Target="../embeddings/oleObject255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0.bin"/><Relationship Id="rId8" Type="http://schemas.openxmlformats.org/officeDocument/2006/relationships/image" Target="../media/image231.wmf"/><Relationship Id="rId7" Type="http://schemas.openxmlformats.org/officeDocument/2006/relationships/oleObject" Target="../embeddings/oleObject259.bin"/><Relationship Id="rId6" Type="http://schemas.openxmlformats.org/officeDocument/2006/relationships/image" Target="../media/image230.wmf"/><Relationship Id="rId5" Type="http://schemas.openxmlformats.org/officeDocument/2006/relationships/oleObject" Target="../embeddings/oleObject258.bin"/><Relationship Id="rId4" Type="http://schemas.openxmlformats.org/officeDocument/2006/relationships/image" Target="../media/image229.wmf"/><Relationship Id="rId3" Type="http://schemas.openxmlformats.org/officeDocument/2006/relationships/oleObject" Target="../embeddings/oleObject257.bin"/><Relationship Id="rId2" Type="http://schemas.openxmlformats.org/officeDocument/2006/relationships/image" Target="../media/image228.wmf"/><Relationship Id="rId17" Type="http://schemas.openxmlformats.org/officeDocument/2006/relationships/notesSlide" Target="../notesSlides/notesSlide34.xml"/><Relationship Id="rId16" Type="http://schemas.openxmlformats.org/officeDocument/2006/relationships/vmlDrawing" Target="../drawings/vmlDrawing31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234.wmf"/><Relationship Id="rId13" Type="http://schemas.openxmlformats.org/officeDocument/2006/relationships/oleObject" Target="../embeddings/oleObject262.bin"/><Relationship Id="rId12" Type="http://schemas.openxmlformats.org/officeDocument/2006/relationships/image" Target="../media/image233.wmf"/><Relationship Id="rId11" Type="http://schemas.openxmlformats.org/officeDocument/2006/relationships/oleObject" Target="../embeddings/oleObject261.bin"/><Relationship Id="rId10" Type="http://schemas.openxmlformats.org/officeDocument/2006/relationships/image" Target="../media/image232.wmf"/><Relationship Id="rId1" Type="http://schemas.openxmlformats.org/officeDocument/2006/relationships/oleObject" Target="../embeddings/oleObject256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5.xml"/><Relationship Id="rId8" Type="http://schemas.openxmlformats.org/officeDocument/2006/relationships/vmlDrawing" Target="../drawings/vmlDrawing32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37.wmf"/><Relationship Id="rId5" Type="http://schemas.openxmlformats.org/officeDocument/2006/relationships/oleObject" Target="../embeddings/oleObject265.bin"/><Relationship Id="rId4" Type="http://schemas.openxmlformats.org/officeDocument/2006/relationships/image" Target="../media/image236.wmf"/><Relationship Id="rId3" Type="http://schemas.openxmlformats.org/officeDocument/2006/relationships/oleObject" Target="../embeddings/oleObject264.bin"/><Relationship Id="rId2" Type="http://schemas.openxmlformats.org/officeDocument/2006/relationships/image" Target="../media/image235.wmf"/><Relationship Id="rId1" Type="http://schemas.openxmlformats.org/officeDocument/2006/relationships/oleObject" Target="../embeddings/oleObject263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41.wmf"/><Relationship Id="rId7" Type="http://schemas.openxmlformats.org/officeDocument/2006/relationships/oleObject" Target="../embeddings/oleObject269.bin"/><Relationship Id="rId6" Type="http://schemas.openxmlformats.org/officeDocument/2006/relationships/image" Target="../media/image240.wmf"/><Relationship Id="rId5" Type="http://schemas.openxmlformats.org/officeDocument/2006/relationships/oleObject" Target="../embeddings/oleObject268.bin"/><Relationship Id="rId4" Type="http://schemas.openxmlformats.org/officeDocument/2006/relationships/image" Target="../media/image239.wmf"/><Relationship Id="rId3" Type="http://schemas.openxmlformats.org/officeDocument/2006/relationships/oleObject" Target="../embeddings/oleObject267.bin"/><Relationship Id="rId2" Type="http://schemas.openxmlformats.org/officeDocument/2006/relationships/image" Target="../media/image238.wmf"/><Relationship Id="rId10" Type="http://schemas.openxmlformats.org/officeDocument/2006/relationships/vmlDrawing" Target="../drawings/vmlDrawing33.vml"/><Relationship Id="rId1" Type="http://schemas.openxmlformats.org/officeDocument/2006/relationships/oleObject" Target="../embeddings/oleObject266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45.wmf"/><Relationship Id="rId7" Type="http://schemas.openxmlformats.org/officeDocument/2006/relationships/oleObject" Target="../embeddings/oleObject273.bin"/><Relationship Id="rId6" Type="http://schemas.openxmlformats.org/officeDocument/2006/relationships/image" Target="../media/image244.wmf"/><Relationship Id="rId5" Type="http://schemas.openxmlformats.org/officeDocument/2006/relationships/oleObject" Target="../embeddings/oleObject272.bin"/><Relationship Id="rId4" Type="http://schemas.openxmlformats.org/officeDocument/2006/relationships/image" Target="../media/image243.wmf"/><Relationship Id="rId3" Type="http://schemas.openxmlformats.org/officeDocument/2006/relationships/oleObject" Target="../embeddings/oleObject271.bin"/><Relationship Id="rId2" Type="http://schemas.openxmlformats.org/officeDocument/2006/relationships/image" Target="../media/image242.wmf"/><Relationship Id="rId10" Type="http://schemas.openxmlformats.org/officeDocument/2006/relationships/vmlDrawing" Target="../drawings/vmlDrawing34.vml"/><Relationship Id="rId1" Type="http://schemas.openxmlformats.org/officeDocument/2006/relationships/oleObject" Target="../embeddings/oleObject27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5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48.wmf"/><Relationship Id="rId5" Type="http://schemas.openxmlformats.org/officeDocument/2006/relationships/oleObject" Target="../embeddings/oleObject276.bin"/><Relationship Id="rId4" Type="http://schemas.openxmlformats.org/officeDocument/2006/relationships/image" Target="../media/image247.wmf"/><Relationship Id="rId3" Type="http://schemas.openxmlformats.org/officeDocument/2006/relationships/oleObject" Target="../embeddings/oleObject275.bin"/><Relationship Id="rId2" Type="http://schemas.openxmlformats.org/officeDocument/2006/relationships/image" Target="../media/image246.wmf"/><Relationship Id="rId1" Type="http://schemas.openxmlformats.org/officeDocument/2006/relationships/oleObject" Target="../embeddings/oleObject274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49.png"/><Relationship Id="rId2" Type="http://schemas.microsoft.com/office/2007/relationships/media" Target="../media/media1.wmv"/><Relationship Id="rId1" Type="http://schemas.openxmlformats.org/officeDocument/2006/relationships/video" Target="../media/media1.wmv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vmlDrawing" Target="../drawings/vmlDrawing3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50.wmf"/><Relationship Id="rId1" Type="http://schemas.openxmlformats.org/officeDocument/2006/relationships/oleObject" Target="../embeddings/oleObject27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3"/>
          <p:cNvSpPr/>
          <p:nvPr/>
        </p:nvSpPr>
        <p:spPr>
          <a:xfrm>
            <a:off x="1781175" y="2209800"/>
            <a:ext cx="48831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一、数学期望的概念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5" name="Rectangle 4"/>
          <p:cNvSpPr/>
          <p:nvPr/>
        </p:nvSpPr>
        <p:spPr>
          <a:xfrm>
            <a:off x="1781175" y="2954338"/>
            <a:ext cx="48831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二、数学期望的性质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6" name="Rectangle 5"/>
          <p:cNvSpPr/>
          <p:nvPr/>
        </p:nvSpPr>
        <p:spPr>
          <a:xfrm>
            <a:off x="1781175" y="3733800"/>
            <a:ext cx="7010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三、随机变量函数的数学期望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7" name="Rectangle 6"/>
          <p:cNvSpPr/>
          <p:nvPr/>
        </p:nvSpPr>
        <p:spPr>
          <a:xfrm>
            <a:off x="1781175" y="4489450"/>
            <a:ext cx="2895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四、小结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23911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822960"/>
            <a:ext cx="9144000" cy="706755"/>
          </a:xfrm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+mj-ea"/>
                <a:cs typeface="+mj-cs"/>
              </a:rPr>
              <a:t>第一节  数学期望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3079" name="Rectangle 9">
            <a:hlinkClick r:id="rId1" action="ppaction://hlinksldjump"/>
          </p:cNvPr>
          <p:cNvSpPr/>
          <p:nvPr/>
        </p:nvSpPr>
        <p:spPr>
          <a:xfrm>
            <a:off x="1857375" y="2319338"/>
            <a:ext cx="3733800" cy="371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080" name="Rectangle 10">
            <a:hlinkClick r:id="rId2" action="ppaction://hlinksldjump"/>
          </p:cNvPr>
          <p:cNvSpPr/>
          <p:nvPr/>
        </p:nvSpPr>
        <p:spPr>
          <a:xfrm>
            <a:off x="1933575" y="3033713"/>
            <a:ext cx="3733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081" name="Rectangle 11">
            <a:hlinkClick r:id="rId3" action="ppaction://hlinksldjump"/>
          </p:cNvPr>
          <p:cNvSpPr/>
          <p:nvPr/>
        </p:nvSpPr>
        <p:spPr>
          <a:xfrm>
            <a:off x="1933575" y="3789363"/>
            <a:ext cx="5257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082" name="Rectangle 12">
            <a:hlinkClick r:id="rId4" action="ppaction://hlinksldjump"/>
          </p:cNvPr>
          <p:cNvSpPr/>
          <p:nvPr/>
        </p:nvSpPr>
        <p:spPr>
          <a:xfrm>
            <a:off x="1933575" y="4673600"/>
            <a:ext cx="16764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083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7219" name="Group 3"/>
          <p:cNvGrpSpPr/>
          <p:nvPr/>
        </p:nvGrpSpPr>
        <p:grpSpPr>
          <a:xfrm>
            <a:off x="738188" y="1700213"/>
            <a:ext cx="7467600" cy="3200400"/>
            <a:chOff x="576" y="1217"/>
            <a:chExt cx="4704" cy="2016"/>
          </a:xfrm>
        </p:grpSpPr>
        <p:sp>
          <p:nvSpPr>
            <p:cNvPr id="5125" name="Text Box 4"/>
            <p:cNvSpPr txBox="1"/>
            <p:nvPr/>
          </p:nvSpPr>
          <p:spPr>
            <a:xfrm>
              <a:off x="576" y="1217"/>
              <a:ext cx="225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引例</a:t>
              </a:r>
              <a:r>
                <a:rPr lang="en-US" altLang="zh-CN" sz="3200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en-US" altLang="zh-CN" sz="3200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 </a:t>
              </a:r>
              <a:r>
                <a:rPr lang="zh-CN" altLang="en-US" sz="3200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分赌本问题</a:t>
              </a:r>
              <a:endParaRPr lang="en-US" altLang="zh-CN" sz="32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126" name="Text Box 5"/>
            <p:cNvSpPr txBox="1"/>
            <p:nvPr/>
          </p:nvSpPr>
          <p:spPr>
            <a:xfrm>
              <a:off x="576" y="1717"/>
              <a:ext cx="3305" cy="1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lnSpc>
                  <a:spcPct val="105000"/>
                </a:lnSpc>
                <a:spcBef>
                  <a:spcPct val="5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  </a:t>
              </a:r>
              <a:r>
                <a:rPr lang="en-US" altLang="zh-CN" dirty="0">
                  <a:latin typeface="Times New Roman" panose="02020603050405020304" pitchFamily="18" charset="0"/>
                </a:rPr>
                <a:t>     </a:t>
              </a:r>
              <a:r>
                <a:rPr lang="en-US" altLang="zh-CN" i="1" dirty="0">
                  <a:latin typeface="Times New Roman" panose="02020603050405020304" pitchFamily="18" charset="0"/>
                </a:rPr>
                <a:t>A, B </a:t>
              </a:r>
              <a:r>
                <a:rPr lang="zh-CN" altLang="en-US" dirty="0">
                  <a:latin typeface="Times New Roman" panose="02020603050405020304" pitchFamily="18" charset="0"/>
                </a:rPr>
                <a:t>两人赌技相同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各出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>
                <a:lnSpc>
                  <a:spcPct val="105000"/>
                </a:lnSpc>
                <a:spcBef>
                  <a:spcPct val="5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赌金 </a:t>
              </a:r>
              <a:r>
                <a:rPr lang="en-US" altLang="zh-CN" dirty="0">
                  <a:latin typeface="Times New Roman" panose="02020603050405020304" pitchFamily="18" charset="0"/>
                </a:rPr>
                <a:t>100 </a:t>
              </a:r>
              <a:r>
                <a:rPr lang="zh-CN" altLang="en-US" dirty="0">
                  <a:latin typeface="Times New Roman" panose="02020603050405020304" pitchFamily="18" charset="0"/>
                </a:rPr>
                <a:t>元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并约定先胜</a:t>
              </a:r>
              <a:r>
                <a:rPr lang="en-US" altLang="zh-CN" dirty="0">
                  <a:latin typeface="Times New Roman" panose="02020603050405020304" pitchFamily="18" charset="0"/>
                </a:rPr>
                <a:t> 3 </a:t>
              </a:r>
              <a:r>
                <a:rPr lang="zh-CN" altLang="en-US" dirty="0">
                  <a:latin typeface="Times New Roman" panose="02020603050405020304" pitchFamily="18" charset="0"/>
                </a:rPr>
                <a:t>局者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05000"/>
                </a:lnSpc>
                <a:spcBef>
                  <a:spcPct val="5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赢走全部赌金</a:t>
              </a:r>
              <a:r>
                <a:rPr lang="en-US" altLang="zh-CN" dirty="0">
                  <a:latin typeface="Times New Roman" panose="02020603050405020304" pitchFamily="18" charset="0"/>
                </a:rPr>
                <a:t>. </a:t>
              </a:r>
              <a:r>
                <a:rPr lang="zh-CN" altLang="en-US" dirty="0">
                  <a:latin typeface="Times New Roman" panose="02020603050405020304" pitchFamily="18" charset="0"/>
                </a:rPr>
                <a:t>由于出现意外情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05000"/>
                </a:lnSpc>
                <a:spcBef>
                  <a:spcPct val="5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况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在 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1600" i="1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胜</a:t>
              </a:r>
              <a:r>
                <a:rPr lang="zh-CN" altLang="en-US" sz="1600" dirty="0"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</a:rPr>
                <a:t>2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局</a:t>
              </a:r>
              <a:r>
                <a:rPr lang="en-US" altLang="zh-CN" dirty="0">
                  <a:latin typeface="Times New Roman" panose="02020603050405020304" pitchFamily="18" charset="0"/>
                </a:rPr>
                <a:t>,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600" i="1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胜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局时终止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105000"/>
                </a:lnSpc>
                <a:spcBef>
                  <a:spcPct val="5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赌博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此时该如何分配赌金</a:t>
              </a:r>
              <a:r>
                <a:rPr lang="en-US" altLang="zh-CN" dirty="0">
                  <a:latin typeface="Times New Roman" panose="02020603050405020304" pitchFamily="18" charset="0"/>
                </a:rPr>
                <a:t>? 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pic>
          <p:nvPicPr>
            <p:cNvPr id="5127" name="Picture 6" descr="BS00609_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28" y="1899"/>
              <a:ext cx="1152" cy="115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123" name="Rectangle 9"/>
          <p:cNvSpPr/>
          <p:nvPr>
            <p:ph type="title" idx="4294967295"/>
          </p:nvPr>
        </p:nvSpPr>
        <p:spPr>
          <a:xfrm>
            <a:off x="0" y="667385"/>
            <a:ext cx="9156700" cy="706755"/>
          </a:xfrm>
          <a:ln/>
        </p:spPr>
        <p:txBody>
          <a:bodyPr vert="horz" wrap="square" lIns="91440" tIns="45720" rIns="91440" bIns="45720" anchor="ctr" anchorCtr="0">
            <a:spAutoFit/>
          </a:bodyPr>
          <a:p>
            <a:pPr algn="ctr"/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一、数学期望的概念  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5124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Rectangle 2"/>
          <p:cNvSpPr/>
          <p:nvPr/>
        </p:nvSpPr>
        <p:spPr>
          <a:xfrm>
            <a:off x="2851150" y="4425950"/>
            <a:ext cx="3657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胜 </a:t>
            </a:r>
            <a:r>
              <a:rPr lang="en-US" altLang="zh-CN" dirty="0">
                <a:latin typeface="Times New Roman" panose="02020603050405020304" pitchFamily="18" charset="0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</a:rPr>
              <a:t>局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3333FF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胜 </a:t>
            </a:r>
            <a:r>
              <a:rPr lang="en-US" altLang="zh-CN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局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8243" name="Text Box 3"/>
          <p:cNvSpPr txBox="1"/>
          <p:nvPr/>
        </p:nvSpPr>
        <p:spPr>
          <a:xfrm>
            <a:off x="1174750" y="4448175"/>
            <a:ext cx="13716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前 </a:t>
            </a:r>
            <a:r>
              <a:rPr lang="en-US" altLang="zh-CN" dirty="0">
                <a:latin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</a:rPr>
              <a:t>局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8244" name="Rectangle 4"/>
          <p:cNvSpPr/>
          <p:nvPr/>
        </p:nvSpPr>
        <p:spPr>
          <a:xfrm>
            <a:off x="1174750" y="5133975"/>
            <a:ext cx="13716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后 </a:t>
            </a:r>
            <a:r>
              <a:rPr lang="en-US" altLang="zh-CN" dirty="0">
                <a:latin typeface="Times New Roman" panose="02020603050405020304" pitchFamily="18" charset="0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</a:rPr>
              <a:t>局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138245" name="Group 5"/>
          <p:cNvGrpSpPr/>
          <p:nvPr/>
        </p:nvGrpSpPr>
        <p:grpSpPr>
          <a:xfrm>
            <a:off x="889000" y="3130550"/>
            <a:ext cx="7939088" cy="1079500"/>
            <a:chOff x="656" y="2016"/>
            <a:chExt cx="5001" cy="680"/>
          </a:xfrm>
        </p:grpSpPr>
        <p:sp>
          <p:nvSpPr>
            <p:cNvPr id="7198" name="Rectangle 6"/>
            <p:cNvSpPr/>
            <p:nvPr/>
          </p:nvSpPr>
          <p:spPr>
            <a:xfrm>
              <a:off x="656" y="2016"/>
              <a:ext cx="5001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把已赌过的</a:t>
              </a:r>
              <a:r>
                <a:rPr lang="en-US" altLang="zh-CN" dirty="0">
                  <a:latin typeface="Times New Roman" panose="02020603050405020304" pitchFamily="18" charset="0"/>
                </a:rPr>
                <a:t> 3 </a:t>
              </a:r>
              <a:r>
                <a:rPr lang="zh-CN" altLang="en-US" dirty="0">
                  <a:latin typeface="Times New Roman" panose="02020603050405020304" pitchFamily="18" charset="0"/>
                </a:rPr>
                <a:t>局</a:t>
              </a:r>
              <a:r>
                <a:rPr lang="en-US" altLang="zh-CN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</a:rPr>
                <a:t>A </a:t>
              </a:r>
              <a:r>
                <a:rPr lang="zh-CN" altLang="en-US" dirty="0">
                  <a:latin typeface="Times New Roman" panose="02020603050405020304" pitchFamily="18" charset="0"/>
                </a:rPr>
                <a:t>胜</a:t>
              </a:r>
              <a:r>
                <a:rPr lang="en-US" altLang="zh-CN" dirty="0">
                  <a:latin typeface="Times New Roman" panose="02020603050405020304" pitchFamily="18" charset="0"/>
                </a:rPr>
                <a:t> 2 </a:t>
              </a:r>
              <a:r>
                <a:rPr lang="zh-CN" altLang="en-US" dirty="0">
                  <a:latin typeface="Times New Roman" panose="02020603050405020304" pitchFamily="18" charset="0"/>
                </a:rPr>
                <a:t>局</a:t>
              </a:r>
              <a:r>
                <a:rPr lang="en-US" altLang="zh-CN" dirty="0">
                  <a:latin typeface="Times New Roman" panose="02020603050405020304" pitchFamily="18" charset="0"/>
                </a:rPr>
                <a:t>,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</a:rPr>
                <a:t>B </a:t>
              </a:r>
              <a:r>
                <a:rPr lang="zh-CN" altLang="en-US" dirty="0">
                  <a:latin typeface="Times New Roman" panose="02020603050405020304" pitchFamily="18" charset="0"/>
                </a:rPr>
                <a:t>胜</a:t>
              </a:r>
              <a:r>
                <a:rPr lang="en-US" altLang="zh-CN" dirty="0">
                  <a:latin typeface="Times New Roman" panose="02020603050405020304" pitchFamily="18" charset="0"/>
                </a:rPr>
                <a:t> 1 </a:t>
              </a:r>
              <a:r>
                <a:rPr lang="zh-CN" altLang="en-US" dirty="0">
                  <a:latin typeface="Times New Roman" panose="02020603050405020304" pitchFamily="18" charset="0"/>
                </a:rPr>
                <a:t>局</a:t>
              </a:r>
              <a:r>
                <a:rPr lang="en-US" altLang="zh-CN" dirty="0">
                  <a:latin typeface="Times New Roman" panose="02020603050405020304" pitchFamily="18" charset="0"/>
                </a:rPr>
                <a:t>)</a:t>
              </a:r>
              <a:r>
                <a:rPr lang="zh-CN" altLang="en-US" dirty="0">
                  <a:latin typeface="Times New Roman" panose="02020603050405020304" pitchFamily="18" charset="0"/>
                </a:rPr>
                <a:t>与上述结果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99" name="Text Box 7"/>
            <p:cNvSpPr txBox="1"/>
            <p:nvPr/>
          </p:nvSpPr>
          <p:spPr>
            <a:xfrm>
              <a:off x="656" y="2366"/>
              <a:ext cx="84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相结合</a:t>
              </a:r>
              <a:r>
                <a:rPr lang="en-US" altLang="zh-CN" dirty="0">
                  <a:latin typeface="Times New Roman" panose="02020603050405020304" pitchFamily="18" charset="0"/>
                </a:rPr>
                <a:t>,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7200" name="Text Box 8"/>
            <p:cNvSpPr txBox="1"/>
            <p:nvPr/>
          </p:nvSpPr>
          <p:spPr>
            <a:xfrm>
              <a:off x="1458" y="2366"/>
              <a:ext cx="1883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</a:rPr>
                <a:t>A,</a:t>
              </a:r>
              <a:r>
                <a:rPr lang="zh-CN" altLang="en-US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</a:rPr>
                <a:t>B </a:t>
              </a:r>
              <a:r>
                <a:rPr lang="zh-CN" altLang="en-US" dirty="0">
                  <a:latin typeface="Times New Roman" panose="02020603050405020304" pitchFamily="18" charset="0"/>
                </a:rPr>
                <a:t>共赌了 </a:t>
              </a:r>
              <a:r>
                <a:rPr lang="en-US" altLang="zh-CN" dirty="0">
                  <a:latin typeface="Times New Roman" panose="02020603050405020304" pitchFamily="18" charset="0"/>
                </a:rPr>
                <a:t>5 </a:t>
              </a:r>
              <a:r>
                <a:rPr lang="zh-CN" altLang="en-US" dirty="0">
                  <a:latin typeface="Times New Roman" panose="02020603050405020304" pitchFamily="18" charset="0"/>
                </a:rPr>
                <a:t>局</a:t>
              </a:r>
              <a:r>
                <a:rPr lang="en-US" altLang="zh-CN" dirty="0">
                  <a:latin typeface="Times New Roman" panose="02020603050405020304" pitchFamily="18" charset="0"/>
                </a:rPr>
                <a:t>,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endParaRPr lang="en-US" altLang="zh-CN" b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8249" name="Text Box 9"/>
          <p:cNvSpPr txBox="1"/>
          <p:nvPr/>
        </p:nvSpPr>
        <p:spPr>
          <a:xfrm>
            <a:off x="3124200" y="5065713"/>
            <a:ext cx="7137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 A</a:t>
            </a:r>
            <a:endParaRPr lang="en-US" altLang="zh-CN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50" name="Rectangle 10"/>
          <p:cNvSpPr/>
          <p:nvPr/>
        </p:nvSpPr>
        <p:spPr>
          <a:xfrm>
            <a:off x="4511675" y="5097463"/>
            <a:ext cx="7467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B</a:t>
            </a:r>
            <a:endParaRPr lang="en-US" altLang="zh-CN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51" name="Rectangle 11"/>
          <p:cNvSpPr/>
          <p:nvPr/>
        </p:nvSpPr>
        <p:spPr>
          <a:xfrm>
            <a:off x="5730875" y="5097463"/>
            <a:ext cx="8356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FF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endParaRPr lang="en-US" altLang="zh-CN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52" name="Rectangle 12"/>
          <p:cNvSpPr/>
          <p:nvPr/>
        </p:nvSpPr>
        <p:spPr>
          <a:xfrm>
            <a:off x="6950075" y="5097780"/>
            <a:ext cx="9620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i="1" dirty="0">
                <a:solidFill>
                  <a:srgbClr val="0000FF"/>
                </a:solidFill>
                <a:latin typeface="Times New Roman" panose="02020603050405020304" pitchFamily="18" charset="0"/>
              </a:rPr>
              <a:t>B B</a:t>
            </a:r>
            <a:endParaRPr lang="en-US" altLang="zh-CN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53" name="Rectangle 13"/>
          <p:cNvSpPr/>
          <p:nvPr/>
        </p:nvSpPr>
        <p:spPr>
          <a:xfrm>
            <a:off x="2989263" y="5097463"/>
            <a:ext cx="3657600" cy="549275"/>
          </a:xfrm>
          <a:prstGeom prst="rect">
            <a:avLst/>
          </a:prstGeom>
          <a:noFill/>
          <a:ln w="28575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38254" name="Rectangle 14"/>
          <p:cNvSpPr/>
          <p:nvPr/>
        </p:nvSpPr>
        <p:spPr>
          <a:xfrm>
            <a:off x="4503738" y="5721350"/>
            <a:ext cx="10826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胜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8255" name="Rectangle 15"/>
          <p:cNvSpPr/>
          <p:nvPr/>
        </p:nvSpPr>
        <p:spPr>
          <a:xfrm>
            <a:off x="6873875" y="5095875"/>
            <a:ext cx="914400" cy="534988"/>
          </a:xfrm>
          <a:prstGeom prst="rect">
            <a:avLst/>
          </a:prstGeom>
          <a:noFill/>
          <a:ln w="28575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138256" name="Rectangle 16"/>
          <p:cNvSpPr/>
          <p:nvPr/>
        </p:nvSpPr>
        <p:spPr>
          <a:xfrm>
            <a:off x="6961188" y="5721350"/>
            <a:ext cx="9858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i="1" dirty="0">
                <a:solidFill>
                  <a:srgbClr val="3333FF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胜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82" name="Text Box 17"/>
          <p:cNvSpPr txBox="1"/>
          <p:nvPr/>
        </p:nvSpPr>
        <p:spPr>
          <a:xfrm>
            <a:off x="838200" y="692150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分析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183" name="Text Box 18"/>
          <p:cNvSpPr txBox="1"/>
          <p:nvPr/>
        </p:nvSpPr>
        <p:spPr>
          <a:xfrm>
            <a:off x="1828800" y="714375"/>
            <a:ext cx="61950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设继续赌</a:t>
            </a:r>
            <a:r>
              <a:rPr lang="en-US" altLang="zh-CN" dirty="0">
                <a:latin typeface="Times New Roman" panose="02020603050405020304" pitchFamily="18" charset="0"/>
              </a:rPr>
              <a:t> 2 </a:t>
            </a:r>
            <a:r>
              <a:rPr lang="zh-CN" altLang="en-US" dirty="0">
                <a:latin typeface="Times New Roman" panose="02020603050405020304" pitchFamily="18" charset="0"/>
              </a:rPr>
              <a:t>局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则结果有以下</a:t>
            </a:r>
            <a:r>
              <a:rPr lang="en-US" altLang="zh-CN" dirty="0">
                <a:latin typeface="Times New Roman" panose="02020603050405020304" pitchFamily="18" charset="0"/>
              </a:rPr>
              <a:t> 4 </a:t>
            </a:r>
            <a:r>
              <a:rPr lang="zh-CN" altLang="en-US" dirty="0">
                <a:latin typeface="Times New Roman" panose="02020603050405020304" pitchFamily="18" charset="0"/>
              </a:rPr>
              <a:t>种情况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8259" name="Text Box 19"/>
          <p:cNvSpPr txBox="1"/>
          <p:nvPr/>
        </p:nvSpPr>
        <p:spPr>
          <a:xfrm>
            <a:off x="1524000" y="1328738"/>
            <a:ext cx="7493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 A</a:t>
            </a:r>
            <a:endParaRPr lang="en-US" altLang="zh-CN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60" name="Rectangle 20"/>
          <p:cNvSpPr/>
          <p:nvPr/>
        </p:nvSpPr>
        <p:spPr>
          <a:xfrm>
            <a:off x="3581400" y="1328738"/>
            <a:ext cx="7493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endParaRPr lang="en-US" altLang="zh-CN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61" name="Rectangle 21"/>
          <p:cNvSpPr/>
          <p:nvPr/>
        </p:nvSpPr>
        <p:spPr>
          <a:xfrm>
            <a:off x="5334000" y="1328738"/>
            <a:ext cx="838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FF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endParaRPr lang="en-US" altLang="zh-CN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62" name="Rectangle 22"/>
          <p:cNvSpPr/>
          <p:nvPr/>
        </p:nvSpPr>
        <p:spPr>
          <a:xfrm>
            <a:off x="7162800" y="1328738"/>
            <a:ext cx="7493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i="1" dirty="0">
                <a:solidFill>
                  <a:srgbClr val="0000FF"/>
                </a:solidFill>
                <a:latin typeface="Times New Roman" panose="02020603050405020304" pitchFamily="18" charset="0"/>
              </a:rPr>
              <a:t>B B</a:t>
            </a:r>
            <a:endParaRPr lang="en-US" altLang="zh-CN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63" name="Rectangle 23"/>
          <p:cNvSpPr/>
          <p:nvPr/>
        </p:nvSpPr>
        <p:spPr>
          <a:xfrm>
            <a:off x="1239838" y="1843088"/>
            <a:ext cx="14617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胜</a:t>
            </a:r>
            <a:r>
              <a:rPr lang="en-US" altLang="zh-CN" i="1" dirty="0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8264" name="Rectangle 24"/>
          <p:cNvSpPr/>
          <p:nvPr/>
        </p:nvSpPr>
        <p:spPr>
          <a:xfrm>
            <a:off x="1239838" y="2354263"/>
            <a:ext cx="14617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胜</a:t>
            </a:r>
            <a:r>
              <a:rPr lang="en-US" altLang="zh-CN" i="1" dirty="0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8265" name="Rectangle 25"/>
          <p:cNvSpPr/>
          <p:nvPr/>
        </p:nvSpPr>
        <p:spPr>
          <a:xfrm>
            <a:off x="3221038" y="1843088"/>
            <a:ext cx="14617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胜</a:t>
            </a:r>
            <a:r>
              <a:rPr lang="en-US" altLang="zh-CN" i="1" dirty="0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8266" name="Rectangle 26"/>
          <p:cNvSpPr/>
          <p:nvPr/>
        </p:nvSpPr>
        <p:spPr>
          <a:xfrm>
            <a:off x="3233738" y="2376488"/>
            <a:ext cx="14617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胜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8267" name="Rectangle 27"/>
          <p:cNvSpPr/>
          <p:nvPr/>
        </p:nvSpPr>
        <p:spPr>
          <a:xfrm>
            <a:off x="5126038" y="1843088"/>
            <a:ext cx="14617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胜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8268" name="Rectangle 28"/>
          <p:cNvSpPr/>
          <p:nvPr/>
        </p:nvSpPr>
        <p:spPr>
          <a:xfrm>
            <a:off x="5138738" y="2376488"/>
            <a:ext cx="15506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胜</a:t>
            </a:r>
            <a:r>
              <a:rPr lang="en-US" altLang="zh-CN" i="1" dirty="0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负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8269" name="Rectangle 29"/>
          <p:cNvSpPr/>
          <p:nvPr/>
        </p:nvSpPr>
        <p:spPr>
          <a:xfrm>
            <a:off x="6878638" y="1843088"/>
            <a:ext cx="14617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胜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8270" name="Rectangle 30"/>
          <p:cNvSpPr/>
          <p:nvPr/>
        </p:nvSpPr>
        <p:spPr>
          <a:xfrm>
            <a:off x="6858000" y="2368550"/>
            <a:ext cx="14617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3333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胜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96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1174750" y="1843088"/>
            <a:ext cx="71437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8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8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3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3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3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/>
      <p:bldP spid="138243" grpId="0"/>
      <p:bldP spid="138244" grpId="0"/>
      <p:bldP spid="138249" grpId="0"/>
      <p:bldP spid="138250" grpId="0"/>
      <p:bldP spid="138251" grpId="0"/>
      <p:bldP spid="138252" grpId="0"/>
      <p:bldP spid="138254" grpId="0"/>
      <p:bldP spid="138256" grpId="0"/>
      <p:bldP spid="138259" grpId="0"/>
      <p:bldP spid="138260" grpId="0"/>
      <p:bldP spid="138261" grpId="0"/>
      <p:bldP spid="138262" grpId="0"/>
      <p:bldP spid="138263" grpId="0"/>
      <p:bldP spid="138264" grpId="0"/>
      <p:bldP spid="138265" grpId="0"/>
      <p:bldP spid="138266" grpId="0"/>
      <p:bldP spid="138267" grpId="0"/>
      <p:bldP spid="138268" grpId="0"/>
      <p:bldP spid="138269" grpId="0"/>
      <p:bldP spid="13827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Text Box 2"/>
          <p:cNvSpPr txBox="1"/>
          <p:nvPr/>
        </p:nvSpPr>
        <p:spPr>
          <a:xfrm>
            <a:off x="914400" y="2963863"/>
            <a:ext cx="5791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因此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应“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期望</a:t>
            </a:r>
            <a:r>
              <a:rPr lang="zh-CN" altLang="en-US" dirty="0">
                <a:latin typeface="Times New Roman" panose="02020603050405020304" pitchFamily="18" charset="0"/>
              </a:rPr>
              <a:t>”得到的赌金为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9267" name="Object 3"/>
          <p:cNvGraphicFramePr>
            <a:graphicFrameLocks noChangeAspect="1"/>
          </p:cNvGraphicFramePr>
          <p:nvPr/>
        </p:nvGraphicFramePr>
        <p:xfrm>
          <a:off x="2681288" y="3644900"/>
          <a:ext cx="2057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2057400" imgH="825500" progId="Equation.3">
                  <p:embed/>
                </p:oleObj>
              </mc:Choice>
              <mc:Fallback>
                <p:oleObj name="" r:id="rId1" imgW="2057400" imgH="8255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81288" y="3644900"/>
                        <a:ext cx="20574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4811713" y="3848100"/>
          <a:ext cx="1536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1536700" imgH="419100" progId="Equation.3">
                  <p:embed/>
                </p:oleObj>
              </mc:Choice>
              <mc:Fallback>
                <p:oleObj name="" r:id="rId3" imgW="1536700" imgH="4191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11713" y="3848100"/>
                        <a:ext cx="15367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69" name="Rectangle 5"/>
          <p:cNvSpPr/>
          <p:nvPr/>
        </p:nvSpPr>
        <p:spPr>
          <a:xfrm>
            <a:off x="914400" y="4660900"/>
            <a:ext cx="50660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而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应“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期望</a:t>
            </a:r>
            <a:r>
              <a:rPr lang="zh-CN" altLang="en-US" dirty="0">
                <a:latin typeface="Times New Roman" panose="02020603050405020304" pitchFamily="18" charset="0"/>
              </a:rPr>
              <a:t>”得到的赌金为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9270" name="Object 6"/>
          <p:cNvGraphicFramePr>
            <a:graphicFrameLocks noChangeAspect="1"/>
          </p:cNvGraphicFramePr>
          <p:nvPr/>
        </p:nvGraphicFramePr>
        <p:xfrm>
          <a:off x="2690813" y="5413375"/>
          <a:ext cx="2057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2057400" imgH="825500" progId="Equation.3">
                  <p:embed/>
                </p:oleObj>
              </mc:Choice>
              <mc:Fallback>
                <p:oleObj name="" r:id="rId5" imgW="2057400" imgH="8255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90813" y="5413375"/>
                        <a:ext cx="20574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1" name="Object 7"/>
          <p:cNvGraphicFramePr>
            <a:graphicFrameLocks noChangeAspect="1"/>
          </p:cNvGraphicFramePr>
          <p:nvPr/>
        </p:nvGraphicFramePr>
        <p:xfrm>
          <a:off x="4787900" y="5635625"/>
          <a:ext cx="1371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7" imgW="1371600" imgH="419100" progId="Equation.3">
                  <p:embed/>
                </p:oleObj>
              </mc:Choice>
              <mc:Fallback>
                <p:oleObj name="" r:id="rId7" imgW="1371600" imgH="4191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87900" y="5635625"/>
                        <a:ext cx="13716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Rectangle 8"/>
          <p:cNvSpPr/>
          <p:nvPr/>
        </p:nvSpPr>
        <p:spPr>
          <a:xfrm>
            <a:off x="914400" y="692150"/>
            <a:ext cx="4572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故在赌技相同的情况下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225" name="Rectangle 9"/>
          <p:cNvSpPr/>
          <p:nvPr/>
        </p:nvSpPr>
        <p:spPr>
          <a:xfrm>
            <a:off x="4787900" y="692150"/>
            <a:ext cx="29559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最终获胜的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14400" y="1377950"/>
            <a:ext cx="3729038" cy="519113"/>
            <a:chOff x="914400" y="1377950"/>
            <a:chExt cx="3729038" cy="519113"/>
          </a:xfrm>
        </p:grpSpPr>
        <p:sp>
          <p:nvSpPr>
            <p:cNvPr id="9232" name="Text Box 10"/>
            <p:cNvSpPr txBox="1"/>
            <p:nvPr/>
          </p:nvSpPr>
          <p:spPr>
            <a:xfrm>
              <a:off x="914400" y="1377950"/>
              <a:ext cx="3054350" cy="519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可能性大小之比为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233" name="Object 11"/>
            <p:cNvGraphicFramePr>
              <a:graphicFrameLocks noChangeAspect="1"/>
            </p:cNvGraphicFramePr>
            <p:nvPr/>
          </p:nvGraphicFramePr>
          <p:xfrm>
            <a:off x="3957638" y="1497013"/>
            <a:ext cx="6858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9" imgW="690880" imgH="369570" progId="Equation.3">
                    <p:embed/>
                  </p:oleObj>
                </mc:Choice>
                <mc:Fallback>
                  <p:oleObj name="" r:id="rId9" imgW="690880" imgH="36957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57638" y="1497013"/>
                          <a:ext cx="685800" cy="368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9276" name="Group 12"/>
          <p:cNvGrpSpPr/>
          <p:nvPr/>
        </p:nvGrpSpPr>
        <p:grpSpPr>
          <a:xfrm>
            <a:off x="914400" y="1889125"/>
            <a:ext cx="7696200" cy="901700"/>
            <a:chOff x="576" y="2880"/>
            <a:chExt cx="4848" cy="568"/>
          </a:xfrm>
        </p:grpSpPr>
        <p:sp>
          <p:nvSpPr>
            <p:cNvPr id="9229" name="Text Box 13"/>
            <p:cNvSpPr txBox="1"/>
            <p:nvPr/>
          </p:nvSpPr>
          <p:spPr>
            <a:xfrm>
              <a:off x="576" y="3024"/>
              <a:ext cx="48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即 </a:t>
              </a:r>
              <a:r>
                <a:rPr lang="en-US" altLang="zh-CN" i="1" dirty="0">
                  <a:latin typeface="Times New Roman" panose="02020603050405020304" pitchFamily="18" charset="0"/>
                </a:rPr>
                <a:t>A </a:t>
              </a:r>
              <a:r>
                <a:rPr lang="zh-CN" altLang="en-US" dirty="0">
                  <a:latin typeface="Times New Roman" panose="02020603050405020304" pitchFamily="18" charset="0"/>
                </a:rPr>
                <a:t>应获得赌金的       </a:t>
              </a:r>
              <a:r>
                <a:rPr lang="en-US" altLang="zh-CN" i="1" dirty="0">
                  <a:latin typeface="Times New Roman" panose="02020603050405020304" pitchFamily="18" charset="0"/>
                </a:rPr>
                <a:t>B </a:t>
              </a:r>
              <a:r>
                <a:rPr lang="zh-CN" altLang="en-US" dirty="0">
                  <a:latin typeface="Times New Roman" panose="02020603050405020304" pitchFamily="18" charset="0"/>
                </a:rPr>
                <a:t>应获得赌金的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230" name="Object 14"/>
            <p:cNvGraphicFramePr>
              <a:graphicFrameLocks noChangeAspect="1"/>
            </p:cNvGraphicFramePr>
            <p:nvPr/>
          </p:nvGraphicFramePr>
          <p:xfrm>
            <a:off x="2520" y="2928"/>
            <a:ext cx="224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1" imgW="355600" imgH="824865" progId="Equation.3">
                    <p:embed/>
                  </p:oleObj>
                </mc:Choice>
                <mc:Fallback>
                  <p:oleObj name="" r:id="rId11" imgW="355600" imgH="824865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520" y="2928"/>
                          <a:ext cx="224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1" name="Object 15"/>
            <p:cNvGraphicFramePr>
              <a:graphicFrameLocks noChangeAspect="1"/>
            </p:cNvGraphicFramePr>
            <p:nvPr/>
          </p:nvGraphicFramePr>
          <p:xfrm>
            <a:off x="4468" y="2880"/>
            <a:ext cx="216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3" imgW="342900" imgH="825500" progId="Equation.3">
                    <p:embed/>
                  </p:oleObj>
                </mc:Choice>
                <mc:Fallback>
                  <p:oleObj name="" r:id="rId13" imgW="342900" imgH="8255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468" y="2880"/>
                          <a:ext cx="216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8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6" grpId="0"/>
      <p:bldP spid="1392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Rectangle 2"/>
          <p:cNvSpPr/>
          <p:nvPr/>
        </p:nvSpPr>
        <p:spPr>
          <a:xfrm>
            <a:off x="914400" y="3543300"/>
            <a:ext cx="70713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因而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期望得到的赌金即为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的“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期望</a:t>
            </a:r>
            <a:r>
              <a:rPr lang="zh-CN" altLang="en-US" dirty="0">
                <a:latin typeface="Times New Roman" panose="02020603050405020304" pitchFamily="18" charset="0"/>
              </a:rPr>
              <a:t>”值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0293" name="Rectangle 5"/>
          <p:cNvSpPr/>
          <p:nvPr/>
        </p:nvSpPr>
        <p:spPr>
          <a:xfrm>
            <a:off x="1444625" y="5214938"/>
            <a:ext cx="73120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i="1" dirty="0">
                <a:latin typeface="宋体" panose="02010600030101010101" pitchFamily="2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的可能值与</a:t>
            </a:r>
            <a:r>
              <a:rPr lang="en-US" altLang="zh-CN" i="1" dirty="0">
                <a:latin typeface="Times New Roman" panose="02020603050405020304" pitchFamily="18" charset="0"/>
              </a:rPr>
              <a:t> X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取到该值的概率之积的累加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40296" name="Object 8"/>
          <p:cNvGraphicFramePr>
            <a:graphicFrameLocks noChangeAspect="1"/>
          </p:cNvGraphicFramePr>
          <p:nvPr/>
        </p:nvGraphicFramePr>
        <p:xfrm>
          <a:off x="2743200" y="4227513"/>
          <a:ext cx="3657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657600" imgH="825500" progId="Equation.3">
                  <p:embed/>
                </p:oleObj>
              </mc:Choice>
              <mc:Fallback>
                <p:oleObj name="" r:id="rId1" imgW="3657600" imgH="8255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3200" y="4227513"/>
                        <a:ext cx="36576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8" name="Text Box 10"/>
          <p:cNvSpPr txBox="1"/>
          <p:nvPr/>
        </p:nvSpPr>
        <p:spPr>
          <a:xfrm>
            <a:off x="914400" y="5224463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70" name="Rectangle 11"/>
          <p:cNvSpPr/>
          <p:nvPr/>
        </p:nvSpPr>
        <p:spPr>
          <a:xfrm>
            <a:off x="909638" y="692150"/>
            <a:ext cx="7839075" cy="1146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设随机变量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为在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胜 </a:t>
            </a:r>
            <a:r>
              <a:rPr lang="en-US" altLang="zh-CN" dirty="0">
                <a:latin typeface="Times New Roman" panose="02020603050405020304" pitchFamily="18" charset="0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</a:rPr>
              <a:t>局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胜</a:t>
            </a:r>
            <a:r>
              <a:rPr lang="en-US" altLang="zh-CN" dirty="0">
                <a:latin typeface="Times New Roman" panose="02020603050405020304" pitchFamily="18" charset="0"/>
              </a:rPr>
              <a:t> 1 </a:t>
            </a:r>
            <a:r>
              <a:rPr lang="zh-CN" altLang="en-US" dirty="0">
                <a:latin typeface="Times New Roman" panose="02020603050405020304" pitchFamily="18" charset="0"/>
              </a:rPr>
              <a:t>局的前提下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继续赌下去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最终得到的赌金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0300" name="Rectangle 12"/>
          <p:cNvSpPr/>
          <p:nvPr/>
        </p:nvSpPr>
        <p:spPr>
          <a:xfrm>
            <a:off x="914400" y="1925638"/>
            <a:ext cx="28613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的可能值为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0301" name="Object 13"/>
          <p:cNvGraphicFramePr>
            <a:graphicFrameLocks noChangeAspect="1"/>
          </p:cNvGraphicFramePr>
          <p:nvPr/>
        </p:nvGraphicFramePr>
        <p:xfrm>
          <a:off x="4572000" y="2047875"/>
          <a:ext cx="571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571500" imgH="317500" progId="Equation.3">
                  <p:embed/>
                </p:oleObj>
              </mc:Choice>
              <mc:Fallback>
                <p:oleObj name="" r:id="rId3" imgW="571500" imgH="3175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0" y="2047875"/>
                        <a:ext cx="5715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2" name="Object 14"/>
          <p:cNvGraphicFramePr>
            <a:graphicFrameLocks noChangeAspect="1"/>
          </p:cNvGraphicFramePr>
          <p:nvPr/>
        </p:nvGraphicFramePr>
        <p:xfrm>
          <a:off x="6096000" y="2047875"/>
          <a:ext cx="203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203200" imgH="317500" progId="Equation.3">
                  <p:embed/>
                </p:oleObj>
              </mc:Choice>
              <mc:Fallback>
                <p:oleObj name="" r:id="rId5" imgW="203200" imgH="3175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0" y="2047875"/>
                        <a:ext cx="2032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03" name="Text Box 15"/>
          <p:cNvSpPr txBox="1"/>
          <p:nvPr/>
        </p:nvSpPr>
        <p:spPr>
          <a:xfrm>
            <a:off x="914400" y="2686050"/>
            <a:ext cx="208851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概率分别为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0304" name="Object 16"/>
          <p:cNvGraphicFramePr>
            <a:graphicFrameLocks noChangeAspect="1"/>
          </p:cNvGraphicFramePr>
          <p:nvPr/>
        </p:nvGraphicFramePr>
        <p:xfrm>
          <a:off x="4733925" y="2603500"/>
          <a:ext cx="241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241300" imgH="825500" progId="Equation.3">
                  <p:embed/>
                </p:oleObj>
              </mc:Choice>
              <mc:Fallback>
                <p:oleObj name="" r:id="rId7" imgW="241300" imgH="8255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33925" y="2603500"/>
                        <a:ext cx="2413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05" name="Object 17"/>
          <p:cNvGraphicFramePr>
            <a:graphicFrameLocks noChangeAspect="1"/>
          </p:cNvGraphicFramePr>
          <p:nvPr/>
        </p:nvGraphicFramePr>
        <p:xfrm>
          <a:off x="6100763" y="2603500"/>
          <a:ext cx="228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9" imgW="228600" imgH="825500" progId="Equation.3">
                  <p:embed/>
                </p:oleObj>
              </mc:Choice>
              <mc:Fallback>
                <p:oleObj name="" r:id="rId9" imgW="228600" imgH="8255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00763" y="2603500"/>
                        <a:ext cx="2286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7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charRg st="32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0">
                                            <p:txEl>
                                              <p:charRg st="32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/>
      <p:bldP spid="140293" grpId="0"/>
      <p:bldP spid="140298" grpId="0"/>
      <p:bldP spid="140300" grpId="0"/>
      <p:bldP spid="14030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4" name="Text Box 2"/>
          <p:cNvSpPr txBox="1"/>
          <p:nvPr/>
        </p:nvSpPr>
        <p:spPr>
          <a:xfrm>
            <a:off x="838200" y="1508125"/>
            <a:ext cx="5173663" cy="14471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b="0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设某射击手在同样条件下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相继射击 </a:t>
            </a:r>
            <a:r>
              <a:rPr lang="en-US" altLang="zh-CN" dirty="0">
                <a:latin typeface="Times New Roman" panose="02020603050405020304" pitchFamily="18" charset="0"/>
              </a:rPr>
              <a:t>90 </a:t>
            </a:r>
            <a:r>
              <a:rPr lang="zh-CN" altLang="en-US" dirty="0">
                <a:latin typeface="Times New Roman" panose="02020603050405020304" pitchFamily="18" charset="0"/>
              </a:rPr>
              <a:t>次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命中环数记录如下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315" name="Text Box 3"/>
          <p:cNvSpPr txBox="1"/>
          <p:nvPr/>
        </p:nvSpPr>
        <p:spPr>
          <a:xfrm>
            <a:off x="838200" y="692150"/>
            <a:ext cx="324612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引例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3200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3200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射击问题</a:t>
            </a:r>
            <a:endParaRPr lang="zh-CN" altLang="en-US" sz="3200" dirty="0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1316" name="Text Box 4"/>
          <p:cNvSpPr txBox="1"/>
          <p:nvPr/>
        </p:nvSpPr>
        <p:spPr>
          <a:xfrm>
            <a:off x="842963" y="5516563"/>
            <a:ext cx="57232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问该射手平均每次射击命中多少环</a:t>
            </a:r>
            <a:r>
              <a:rPr lang="en-US" altLang="zh-CN" dirty="0">
                <a:latin typeface="Times New Roman" panose="02020603050405020304" pitchFamily="18" charset="0"/>
              </a:rPr>
              <a:t>?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141348" name="Group 36"/>
          <p:cNvGrpSpPr/>
          <p:nvPr/>
        </p:nvGrpSpPr>
        <p:grpSpPr>
          <a:xfrm>
            <a:off x="969963" y="3116263"/>
            <a:ext cx="7543800" cy="2209800"/>
            <a:chOff x="576" y="2064"/>
            <a:chExt cx="4752" cy="1392"/>
          </a:xfrm>
        </p:grpSpPr>
        <p:sp>
          <p:nvSpPr>
            <p:cNvPr id="13320" name="Rectangle 6"/>
            <p:cNvSpPr/>
            <p:nvPr/>
          </p:nvSpPr>
          <p:spPr>
            <a:xfrm>
              <a:off x="576" y="2064"/>
              <a:ext cx="4752" cy="1392"/>
            </a:xfrm>
            <a:prstGeom prst="rect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3321" name="Line 7"/>
            <p:cNvSpPr/>
            <p:nvPr/>
          </p:nvSpPr>
          <p:spPr>
            <a:xfrm flipV="1">
              <a:off x="576" y="2423"/>
              <a:ext cx="4705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22" name="Line 8"/>
            <p:cNvSpPr/>
            <p:nvPr/>
          </p:nvSpPr>
          <p:spPr>
            <a:xfrm>
              <a:off x="576" y="2832"/>
              <a:ext cx="4752" cy="1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23" name="Line 9"/>
            <p:cNvSpPr/>
            <p:nvPr/>
          </p:nvSpPr>
          <p:spPr>
            <a:xfrm>
              <a:off x="2035" y="2064"/>
              <a:ext cx="1" cy="1392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3324" name="Object 10"/>
            <p:cNvGraphicFramePr>
              <a:graphicFrameLocks noChangeAspect="1"/>
            </p:cNvGraphicFramePr>
            <p:nvPr/>
          </p:nvGraphicFramePr>
          <p:xfrm>
            <a:off x="2208" y="2160"/>
            <a:ext cx="289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1" imgW="4508500" imgH="393700" progId="Equation.3">
                    <p:embed/>
                  </p:oleObj>
                </mc:Choice>
                <mc:Fallback>
                  <p:oleObj name="" r:id="rId1" imgW="4508500" imgH="3937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208" y="2160"/>
                          <a:ext cx="2892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5" name="Object 11"/>
            <p:cNvGraphicFramePr>
              <a:graphicFrameLocks noChangeAspect="1"/>
            </p:cNvGraphicFramePr>
            <p:nvPr/>
          </p:nvGraphicFramePr>
          <p:xfrm>
            <a:off x="2208" y="2544"/>
            <a:ext cx="128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3" imgW="2260600" imgH="393700" progId="Equation.3">
                    <p:embed/>
                  </p:oleObj>
                </mc:Choice>
                <mc:Fallback>
                  <p:oleObj name="" r:id="rId3" imgW="2260600" imgH="3937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08" y="2544"/>
                          <a:ext cx="1285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6" name="Object 12"/>
            <p:cNvGraphicFramePr>
              <a:graphicFrameLocks noChangeAspect="1"/>
            </p:cNvGraphicFramePr>
            <p:nvPr/>
          </p:nvGraphicFramePr>
          <p:xfrm>
            <a:off x="3815" y="2544"/>
            <a:ext cx="77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5" imgW="1256665" imgH="393700" progId="Equation.3">
                    <p:embed/>
                  </p:oleObj>
                </mc:Choice>
                <mc:Fallback>
                  <p:oleObj name="" r:id="rId5" imgW="1256665" imgH="3937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15" y="2544"/>
                          <a:ext cx="776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Object 13"/>
            <p:cNvGraphicFramePr>
              <a:graphicFrameLocks noChangeAspect="1"/>
            </p:cNvGraphicFramePr>
            <p:nvPr/>
          </p:nvGraphicFramePr>
          <p:xfrm>
            <a:off x="4899" y="2544"/>
            <a:ext cx="243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7" imgW="393065" imgH="317500" progId="Equation.3">
                    <p:embed/>
                  </p:oleObj>
                </mc:Choice>
                <mc:Fallback>
                  <p:oleObj name="" r:id="rId7" imgW="393065" imgH="3175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99" y="2544"/>
                          <a:ext cx="243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Object 14"/>
            <p:cNvGraphicFramePr>
              <a:graphicFrameLocks noChangeAspect="1"/>
            </p:cNvGraphicFramePr>
            <p:nvPr/>
          </p:nvGraphicFramePr>
          <p:xfrm>
            <a:off x="2170" y="2886"/>
            <a:ext cx="148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9" imgW="2908300" imgH="838200" progId="Equation.3">
                    <p:embed/>
                  </p:oleObj>
                </mc:Choice>
                <mc:Fallback>
                  <p:oleObj name="" r:id="rId9" imgW="2908300" imgH="8382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70" y="2886"/>
                          <a:ext cx="1480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9" name="Object 15"/>
            <p:cNvGraphicFramePr>
              <a:graphicFrameLocks noChangeAspect="1"/>
            </p:cNvGraphicFramePr>
            <p:nvPr/>
          </p:nvGraphicFramePr>
          <p:xfrm>
            <a:off x="3809" y="2886"/>
            <a:ext cx="82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1" imgW="1231265" imgH="837565" progId="Equation.3">
                    <p:embed/>
                  </p:oleObj>
                </mc:Choice>
                <mc:Fallback>
                  <p:oleObj name="" r:id="rId11" imgW="1231265" imgH="837565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809" y="2886"/>
                          <a:ext cx="824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0" name="Object 16"/>
            <p:cNvGraphicFramePr>
              <a:graphicFrameLocks noChangeAspect="1"/>
            </p:cNvGraphicFramePr>
            <p:nvPr/>
          </p:nvGraphicFramePr>
          <p:xfrm>
            <a:off x="4887" y="2886"/>
            <a:ext cx="245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13" imgW="419100" imgH="838200" progId="Equation.3">
                    <p:embed/>
                  </p:oleObj>
                </mc:Choice>
                <mc:Fallback>
                  <p:oleObj name="" r:id="rId13" imgW="419100" imgH="8382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887" y="2886"/>
                          <a:ext cx="245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1" name="Rectangle 17"/>
            <p:cNvSpPr/>
            <p:nvPr/>
          </p:nvSpPr>
          <p:spPr>
            <a:xfrm>
              <a:off x="717" y="2076"/>
              <a:ext cx="11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命中环数 </a:t>
              </a:r>
              <a:r>
                <a:rPr lang="en-US" altLang="zh-CN" i="1" dirty="0">
                  <a:latin typeface="Times New Roman" panose="02020603050405020304" pitchFamily="18" charset="0"/>
                </a:rPr>
                <a:t>k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3332" name="Text Box 18"/>
            <p:cNvSpPr txBox="1"/>
            <p:nvPr/>
          </p:nvSpPr>
          <p:spPr>
            <a:xfrm>
              <a:off x="717" y="2454"/>
              <a:ext cx="10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命中次数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3333" name="Rectangle 19"/>
            <p:cNvSpPr/>
            <p:nvPr/>
          </p:nvSpPr>
          <p:spPr>
            <a:xfrm>
              <a:off x="858" y="2982"/>
              <a:ext cx="5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频率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34" name="Object 20"/>
            <p:cNvGraphicFramePr>
              <a:graphicFrameLocks noChangeAspect="1"/>
            </p:cNvGraphicFramePr>
            <p:nvPr/>
          </p:nvGraphicFramePr>
          <p:xfrm>
            <a:off x="1705" y="2502"/>
            <a:ext cx="21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15" imgW="342900" imgH="431800" progId="Equation.3">
                    <p:embed/>
                  </p:oleObj>
                </mc:Choice>
                <mc:Fallback>
                  <p:oleObj name="" r:id="rId15" imgW="342900" imgH="4318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705" y="2502"/>
                          <a:ext cx="21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5" name="Object 21"/>
            <p:cNvGraphicFramePr>
              <a:graphicFrameLocks noChangeAspect="1"/>
            </p:cNvGraphicFramePr>
            <p:nvPr/>
          </p:nvGraphicFramePr>
          <p:xfrm>
            <a:off x="1400" y="2886"/>
            <a:ext cx="243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17" imgW="393700" imgH="837565" progId="Equation.3">
                    <p:embed/>
                  </p:oleObj>
                </mc:Choice>
                <mc:Fallback>
                  <p:oleObj name="" r:id="rId17" imgW="393700" imgH="837565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00" y="2886"/>
                          <a:ext cx="243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41350" name="Picture 38" descr="BD06121_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48413" y="1403350"/>
            <a:ext cx="1752600" cy="1385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9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4" grpId="0"/>
      <p:bldP spid="1413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/>
          <p:nvPr/>
        </p:nvSpPr>
        <p:spPr>
          <a:xfrm>
            <a:off x="914400" y="914400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5363" name="Rectangle 3"/>
          <p:cNvSpPr/>
          <p:nvPr/>
        </p:nvSpPr>
        <p:spPr>
          <a:xfrm>
            <a:off x="1676400" y="914400"/>
            <a:ext cx="23279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平均射中环数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2340" name="Object 4"/>
          <p:cNvGraphicFramePr>
            <a:graphicFrameLocks noChangeAspect="1"/>
          </p:cNvGraphicFramePr>
          <p:nvPr/>
        </p:nvGraphicFramePr>
        <p:xfrm>
          <a:off x="3962400" y="762000"/>
          <a:ext cx="2870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2870200" imgH="876300" progId="Equation.3">
                  <p:embed/>
                </p:oleObj>
              </mc:Choice>
              <mc:Fallback>
                <p:oleObj name="" r:id="rId1" imgW="2870200" imgH="8763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62400" y="762000"/>
                        <a:ext cx="28702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1" name="Object 5"/>
          <p:cNvGraphicFramePr>
            <a:graphicFrameLocks noChangeAspect="1"/>
          </p:cNvGraphicFramePr>
          <p:nvPr/>
        </p:nvGraphicFramePr>
        <p:xfrm>
          <a:off x="1676400" y="1833563"/>
          <a:ext cx="60388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6667500" imgH="838200" progId="Equation.3">
                  <p:embed/>
                </p:oleObj>
              </mc:Choice>
              <mc:Fallback>
                <p:oleObj name="" r:id="rId3" imgW="6667500" imgH="8382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6400" y="1833563"/>
                        <a:ext cx="603885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2" name="Object 6"/>
          <p:cNvGraphicFramePr>
            <a:graphicFrameLocks noChangeAspect="1"/>
          </p:cNvGraphicFramePr>
          <p:nvPr/>
        </p:nvGraphicFramePr>
        <p:xfrm>
          <a:off x="1676400" y="2867025"/>
          <a:ext cx="58420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5" imgW="5842000" imgH="1790700" progId="Equation.3">
                  <p:embed/>
                </p:oleObj>
              </mc:Choice>
              <mc:Fallback>
                <p:oleObj name="" r:id="rId5" imgW="5842000" imgH="17907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6400" y="2867025"/>
                        <a:ext cx="5842000" cy="179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3" name="Object 7"/>
          <p:cNvGraphicFramePr>
            <a:graphicFrameLocks noChangeAspect="1"/>
          </p:cNvGraphicFramePr>
          <p:nvPr/>
        </p:nvGraphicFramePr>
        <p:xfrm>
          <a:off x="3276600" y="5138738"/>
          <a:ext cx="1028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7" imgW="1028065" imgH="317500" progId="Equation.3">
                  <p:embed/>
                </p:oleObj>
              </mc:Choice>
              <mc:Fallback>
                <p:oleObj name="" r:id="rId7" imgW="1028065" imgH="3175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76600" y="5138738"/>
                        <a:ext cx="10287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2344" name="Group 8"/>
          <p:cNvGrpSpPr/>
          <p:nvPr/>
        </p:nvGrpSpPr>
        <p:grpSpPr>
          <a:xfrm>
            <a:off x="2438400" y="3697288"/>
            <a:ext cx="1524000" cy="76200"/>
            <a:chOff x="1536" y="2448"/>
            <a:chExt cx="1152" cy="0"/>
          </a:xfrm>
        </p:grpSpPr>
        <p:sp>
          <p:nvSpPr>
            <p:cNvPr id="15377" name="Line 9"/>
            <p:cNvSpPr/>
            <p:nvPr/>
          </p:nvSpPr>
          <p:spPr>
            <a:xfrm>
              <a:off x="1536" y="2448"/>
              <a:ext cx="336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8" name="Line 10"/>
            <p:cNvSpPr/>
            <p:nvPr/>
          </p:nvSpPr>
          <p:spPr>
            <a:xfrm>
              <a:off x="2352" y="2448"/>
              <a:ext cx="336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2347" name="Group 11"/>
          <p:cNvGrpSpPr/>
          <p:nvPr/>
        </p:nvGrpSpPr>
        <p:grpSpPr>
          <a:xfrm>
            <a:off x="2695575" y="3697288"/>
            <a:ext cx="4900613" cy="990600"/>
            <a:chOff x="1728" y="2304"/>
            <a:chExt cx="3120" cy="624"/>
          </a:xfrm>
        </p:grpSpPr>
        <p:grpSp>
          <p:nvGrpSpPr>
            <p:cNvPr id="15372" name="Group 12"/>
            <p:cNvGrpSpPr/>
            <p:nvPr/>
          </p:nvGrpSpPr>
          <p:grpSpPr>
            <a:xfrm>
              <a:off x="2976" y="2304"/>
              <a:ext cx="1872" cy="48"/>
              <a:chOff x="3216" y="2448"/>
              <a:chExt cx="2016" cy="0"/>
            </a:xfrm>
          </p:grpSpPr>
          <p:sp>
            <p:nvSpPr>
              <p:cNvPr id="15374" name="Line 13"/>
              <p:cNvSpPr/>
              <p:nvPr/>
            </p:nvSpPr>
            <p:spPr>
              <a:xfrm>
                <a:off x="3216" y="2448"/>
                <a:ext cx="336" cy="0"/>
              </a:xfrm>
              <a:prstGeom prst="line">
                <a:avLst/>
              </a:prstGeom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75" name="Line 14"/>
              <p:cNvSpPr/>
              <p:nvPr/>
            </p:nvSpPr>
            <p:spPr>
              <a:xfrm>
                <a:off x="4080" y="2448"/>
                <a:ext cx="336" cy="0"/>
              </a:xfrm>
              <a:prstGeom prst="line">
                <a:avLst/>
              </a:prstGeom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5376" name="Line 15"/>
              <p:cNvSpPr/>
              <p:nvPr/>
            </p:nvSpPr>
            <p:spPr>
              <a:xfrm>
                <a:off x="4896" y="2448"/>
                <a:ext cx="336" cy="0"/>
              </a:xfrm>
              <a:prstGeom prst="line">
                <a:avLst/>
              </a:prstGeom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5373" name="Line 16"/>
            <p:cNvSpPr/>
            <p:nvPr/>
          </p:nvSpPr>
          <p:spPr>
            <a:xfrm>
              <a:off x="1728" y="2928"/>
              <a:ext cx="336" cy="0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42353" name="Object 17"/>
          <p:cNvGraphicFramePr>
            <a:graphicFrameLocks noChangeAspect="1"/>
          </p:cNvGraphicFramePr>
          <p:nvPr/>
        </p:nvGraphicFramePr>
        <p:xfrm>
          <a:off x="1676400" y="4852988"/>
          <a:ext cx="1536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9" imgW="1536700" imgH="952500" progId="Equation.3">
                  <p:embed/>
                </p:oleObj>
              </mc:Choice>
              <mc:Fallback>
                <p:oleObj name="" r:id="rId9" imgW="1536700" imgH="9525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76400" y="4852988"/>
                        <a:ext cx="15367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3789363" y="704850"/>
          <a:ext cx="1536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1536700" imgH="952500" progId="Equation.3">
                  <p:embed/>
                </p:oleObj>
              </mc:Choice>
              <mc:Fallback>
                <p:oleObj name="" r:id="rId1" imgW="1536700" imgH="9525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89363" y="704850"/>
                        <a:ext cx="15367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Rectangle 3"/>
          <p:cNvSpPr/>
          <p:nvPr/>
        </p:nvSpPr>
        <p:spPr>
          <a:xfrm>
            <a:off x="1042988" y="936625"/>
            <a:ext cx="24168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平均射中环数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3364" name="Rectangle 4"/>
          <p:cNvSpPr/>
          <p:nvPr/>
        </p:nvSpPr>
        <p:spPr>
          <a:xfrm>
            <a:off x="4852988" y="762000"/>
            <a:ext cx="533400" cy="914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43365" name="Group 5"/>
          <p:cNvGrpSpPr/>
          <p:nvPr/>
        </p:nvGrpSpPr>
        <p:grpSpPr>
          <a:xfrm>
            <a:off x="5386388" y="1397000"/>
            <a:ext cx="2844800" cy="519113"/>
            <a:chOff x="3552" y="1312"/>
            <a:chExt cx="1792" cy="327"/>
          </a:xfrm>
        </p:grpSpPr>
        <p:sp>
          <p:nvSpPr>
            <p:cNvPr id="17437" name="Line 6"/>
            <p:cNvSpPr/>
            <p:nvPr/>
          </p:nvSpPr>
          <p:spPr>
            <a:xfrm>
              <a:off x="3552" y="1488"/>
              <a:ext cx="336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38" name="Text Box 7"/>
            <p:cNvSpPr txBox="1"/>
            <p:nvPr/>
          </p:nvSpPr>
          <p:spPr>
            <a:xfrm>
              <a:off x="3878" y="1312"/>
              <a:ext cx="14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频率随机波动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43368" name="Rectangle 8"/>
          <p:cNvSpPr/>
          <p:nvPr/>
        </p:nvSpPr>
        <p:spPr>
          <a:xfrm>
            <a:off x="1195388" y="914400"/>
            <a:ext cx="2286000" cy="533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43369" name="Group 9"/>
          <p:cNvGrpSpPr/>
          <p:nvPr/>
        </p:nvGrpSpPr>
        <p:grpSpPr>
          <a:xfrm>
            <a:off x="1804988" y="1447800"/>
            <a:ext cx="2136775" cy="708025"/>
            <a:chOff x="1296" y="1344"/>
            <a:chExt cx="1346" cy="446"/>
          </a:xfrm>
        </p:grpSpPr>
        <p:grpSp>
          <p:nvGrpSpPr>
            <p:cNvPr id="17433" name="Group 10"/>
            <p:cNvGrpSpPr/>
            <p:nvPr/>
          </p:nvGrpSpPr>
          <p:grpSpPr>
            <a:xfrm>
              <a:off x="1296" y="1463"/>
              <a:ext cx="1346" cy="327"/>
              <a:chOff x="3552" y="1347"/>
              <a:chExt cx="1346" cy="327"/>
            </a:xfrm>
          </p:grpSpPr>
          <p:sp>
            <p:nvSpPr>
              <p:cNvPr id="17435" name="Line 11"/>
              <p:cNvSpPr/>
              <p:nvPr/>
            </p:nvSpPr>
            <p:spPr>
              <a:xfrm>
                <a:off x="3552" y="1513"/>
                <a:ext cx="336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7436" name="Text Box 12"/>
              <p:cNvSpPr txBox="1"/>
              <p:nvPr/>
            </p:nvSpPr>
            <p:spPr>
              <a:xfrm>
                <a:off x="3878" y="1347"/>
                <a:ext cx="102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dirty="0">
                    <a:latin typeface="Times New Roman" panose="02020603050405020304" pitchFamily="18" charset="0"/>
                  </a:rPr>
                  <a:t>随机波动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434" name="Line 13"/>
            <p:cNvSpPr/>
            <p:nvPr/>
          </p:nvSpPr>
          <p:spPr>
            <a:xfrm>
              <a:off x="1296" y="1344"/>
              <a:ext cx="0" cy="28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43374" name="Object 14"/>
          <p:cNvGraphicFramePr>
            <a:graphicFrameLocks noChangeAspect="1"/>
          </p:cNvGraphicFramePr>
          <p:nvPr/>
        </p:nvGraphicFramePr>
        <p:xfrm>
          <a:off x="2246313" y="2838450"/>
          <a:ext cx="1244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3" imgW="1244600" imgH="952500" progId="Equation.3">
                  <p:embed/>
                </p:oleObj>
              </mc:Choice>
              <mc:Fallback>
                <p:oleObj name="" r:id="rId3" imgW="1244600" imgH="9525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46313" y="2838450"/>
                        <a:ext cx="12446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375" name="Group 15"/>
          <p:cNvGrpSpPr/>
          <p:nvPr/>
        </p:nvGrpSpPr>
        <p:grpSpPr>
          <a:xfrm>
            <a:off x="4027488" y="3048000"/>
            <a:ext cx="1524000" cy="381000"/>
            <a:chOff x="2160" y="1920"/>
            <a:chExt cx="960" cy="240"/>
          </a:xfrm>
        </p:grpSpPr>
        <p:sp>
          <p:nvSpPr>
            <p:cNvPr id="17431" name="Line 16"/>
            <p:cNvSpPr/>
            <p:nvPr/>
          </p:nvSpPr>
          <p:spPr>
            <a:xfrm>
              <a:off x="2160" y="2160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7432" name="Object 17"/>
            <p:cNvGraphicFramePr>
              <a:graphicFrameLocks noChangeAspect="1"/>
            </p:cNvGraphicFramePr>
            <p:nvPr/>
          </p:nvGraphicFramePr>
          <p:xfrm>
            <a:off x="2352" y="1920"/>
            <a:ext cx="632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5" imgW="1002665" imgH="254000" progId="Equation.3">
                    <p:embed/>
                  </p:oleObj>
                </mc:Choice>
                <mc:Fallback>
                  <p:oleObj name="" r:id="rId5" imgW="1002665" imgH="254000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52" y="1920"/>
                          <a:ext cx="632" cy="1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378" name="Object 18"/>
          <p:cNvGraphicFramePr>
            <a:graphicFrameLocks noChangeAspect="1"/>
          </p:cNvGraphicFramePr>
          <p:nvPr/>
        </p:nvGraphicFramePr>
        <p:xfrm>
          <a:off x="5972175" y="2870200"/>
          <a:ext cx="1244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7" imgW="1244600" imgH="952500" progId="Equation.3">
                  <p:embed/>
                </p:oleObj>
              </mc:Choice>
              <mc:Fallback>
                <p:oleObj name="" r:id="rId7" imgW="1244600" imgH="9525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72175" y="2870200"/>
                        <a:ext cx="12446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379" name="Group 19"/>
          <p:cNvGrpSpPr/>
          <p:nvPr/>
        </p:nvGrpSpPr>
        <p:grpSpPr>
          <a:xfrm>
            <a:off x="2003425" y="3794125"/>
            <a:ext cx="1730375" cy="1003300"/>
            <a:chOff x="1008" y="2390"/>
            <a:chExt cx="1090" cy="632"/>
          </a:xfrm>
        </p:grpSpPr>
        <p:sp>
          <p:nvSpPr>
            <p:cNvPr id="17429" name="Rectangle 20"/>
            <p:cNvSpPr/>
            <p:nvPr/>
          </p:nvSpPr>
          <p:spPr>
            <a:xfrm>
              <a:off x="1008" y="2677"/>
              <a:ext cx="1090" cy="345"/>
            </a:xfrm>
            <a:prstGeom prst="rect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随机波动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7430" name="Line 21"/>
            <p:cNvSpPr/>
            <p:nvPr/>
          </p:nvSpPr>
          <p:spPr>
            <a:xfrm>
              <a:off x="1526" y="2390"/>
              <a:ext cx="0" cy="288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43382" name="Line 22"/>
          <p:cNvSpPr/>
          <p:nvPr/>
        </p:nvSpPr>
        <p:spPr>
          <a:xfrm>
            <a:off x="4027488" y="4562475"/>
            <a:ext cx="152400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43383" name="Group 23"/>
          <p:cNvGrpSpPr/>
          <p:nvPr/>
        </p:nvGrpSpPr>
        <p:grpSpPr>
          <a:xfrm>
            <a:off x="5737225" y="3814763"/>
            <a:ext cx="1714500" cy="1004887"/>
            <a:chOff x="3360" y="2400"/>
            <a:chExt cx="1080" cy="633"/>
          </a:xfrm>
        </p:grpSpPr>
        <p:sp>
          <p:nvSpPr>
            <p:cNvPr id="17427" name="Rectangle 24"/>
            <p:cNvSpPr/>
            <p:nvPr/>
          </p:nvSpPr>
          <p:spPr>
            <a:xfrm>
              <a:off x="3360" y="2688"/>
              <a:ext cx="1080" cy="345"/>
            </a:xfrm>
            <a:prstGeom prst="rect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   </a:t>
              </a:r>
              <a:r>
                <a:rPr lang="zh-CN" altLang="en-US" dirty="0">
                  <a:latin typeface="Times New Roman" panose="02020603050405020304" pitchFamily="18" charset="0"/>
                </a:rPr>
                <a:t>稳定值 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7428" name="Line 25"/>
            <p:cNvSpPr/>
            <p:nvPr/>
          </p:nvSpPr>
          <p:spPr>
            <a:xfrm flipH="1">
              <a:off x="3921" y="2400"/>
              <a:ext cx="0" cy="288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43386" name="Rectangle 26"/>
          <p:cNvSpPr/>
          <p:nvPr/>
        </p:nvSpPr>
        <p:spPr>
          <a:xfrm>
            <a:off x="650875" y="2286000"/>
            <a:ext cx="43821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 “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平均射中环数”</a:t>
            </a:r>
            <a:r>
              <a:rPr lang="zh-CN" altLang="en-US" dirty="0">
                <a:latin typeface="Times New Roman" panose="02020603050405020304" pitchFamily="18" charset="0"/>
              </a:rPr>
              <a:t>的稳定值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387" name="Object 27"/>
          <p:cNvGraphicFramePr>
            <a:graphicFrameLocks noChangeAspect="1"/>
          </p:cNvGraphicFramePr>
          <p:nvPr/>
        </p:nvGraphicFramePr>
        <p:xfrm>
          <a:off x="5003800" y="2386013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9" imgW="481965" imgH="317500" progId="Equation.3">
                  <p:embed/>
                </p:oleObj>
              </mc:Choice>
              <mc:Fallback>
                <p:oleObj name="" r:id="rId9" imgW="481965" imgH="3175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03800" y="2386013"/>
                        <a:ext cx="4826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88" name="Rectangle 28"/>
          <p:cNvSpPr/>
          <p:nvPr/>
        </p:nvSpPr>
        <p:spPr>
          <a:xfrm>
            <a:off x="566738" y="4953000"/>
            <a:ext cx="375602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  “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平均射中环数”</a:t>
            </a:r>
            <a:r>
              <a:rPr lang="zh-CN" altLang="en-US" dirty="0">
                <a:latin typeface="Times New Roman" panose="02020603050405020304" pitchFamily="18" charset="0"/>
              </a:rPr>
              <a:t>等于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3389" name="Rectangle 29"/>
          <p:cNvSpPr/>
          <p:nvPr/>
        </p:nvSpPr>
        <p:spPr>
          <a:xfrm>
            <a:off x="1237615" y="5618163"/>
            <a:ext cx="6617970" cy="52197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射中环数的可能值与对应概率之积的累加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26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33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38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6" grpId="0"/>
      <p:bldP spid="143388" grpId="0"/>
      <p:bldP spid="143389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13"/>
          <p:cNvSpPr/>
          <p:nvPr/>
        </p:nvSpPr>
        <p:spPr>
          <a:xfrm>
            <a:off x="735013" y="765175"/>
            <a:ext cx="548894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lang="zh-CN" altLang="en-US" sz="32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离散型随机变量的数学期望</a:t>
            </a:r>
            <a:endParaRPr lang="zh-CN" altLang="en-US" sz="3200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6589" name="Object 29"/>
          <p:cNvGraphicFramePr>
            <a:graphicFrameLocks noChangeAspect="1"/>
          </p:cNvGraphicFramePr>
          <p:nvPr/>
        </p:nvGraphicFramePr>
        <p:xfrm>
          <a:off x="836613" y="1706563"/>
          <a:ext cx="73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739140" imgH="379095" progId="Equation.3">
                  <p:embed/>
                </p:oleObj>
              </mc:Choice>
              <mc:Fallback>
                <p:oleObj name="" r:id="rId1" imgW="739140" imgH="379095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36613" y="1706563"/>
                        <a:ext cx="736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0" name="Object 30"/>
          <p:cNvGraphicFramePr>
            <a:graphicFrameLocks noChangeAspect="1"/>
          </p:cNvGraphicFramePr>
          <p:nvPr/>
        </p:nvGraphicFramePr>
        <p:xfrm>
          <a:off x="906463" y="1716088"/>
          <a:ext cx="697865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6807200" imgH="3657600" progId="Equation.3">
                  <p:embed/>
                </p:oleObj>
              </mc:Choice>
              <mc:Fallback>
                <p:oleObj name="" r:id="rId3" imgW="6807200" imgH="36576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6463" y="1716088"/>
                        <a:ext cx="6978650" cy="365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Box 14"/>
          <p:cNvSpPr txBox="1"/>
          <p:nvPr/>
        </p:nvSpPr>
        <p:spPr>
          <a:xfrm>
            <a:off x="856932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/>
          <p:nvPr>
            <p:custDataLst>
              <p:tags r:id="rId1"/>
            </p:custDataLst>
          </p:nvPr>
        </p:nvSpPr>
        <p:spPr>
          <a:xfrm>
            <a:off x="728663" y="814388"/>
            <a:ext cx="197040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分赌本问题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44387" name="Rectangle 3"/>
          <p:cNvSpPr/>
          <p:nvPr>
            <p:custDataLst>
              <p:tags r:id="rId2"/>
            </p:custDataLst>
          </p:nvPr>
        </p:nvSpPr>
        <p:spPr>
          <a:xfrm>
            <a:off x="1370013" y="1557338"/>
            <a:ext cx="69824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期望得到的赌金即随机变量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的数学期望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4391" name="Rectangle 7"/>
          <p:cNvSpPr/>
          <p:nvPr>
            <p:custDataLst>
              <p:tags r:id="rId3"/>
            </p:custDataLst>
          </p:nvPr>
        </p:nvSpPr>
        <p:spPr>
          <a:xfrm>
            <a:off x="747713" y="3252788"/>
            <a:ext cx="16129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射击问题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4392" name="Rectangle 8"/>
          <p:cNvSpPr/>
          <p:nvPr>
            <p:custDataLst>
              <p:tags r:id="rId4"/>
            </p:custDataLst>
          </p:nvPr>
        </p:nvSpPr>
        <p:spPr>
          <a:xfrm>
            <a:off x="719138" y="3962400"/>
            <a:ext cx="8245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       </a:t>
            </a:r>
            <a:r>
              <a:rPr lang="en-US" altLang="zh-CN" dirty="0">
                <a:latin typeface="Times New Roman" panose="02020603050405020304" pitchFamily="18" charset="0"/>
              </a:rPr>
              <a:t>“</a:t>
            </a:r>
            <a:r>
              <a:rPr lang="zh-CN" altLang="en-US" dirty="0">
                <a:latin typeface="宋体" panose="02010600030101010101" pitchFamily="2" charset="-122"/>
              </a:rPr>
              <a:t>平均命中环数</a:t>
            </a:r>
            <a:r>
              <a:rPr lang="zh-CN" altLang="en-US" dirty="0">
                <a:latin typeface="Times New Roman" panose="02020603050405020304" pitchFamily="18" charset="0"/>
              </a:rPr>
              <a:t>”即单次</a:t>
            </a:r>
            <a:r>
              <a:rPr lang="zh-CN" altLang="en-US" dirty="0">
                <a:latin typeface="宋体" panose="02010600030101010101" pitchFamily="2" charset="-122"/>
              </a:rPr>
              <a:t>命中环数</a:t>
            </a:r>
            <a:r>
              <a:rPr lang="en-US" altLang="zh-CN" i="1" dirty="0">
                <a:latin typeface="Times New Roman" panose="02020603050405020304" pitchFamily="18" charset="0"/>
              </a:rPr>
              <a:t> Y </a:t>
            </a:r>
            <a:r>
              <a:rPr lang="zh-CN" altLang="en-US" dirty="0">
                <a:latin typeface="宋体" panose="02010600030101010101" pitchFamily="2" charset="-122"/>
              </a:rPr>
              <a:t>的数学期望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graphicFrame>
        <p:nvGraphicFramePr>
          <p:cNvPr id="144393" name="Object 9"/>
          <p:cNvGraphicFramePr>
            <a:graphicFrameLocks noChangeAspect="1"/>
          </p:cNvGraphicFramePr>
          <p:nvPr/>
        </p:nvGraphicFramePr>
        <p:xfrm>
          <a:off x="1423988" y="4724400"/>
          <a:ext cx="6819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5" imgW="6819900" imgH="927100" progId="Equation.3">
                  <p:embed/>
                </p:oleObj>
              </mc:Choice>
              <mc:Fallback>
                <p:oleObj name="" r:id="rId5" imgW="6819900" imgH="9271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23988" y="4724400"/>
                        <a:ext cx="68199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5" name="Object 11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2130425" y="2166938"/>
          <a:ext cx="4889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8" imgW="4889500" imgH="825500" progId="Equation.3">
                  <p:embed/>
                </p:oleObj>
              </mc:Choice>
              <mc:Fallback>
                <p:oleObj name="" r:id="rId8" imgW="4889500" imgH="8255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30425" y="2166938"/>
                        <a:ext cx="48895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/>
      <p:bldP spid="144391" grpId="0"/>
      <p:bldP spid="14439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6457" name="Group 25"/>
          <p:cNvGrpSpPr/>
          <p:nvPr/>
        </p:nvGrpSpPr>
        <p:grpSpPr>
          <a:xfrm>
            <a:off x="1657350" y="4327525"/>
            <a:ext cx="5608638" cy="514350"/>
            <a:chOff x="995" y="2434"/>
            <a:chExt cx="3533" cy="324"/>
          </a:xfrm>
        </p:grpSpPr>
        <p:sp>
          <p:nvSpPr>
            <p:cNvPr id="23574" name="Line 26"/>
            <p:cNvSpPr/>
            <p:nvPr/>
          </p:nvSpPr>
          <p:spPr>
            <a:xfrm>
              <a:off x="1152" y="2496"/>
              <a:ext cx="321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23575" name="Object 27"/>
            <p:cNvGraphicFramePr>
              <a:graphicFrameLocks noChangeAspect="1"/>
            </p:cNvGraphicFramePr>
            <p:nvPr/>
          </p:nvGraphicFramePr>
          <p:xfrm>
            <a:off x="4368" y="2448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" imgW="254000" imgH="241300" progId="Equation.3">
                    <p:embed/>
                  </p:oleObj>
                </mc:Choice>
                <mc:Fallback>
                  <p:oleObj name="" r:id="rId1" imgW="254000" imgH="2413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368" y="2448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6" name="Object 28"/>
            <p:cNvGraphicFramePr>
              <a:graphicFrameLocks noChangeAspect="1"/>
            </p:cNvGraphicFramePr>
            <p:nvPr/>
          </p:nvGraphicFramePr>
          <p:xfrm>
            <a:off x="995" y="2558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3" imgW="292100" imgH="317500" progId="Equation.3">
                    <p:embed/>
                  </p:oleObj>
                </mc:Choice>
                <mc:Fallback>
                  <p:oleObj name="" r:id="rId3" imgW="292100" imgH="3175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95" y="2558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7" name="Object 29"/>
            <p:cNvGraphicFramePr>
              <a:graphicFrameLocks noChangeAspect="1"/>
            </p:cNvGraphicFramePr>
            <p:nvPr/>
          </p:nvGraphicFramePr>
          <p:xfrm>
            <a:off x="1104" y="2434"/>
            <a:ext cx="120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5" imgW="190500" imgH="190500" progId="Equation.3">
                    <p:embed/>
                  </p:oleObj>
                </mc:Choice>
                <mc:Fallback>
                  <p:oleObj name="" r:id="rId5" imgW="190500" imgH="1905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04" y="2434"/>
                          <a:ext cx="120" cy="1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6434" name="Rectangle 2"/>
          <p:cNvSpPr/>
          <p:nvPr/>
        </p:nvSpPr>
        <p:spPr>
          <a:xfrm>
            <a:off x="744538" y="2435225"/>
            <a:ext cx="48882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则随机变量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算术平均值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6435" name="Object 3"/>
          <p:cNvGraphicFramePr>
            <a:graphicFrameLocks noChangeAspect="1"/>
          </p:cNvGraphicFramePr>
          <p:nvPr/>
        </p:nvGraphicFramePr>
        <p:xfrm>
          <a:off x="5703888" y="2281238"/>
          <a:ext cx="1612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7" imgW="1612900" imgH="825500" progId="Equation.3">
                  <p:embed/>
                </p:oleObj>
              </mc:Choice>
              <mc:Fallback>
                <p:oleObj name="" r:id="rId7" imgW="1612900" imgH="8255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03888" y="2281238"/>
                        <a:ext cx="16129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Text Box 4"/>
          <p:cNvSpPr txBox="1"/>
          <p:nvPr/>
        </p:nvSpPr>
        <p:spPr>
          <a:xfrm>
            <a:off x="2130425" y="1028700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6437" name="Object 5"/>
          <p:cNvGraphicFramePr>
            <a:graphicFrameLocks noChangeAspect="1"/>
          </p:cNvGraphicFramePr>
          <p:nvPr/>
        </p:nvGraphicFramePr>
        <p:xfrm>
          <a:off x="1355725" y="3381375"/>
          <a:ext cx="459263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9" imgW="4775200" imgH="393700" progId="Equation.3">
                  <p:embed/>
                </p:oleObj>
              </mc:Choice>
              <mc:Fallback>
                <p:oleObj name="" r:id="rId9" imgW="4775200" imgH="3937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55725" y="3381375"/>
                        <a:ext cx="4592638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38" name="Rectangle 6"/>
          <p:cNvSpPr/>
          <p:nvPr/>
        </p:nvSpPr>
        <p:spPr>
          <a:xfrm>
            <a:off x="744538" y="3199130"/>
            <a:ext cx="540385" cy="6076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但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46445" name="Object 13"/>
          <p:cNvGraphicFramePr>
            <a:graphicFrameLocks noChangeAspect="1"/>
          </p:cNvGraphicFramePr>
          <p:nvPr/>
        </p:nvGraphicFramePr>
        <p:xfrm>
          <a:off x="2971800" y="4302125"/>
          <a:ext cx="152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1" imgW="177800" imgH="532765" progId="Equation.3">
                  <p:embed/>
                </p:oleObj>
              </mc:Choice>
              <mc:Fallback>
                <p:oleObj name="" r:id="rId11" imgW="177800" imgH="532765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71800" y="4302125"/>
                        <a:ext cx="1524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6" name="Object 14"/>
          <p:cNvGraphicFramePr>
            <a:graphicFrameLocks noChangeAspect="1"/>
          </p:cNvGraphicFramePr>
          <p:nvPr/>
        </p:nvGraphicFramePr>
        <p:xfrm>
          <a:off x="4267200" y="4302125"/>
          <a:ext cx="215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3" imgW="215900" imgH="532765" progId="Equation.3">
                  <p:embed/>
                </p:oleObj>
              </mc:Choice>
              <mc:Fallback>
                <p:oleObj name="" r:id="rId13" imgW="215900" imgH="53276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67200" y="4302125"/>
                        <a:ext cx="2159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7" name="Object 15"/>
          <p:cNvGraphicFramePr>
            <a:graphicFrameLocks noChangeAspect="1"/>
          </p:cNvGraphicFramePr>
          <p:nvPr/>
        </p:nvGraphicFramePr>
        <p:xfrm>
          <a:off x="4094163" y="4316413"/>
          <a:ext cx="190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5" imgW="165100" imgH="175260" progId="Equation.3">
                  <p:embed/>
                </p:oleObj>
              </mc:Choice>
              <mc:Fallback>
                <p:oleObj name="" r:id="rId15" imgW="165100" imgH="17526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94163" y="4316413"/>
                        <a:ext cx="1905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8" name="Object 16"/>
          <p:cNvGraphicFramePr>
            <a:graphicFrameLocks noChangeAspect="1"/>
          </p:cNvGraphicFramePr>
          <p:nvPr/>
        </p:nvGraphicFramePr>
        <p:xfrm>
          <a:off x="3609975" y="4316413"/>
          <a:ext cx="190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7" imgW="165100" imgH="175260" progId="Equation.3">
                  <p:embed/>
                </p:oleObj>
              </mc:Choice>
              <mc:Fallback>
                <p:oleObj name="" r:id="rId17" imgW="165100" imgH="17526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3333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09975" y="4316413"/>
                        <a:ext cx="1905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64" name="Group 17"/>
          <p:cNvGrpSpPr/>
          <p:nvPr/>
        </p:nvGrpSpPr>
        <p:grpSpPr>
          <a:xfrm>
            <a:off x="2773363" y="762000"/>
            <a:ext cx="2590800" cy="1143000"/>
            <a:chOff x="1440" y="528"/>
            <a:chExt cx="1632" cy="720"/>
          </a:xfrm>
        </p:grpSpPr>
        <p:graphicFrame>
          <p:nvGraphicFramePr>
            <p:cNvPr id="23567" name="Object 18"/>
            <p:cNvGraphicFramePr>
              <a:graphicFrameLocks noChangeAspect="1"/>
            </p:cNvGraphicFramePr>
            <p:nvPr/>
          </p:nvGraphicFramePr>
          <p:xfrm>
            <a:off x="1564" y="573"/>
            <a:ext cx="208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9" imgW="368300" imgH="317500" progId="Equation.3">
                    <p:embed/>
                  </p:oleObj>
                </mc:Choice>
                <mc:Fallback>
                  <p:oleObj name="" r:id="rId19" imgW="368300" imgH="3175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564" y="573"/>
                          <a:ext cx="208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8" name="Object 19"/>
            <p:cNvGraphicFramePr>
              <a:graphicFrameLocks noChangeAspect="1"/>
            </p:cNvGraphicFramePr>
            <p:nvPr/>
          </p:nvGraphicFramePr>
          <p:xfrm>
            <a:off x="2141" y="576"/>
            <a:ext cx="774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21" imgW="1116965" imgH="406400" progId="Equation.3">
                    <p:embed/>
                  </p:oleObj>
                </mc:Choice>
                <mc:Fallback>
                  <p:oleObj name="" r:id="rId21" imgW="1116965" imgH="4064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141" y="576"/>
                          <a:ext cx="774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9" name="Object 20"/>
            <p:cNvGraphicFramePr>
              <a:graphicFrameLocks noChangeAspect="1"/>
            </p:cNvGraphicFramePr>
            <p:nvPr/>
          </p:nvGraphicFramePr>
          <p:xfrm>
            <a:off x="2016" y="960"/>
            <a:ext cx="394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23" imgW="698500" imgH="330200" progId="Equation.3">
                    <p:embed/>
                  </p:oleObj>
                </mc:Choice>
                <mc:Fallback>
                  <p:oleObj name="" r:id="rId23" imgW="698500" imgH="3302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016" y="960"/>
                          <a:ext cx="394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0" name="Object 21"/>
            <p:cNvGraphicFramePr>
              <a:graphicFrameLocks noChangeAspect="1"/>
            </p:cNvGraphicFramePr>
            <p:nvPr/>
          </p:nvGraphicFramePr>
          <p:xfrm>
            <a:off x="2640" y="960"/>
            <a:ext cx="394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25" imgW="698500" imgH="330200" progId="Equation.3">
                    <p:embed/>
                  </p:oleObj>
                </mc:Choice>
                <mc:Fallback>
                  <p:oleObj name="" r:id="rId25" imgW="698500" imgH="3302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640" y="960"/>
                          <a:ext cx="394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1" name="Object 22"/>
            <p:cNvGraphicFramePr>
              <a:graphicFrameLocks noChangeAspect="1"/>
            </p:cNvGraphicFramePr>
            <p:nvPr/>
          </p:nvGraphicFramePr>
          <p:xfrm>
            <a:off x="1564" y="983"/>
            <a:ext cx="158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27" imgW="279400" imgH="330200" progId="Equation.3">
                    <p:embed/>
                  </p:oleObj>
                </mc:Choice>
                <mc:Fallback>
                  <p:oleObj name="" r:id="rId27" imgW="279400" imgH="3302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564" y="983"/>
                          <a:ext cx="158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2" name="Line 23"/>
            <p:cNvSpPr/>
            <p:nvPr/>
          </p:nvSpPr>
          <p:spPr>
            <a:xfrm>
              <a:off x="1872" y="528"/>
              <a:ext cx="0" cy="72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3" name="Line 24"/>
            <p:cNvSpPr/>
            <p:nvPr/>
          </p:nvSpPr>
          <p:spPr>
            <a:xfrm>
              <a:off x="1440" y="864"/>
              <a:ext cx="1632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3565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6" name="Rectangle 2"/>
          <p:cNvSpPr/>
          <p:nvPr/>
        </p:nvSpPr>
        <p:spPr>
          <a:xfrm>
            <a:off x="754063" y="1025525"/>
            <a:ext cx="9867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4" grpId="0"/>
      <p:bldP spid="1464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7458" name="Object 2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68313" y="1525588"/>
          <a:ext cx="73358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2" imgW="7175500" imgH="444500" progId="Equation.3">
                  <p:embed/>
                </p:oleObj>
              </mc:Choice>
              <mc:Fallback>
                <p:oleObj name="" r:id="rId2" imgW="7175500" imgH="4445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8313" y="1525588"/>
                        <a:ext cx="7335837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59" name="Text Box 3"/>
          <p:cNvSpPr txBox="1"/>
          <p:nvPr>
            <p:custDataLst>
              <p:tags r:id="rId4"/>
            </p:custDataLst>
          </p:nvPr>
        </p:nvSpPr>
        <p:spPr>
          <a:xfrm>
            <a:off x="725488" y="5502275"/>
            <a:ext cx="45002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问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哪个射手的技术比较好</a:t>
            </a:r>
            <a:r>
              <a:rPr lang="en-US" altLang="zh-CN" dirty="0">
                <a:latin typeface="Times New Roman" panose="02020603050405020304" pitchFamily="18" charset="0"/>
              </a:rPr>
              <a:t>?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04" name="Rectangle 4"/>
          <p:cNvSpPr/>
          <p:nvPr>
            <p:custDataLst>
              <p:tags r:id="rId5"/>
            </p:custDataLst>
          </p:nvPr>
        </p:nvSpPr>
        <p:spPr>
          <a:xfrm>
            <a:off x="738188" y="692150"/>
            <a:ext cx="4648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dirty="0">
                <a:latin typeface="宋体" panose="02010600030101010101" pitchFamily="2" charset="-122"/>
              </a:rPr>
              <a:t>谁的技术比较好</a:t>
            </a:r>
            <a:r>
              <a:rPr lang="en-US" altLang="zh-CN" dirty="0">
                <a:latin typeface="宋体" panose="02010600030101010101" pitchFamily="2" charset="-122"/>
              </a:rPr>
              <a:t>?</a:t>
            </a:r>
            <a:endParaRPr lang="en-US" altLang="zh-CN" dirty="0">
              <a:latin typeface="宋体" panose="02010600030101010101" pitchFamily="2" charset="-122"/>
            </a:endParaRPr>
          </a:p>
        </p:txBody>
      </p:sp>
      <p:grpSp>
        <p:nvGrpSpPr>
          <p:cNvPr id="147486" name="Group 30"/>
          <p:cNvGrpSpPr/>
          <p:nvPr>
            <p:custDataLst>
              <p:tags r:id="rId6"/>
            </p:custDataLst>
          </p:nvPr>
        </p:nvGrpSpPr>
        <p:grpSpPr>
          <a:xfrm>
            <a:off x="1271588" y="3917950"/>
            <a:ext cx="6324600" cy="1219200"/>
            <a:chOff x="576" y="2544"/>
            <a:chExt cx="3984" cy="768"/>
          </a:xfrm>
        </p:grpSpPr>
        <p:sp>
          <p:nvSpPr>
            <p:cNvPr id="25618" name="Rectangle 7"/>
            <p:cNvSpPr/>
            <p:nvPr>
              <p:custDataLst>
                <p:tags r:id="rId7"/>
              </p:custDataLst>
            </p:nvPr>
          </p:nvSpPr>
          <p:spPr>
            <a:xfrm>
              <a:off x="576" y="2784"/>
              <a:ext cx="7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乙射手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5619" name="Group 10"/>
            <p:cNvGrpSpPr/>
            <p:nvPr/>
          </p:nvGrpSpPr>
          <p:grpSpPr>
            <a:xfrm>
              <a:off x="1776" y="2544"/>
              <a:ext cx="2784" cy="768"/>
              <a:chOff x="2352" y="2688"/>
              <a:chExt cx="2784" cy="768"/>
            </a:xfrm>
          </p:grpSpPr>
          <p:sp>
            <p:nvSpPr>
              <p:cNvPr id="25620" name="Line 11"/>
              <p:cNvSpPr/>
              <p:nvPr>
                <p:custDataLst>
                  <p:tags r:id="rId8"/>
                </p:custDataLst>
              </p:nvPr>
            </p:nvSpPr>
            <p:spPr>
              <a:xfrm>
                <a:off x="2352" y="3072"/>
                <a:ext cx="2784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21" name="Line 12"/>
              <p:cNvSpPr/>
              <p:nvPr>
                <p:custDataLst>
                  <p:tags r:id="rId9"/>
                </p:custDataLst>
              </p:nvPr>
            </p:nvSpPr>
            <p:spPr>
              <a:xfrm flipH="1">
                <a:off x="3552" y="2688"/>
                <a:ext cx="1" cy="768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graphicFrame>
            <p:nvGraphicFramePr>
              <p:cNvPr id="25622" name="Object 13"/>
              <p:cNvGraphicFramePr>
                <a:graphicFrameLocks noChangeAspect="1"/>
              </p:cNvGraphicFramePr>
              <p:nvPr>
                <p:custDataLst>
                  <p:tags r:id="rId10"/>
                </p:custDataLst>
              </p:nvPr>
            </p:nvGraphicFramePr>
            <p:xfrm>
              <a:off x="2544" y="2784"/>
              <a:ext cx="928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6" name="" r:id="rId11" imgW="1473200" imgH="393700" progId="Equation.3">
                      <p:embed/>
                    </p:oleObj>
                  </mc:Choice>
                  <mc:Fallback>
                    <p:oleObj name="" r:id="rId11" imgW="1473200" imgH="393700" progId="Equation.3">
                      <p:embed/>
                      <p:pic>
                        <p:nvPicPr>
                          <p:cNvPr id="0" name="图片 3105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544" y="2784"/>
                            <a:ext cx="928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3" name="Object 14"/>
              <p:cNvGraphicFramePr>
                <a:graphicFrameLocks noChangeAspect="1"/>
              </p:cNvGraphicFramePr>
              <p:nvPr>
                <p:custDataLst>
                  <p:tags r:id="rId13"/>
                </p:custDataLst>
              </p:nvPr>
            </p:nvGraphicFramePr>
            <p:xfrm>
              <a:off x="2736" y="3168"/>
              <a:ext cx="472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2" name="" r:id="rId14" imgW="748665" imgH="393700" progId="Equation.3">
                      <p:embed/>
                    </p:oleObj>
                  </mc:Choice>
                  <mc:Fallback>
                    <p:oleObj name="" r:id="rId14" imgW="748665" imgH="393700" progId="Equation.3">
                      <p:embed/>
                      <p:pic>
                        <p:nvPicPr>
                          <p:cNvPr id="0" name="图片 3101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2736" y="3168"/>
                            <a:ext cx="472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4" name="Object 15"/>
              <p:cNvGraphicFramePr>
                <a:graphicFrameLocks noChangeAspect="1"/>
              </p:cNvGraphicFramePr>
              <p:nvPr>
                <p:custDataLst>
                  <p:tags r:id="rId16"/>
                </p:custDataLst>
              </p:nvPr>
            </p:nvGraphicFramePr>
            <p:xfrm>
              <a:off x="3792" y="2784"/>
              <a:ext cx="1225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2" name="" r:id="rId17" imgW="1384300" imgH="393700" progId="Equation.3">
                      <p:embed/>
                    </p:oleObj>
                  </mc:Choice>
                  <mc:Fallback>
                    <p:oleObj name="" r:id="rId17" imgW="1384300" imgH="393700" progId="Equation.3">
                      <p:embed/>
                      <p:pic>
                        <p:nvPicPr>
                          <p:cNvPr id="0" name="图片 3111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3792" y="2784"/>
                            <a:ext cx="1225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5" name="Object 16"/>
              <p:cNvGraphicFramePr>
                <a:graphicFrameLocks noChangeAspect="1"/>
              </p:cNvGraphicFramePr>
              <p:nvPr>
                <p:custDataLst>
                  <p:tags r:id="rId19"/>
                </p:custDataLst>
              </p:nvPr>
            </p:nvGraphicFramePr>
            <p:xfrm>
              <a:off x="3744" y="3216"/>
              <a:ext cx="29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8" name="" r:id="rId20" imgW="469900" imgH="317500" progId="Equation.3">
                      <p:embed/>
                    </p:oleObj>
                  </mc:Choice>
                  <mc:Fallback>
                    <p:oleObj name="" r:id="rId20" imgW="469900" imgH="317500" progId="Equation.3">
                      <p:embed/>
                      <p:pic>
                        <p:nvPicPr>
                          <p:cNvPr id="0" name="图片 3107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3744" y="3216"/>
                            <a:ext cx="296" cy="2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6" name="Object 17"/>
              <p:cNvGraphicFramePr>
                <a:graphicFrameLocks noChangeAspect="1"/>
              </p:cNvGraphicFramePr>
              <p:nvPr>
                <p:custDataLst>
                  <p:tags r:id="rId22"/>
                </p:custDataLst>
              </p:nvPr>
            </p:nvGraphicFramePr>
            <p:xfrm>
              <a:off x="4172" y="3216"/>
              <a:ext cx="29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3" name="" r:id="rId23" imgW="469900" imgH="317500" progId="Equation.3">
                      <p:embed/>
                    </p:oleObj>
                  </mc:Choice>
                  <mc:Fallback>
                    <p:oleObj name="" r:id="rId23" imgW="469900" imgH="317500" progId="Equation.3">
                      <p:embed/>
                      <p:pic>
                        <p:nvPicPr>
                          <p:cNvPr id="0" name="图片 3102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4172" y="3216"/>
                            <a:ext cx="296" cy="2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7" name="Object 18"/>
              <p:cNvGraphicFramePr>
                <a:graphicFrameLocks noChangeAspect="1"/>
              </p:cNvGraphicFramePr>
              <p:nvPr>
                <p:custDataLst>
                  <p:tags r:id="rId25"/>
                </p:custDataLst>
              </p:nvPr>
            </p:nvGraphicFramePr>
            <p:xfrm>
              <a:off x="4656" y="3216"/>
              <a:ext cx="29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9" name="" r:id="rId26" imgW="469900" imgH="317500" progId="Equation.3">
                      <p:embed/>
                    </p:oleObj>
                  </mc:Choice>
                  <mc:Fallback>
                    <p:oleObj name="" r:id="rId26" imgW="469900" imgH="317500" progId="Equation.3">
                      <p:embed/>
                      <p:pic>
                        <p:nvPicPr>
                          <p:cNvPr id="0" name="图片 3108"/>
                          <p:cNvPicPr/>
                          <p:nvPr/>
                        </p:nvPicPr>
                        <p:blipFill>
                          <a:blip r:embed="rId27"/>
                          <a:stretch>
                            <a:fillRect/>
                          </a:stretch>
                        </p:blipFill>
                        <p:spPr>
                          <a:xfrm>
                            <a:off x="4656" y="3216"/>
                            <a:ext cx="296" cy="2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8" name="Rectangle 19"/>
              <p:cNvSpPr/>
              <p:nvPr>
                <p:custDataLst>
                  <p:tags r:id="rId28"/>
                </p:custDataLst>
              </p:nvPr>
            </p:nvSpPr>
            <p:spPr>
              <a:xfrm>
                <a:off x="2352" y="2688"/>
                <a:ext cx="2784" cy="768"/>
              </a:xfrm>
              <a:prstGeom prst="rect">
                <a:avLst/>
              </a:prstGeom>
              <a:noFill/>
              <a:ln w="28575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7485" name="Group 29"/>
          <p:cNvGrpSpPr/>
          <p:nvPr>
            <p:custDataLst>
              <p:tags r:id="rId29"/>
            </p:custDataLst>
          </p:nvPr>
        </p:nvGrpSpPr>
        <p:grpSpPr>
          <a:xfrm>
            <a:off x="1271588" y="2335213"/>
            <a:ext cx="6324600" cy="1219200"/>
            <a:chOff x="576" y="1488"/>
            <a:chExt cx="3984" cy="768"/>
          </a:xfrm>
        </p:grpSpPr>
        <p:sp>
          <p:nvSpPr>
            <p:cNvPr id="25608" name="Text Box 6"/>
            <p:cNvSpPr txBox="1"/>
            <p:nvPr>
              <p:custDataLst>
                <p:tags r:id="rId30"/>
              </p:custDataLst>
            </p:nvPr>
          </p:nvSpPr>
          <p:spPr>
            <a:xfrm>
              <a:off x="576" y="1728"/>
              <a:ext cx="99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甲射手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609" name="Line 20"/>
            <p:cNvSpPr/>
            <p:nvPr>
              <p:custDataLst>
                <p:tags r:id="rId31"/>
              </p:custDataLst>
            </p:nvPr>
          </p:nvSpPr>
          <p:spPr>
            <a:xfrm>
              <a:off x="1776" y="1872"/>
              <a:ext cx="2784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0" name="Line 21"/>
            <p:cNvSpPr/>
            <p:nvPr>
              <p:custDataLst>
                <p:tags r:id="rId32"/>
              </p:custDataLst>
            </p:nvPr>
          </p:nvSpPr>
          <p:spPr>
            <a:xfrm flipH="1">
              <a:off x="2976" y="1488"/>
              <a:ext cx="1" cy="768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5611" name="Object 22"/>
            <p:cNvGraphicFramePr>
              <a:graphicFrameLocks noChangeAspect="1"/>
            </p:cNvGraphicFramePr>
            <p:nvPr>
              <p:custDataLst>
                <p:tags r:id="rId33"/>
              </p:custDataLst>
            </p:nvPr>
          </p:nvGraphicFramePr>
          <p:xfrm>
            <a:off x="1920" y="1584"/>
            <a:ext cx="92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34" imgW="1473200" imgH="393700" progId="Equation.3">
                    <p:embed/>
                  </p:oleObj>
                </mc:Choice>
                <mc:Fallback>
                  <p:oleObj name="" r:id="rId34" imgW="1473200" imgH="393700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920" y="1584"/>
                          <a:ext cx="92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2" name="Object 23"/>
            <p:cNvGraphicFramePr>
              <a:graphicFrameLocks noChangeAspect="1"/>
            </p:cNvGraphicFramePr>
            <p:nvPr>
              <p:custDataLst>
                <p:tags r:id="rId35"/>
              </p:custDataLst>
            </p:nvPr>
          </p:nvGraphicFramePr>
          <p:xfrm>
            <a:off x="2160" y="1968"/>
            <a:ext cx="47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36" imgW="748665" imgH="393700" progId="Equation.3">
                    <p:embed/>
                  </p:oleObj>
                </mc:Choice>
                <mc:Fallback>
                  <p:oleObj name="" r:id="rId36" imgW="748665" imgH="39370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160" y="1968"/>
                          <a:ext cx="472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3" name="Object 24"/>
            <p:cNvGraphicFramePr>
              <a:graphicFrameLocks noChangeAspect="1"/>
            </p:cNvGraphicFramePr>
            <p:nvPr>
              <p:custDataLst>
                <p:tags r:id="rId37"/>
              </p:custDataLst>
            </p:nvPr>
          </p:nvGraphicFramePr>
          <p:xfrm>
            <a:off x="3216" y="1584"/>
            <a:ext cx="1225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38" imgW="1384300" imgH="393700" progId="Equation.3">
                    <p:embed/>
                  </p:oleObj>
                </mc:Choice>
                <mc:Fallback>
                  <p:oleObj name="" r:id="rId38" imgW="1384300" imgH="3937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3216" y="1584"/>
                          <a:ext cx="1225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4" name="Object 25"/>
            <p:cNvGraphicFramePr>
              <a:graphicFrameLocks noChangeAspect="1"/>
            </p:cNvGraphicFramePr>
            <p:nvPr>
              <p:custDataLst>
                <p:tags r:id="rId40"/>
              </p:custDataLst>
            </p:nvPr>
          </p:nvGraphicFramePr>
          <p:xfrm>
            <a:off x="3168" y="2016"/>
            <a:ext cx="29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41" imgW="469900" imgH="317500" progId="Equation.3">
                    <p:embed/>
                  </p:oleObj>
                </mc:Choice>
                <mc:Fallback>
                  <p:oleObj name="" r:id="rId41" imgW="469900" imgH="3175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3168" y="2016"/>
                          <a:ext cx="29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5" name="Object 26"/>
            <p:cNvGraphicFramePr>
              <a:graphicFrameLocks noChangeAspect="1"/>
            </p:cNvGraphicFramePr>
            <p:nvPr>
              <p:custDataLst>
                <p:tags r:id="rId43"/>
              </p:custDataLst>
            </p:nvPr>
          </p:nvGraphicFramePr>
          <p:xfrm>
            <a:off x="3600" y="2016"/>
            <a:ext cx="28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44" imgW="457200" imgH="317500" progId="Equation.3">
                    <p:embed/>
                  </p:oleObj>
                </mc:Choice>
                <mc:Fallback>
                  <p:oleObj name="" r:id="rId44" imgW="457200" imgH="3175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3600" y="2016"/>
                          <a:ext cx="28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6" name="Object 27"/>
            <p:cNvGraphicFramePr>
              <a:graphicFrameLocks noChangeAspect="1"/>
            </p:cNvGraphicFramePr>
            <p:nvPr>
              <p:custDataLst>
                <p:tags r:id="rId46"/>
              </p:custDataLst>
            </p:nvPr>
          </p:nvGraphicFramePr>
          <p:xfrm>
            <a:off x="4080" y="2016"/>
            <a:ext cx="29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47" imgW="469900" imgH="317500" progId="Equation.3">
                    <p:embed/>
                  </p:oleObj>
                </mc:Choice>
                <mc:Fallback>
                  <p:oleObj name="" r:id="rId47" imgW="469900" imgH="3175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4080" y="2016"/>
                          <a:ext cx="29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7" name="Rectangle 28"/>
            <p:cNvSpPr/>
            <p:nvPr>
              <p:custDataLst>
                <p:tags r:id="rId49"/>
              </p:custDataLst>
            </p:nvPr>
          </p:nvSpPr>
          <p:spPr>
            <a:xfrm>
              <a:off x="1776" y="1488"/>
              <a:ext cx="2784" cy="768"/>
            </a:xfrm>
            <a:prstGeom prst="rect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607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7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/>
          <p:nvPr/>
        </p:nvSpPr>
        <p:spPr>
          <a:xfrm>
            <a:off x="914400" y="692150"/>
            <a:ext cx="5429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48483" name="Object 3"/>
          <p:cNvGraphicFramePr>
            <a:graphicFrameLocks noChangeAspect="1"/>
          </p:cNvGraphicFramePr>
          <p:nvPr/>
        </p:nvGraphicFramePr>
        <p:xfrm>
          <a:off x="1357313" y="1657350"/>
          <a:ext cx="643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6438900" imgH="419100" progId="Equation.3">
                  <p:embed/>
                </p:oleObj>
              </mc:Choice>
              <mc:Fallback>
                <p:oleObj name="" r:id="rId1" imgW="6438900" imgH="4191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57313" y="1657350"/>
                        <a:ext cx="64389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4" name="Object 4"/>
          <p:cNvGraphicFramePr>
            <a:graphicFrameLocks noChangeAspect="1"/>
          </p:cNvGraphicFramePr>
          <p:nvPr/>
        </p:nvGraphicFramePr>
        <p:xfrm>
          <a:off x="1331913" y="2571750"/>
          <a:ext cx="6451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6451600" imgH="419100" progId="Equation.3">
                  <p:embed/>
                </p:oleObj>
              </mc:Choice>
              <mc:Fallback>
                <p:oleObj name="" r:id="rId3" imgW="6451600" imgH="4191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913" y="2571750"/>
                        <a:ext cx="64516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1574800" y="784225"/>
          <a:ext cx="643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5" imgW="6426200" imgH="431800" progId="Equation.3">
                  <p:embed/>
                </p:oleObj>
              </mc:Choice>
              <mc:Fallback>
                <p:oleObj name="" r:id="rId5" imgW="6426200" imgH="4318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4800" y="784225"/>
                        <a:ext cx="6438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6" name="Rectangle 6"/>
          <p:cNvSpPr/>
          <p:nvPr/>
        </p:nvSpPr>
        <p:spPr>
          <a:xfrm>
            <a:off x="914400" y="3432175"/>
            <a:ext cx="38468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故甲射手的技术比较好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7655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/>
          <p:nvPr/>
        </p:nvSpPr>
        <p:spPr>
          <a:xfrm>
            <a:off x="755650" y="692150"/>
            <a:ext cx="78247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en-US" altLang="zh-CN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发行彩票的创收利润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sz="12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某一彩票中心发行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699" name="Text Box 3"/>
          <p:cNvSpPr txBox="1"/>
          <p:nvPr/>
        </p:nvSpPr>
        <p:spPr>
          <a:xfrm>
            <a:off x="746125" y="1196975"/>
            <a:ext cx="7834313" cy="26962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彩票 </a:t>
            </a:r>
            <a:r>
              <a:rPr lang="en-US" altLang="zh-CN" dirty="0">
                <a:latin typeface="Times New Roman" panose="02020603050405020304" pitchFamily="18" charset="0"/>
              </a:rPr>
              <a:t>10 </a:t>
            </a:r>
            <a:r>
              <a:rPr lang="zh-CN" altLang="en-US" dirty="0">
                <a:latin typeface="Times New Roman" panose="02020603050405020304" pitchFamily="18" charset="0"/>
              </a:rPr>
              <a:t>万张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每张</a:t>
            </a:r>
            <a:r>
              <a:rPr lang="en-US" altLang="zh-CN" dirty="0">
                <a:latin typeface="Times New Roman" panose="02020603050405020304" pitchFamily="18" charset="0"/>
              </a:rPr>
              <a:t> 2 </a:t>
            </a:r>
            <a:r>
              <a:rPr lang="zh-CN" altLang="en-US" dirty="0">
                <a:latin typeface="Times New Roman" panose="02020603050405020304" pitchFamily="18" charset="0"/>
              </a:rPr>
              <a:t>元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设头等奖</a:t>
            </a:r>
            <a:r>
              <a:rPr lang="en-US" altLang="zh-CN" dirty="0">
                <a:latin typeface="Times New Roman" panose="02020603050405020304" pitchFamily="18" charset="0"/>
              </a:rPr>
              <a:t> 1</a:t>
            </a:r>
            <a:r>
              <a:rPr lang="zh-CN" altLang="en-US" dirty="0">
                <a:latin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奖金 </a:t>
            </a:r>
            <a:r>
              <a:rPr lang="en-US" altLang="zh-CN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万元</a:t>
            </a:r>
            <a:r>
              <a:rPr lang="en-US" altLang="zh-CN" dirty="0">
                <a:latin typeface="Times New Roman" panose="02020603050405020304" pitchFamily="18" charset="0"/>
              </a:rPr>
              <a:t>; </a:t>
            </a:r>
            <a:r>
              <a:rPr lang="zh-CN" altLang="en-US" dirty="0">
                <a:latin typeface="Times New Roman" panose="02020603050405020304" pitchFamily="18" charset="0"/>
              </a:rPr>
              <a:t>二等奖</a:t>
            </a:r>
            <a:r>
              <a:rPr lang="en-US" altLang="zh-CN" dirty="0">
                <a:latin typeface="Times New Roman" panose="02020603050405020304" pitchFamily="18" charset="0"/>
              </a:rPr>
              <a:t>  2 </a:t>
            </a:r>
            <a:r>
              <a:rPr lang="zh-CN" altLang="en-US" dirty="0">
                <a:latin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奖金各 </a:t>
            </a:r>
            <a:r>
              <a:rPr lang="en-US" altLang="zh-CN" dirty="0">
                <a:latin typeface="Times New Roman" panose="02020603050405020304" pitchFamily="18" charset="0"/>
              </a:rPr>
              <a:t>5 </a:t>
            </a:r>
            <a:r>
              <a:rPr lang="zh-CN" altLang="en-US" dirty="0">
                <a:latin typeface="Times New Roman" panose="02020603050405020304" pitchFamily="18" charset="0"/>
              </a:rPr>
              <a:t>千元</a:t>
            </a:r>
            <a:r>
              <a:rPr lang="en-US" altLang="zh-CN" dirty="0">
                <a:latin typeface="Times New Roman" panose="02020603050405020304" pitchFamily="18" charset="0"/>
              </a:rPr>
              <a:t>; </a:t>
            </a:r>
            <a:r>
              <a:rPr lang="zh-CN" altLang="en-US" dirty="0">
                <a:latin typeface="Times New Roman" panose="02020603050405020304" pitchFamily="18" charset="0"/>
              </a:rPr>
              <a:t>三等奖 </a:t>
            </a:r>
            <a:r>
              <a:rPr lang="en-US" altLang="zh-CN" dirty="0">
                <a:latin typeface="Times New Roman" panose="02020603050405020304" pitchFamily="18" charset="0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奖金各 </a:t>
            </a:r>
            <a:r>
              <a:rPr lang="en-US" altLang="zh-CN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千元</a:t>
            </a:r>
            <a:r>
              <a:rPr lang="en-US" altLang="zh-CN" dirty="0">
                <a:latin typeface="Times New Roman" panose="02020603050405020304" pitchFamily="18" charset="0"/>
              </a:rPr>
              <a:t>; </a:t>
            </a:r>
            <a:r>
              <a:rPr lang="zh-CN" altLang="en-US" dirty="0">
                <a:latin typeface="Times New Roman" panose="02020603050405020304" pitchFamily="18" charset="0"/>
              </a:rPr>
              <a:t>四等奖 </a:t>
            </a:r>
            <a:r>
              <a:rPr lang="en-US" altLang="zh-CN" dirty="0">
                <a:latin typeface="Times New Roman" panose="02020603050405020304" pitchFamily="18" charset="0"/>
              </a:rPr>
              <a:t>100 </a:t>
            </a:r>
            <a:r>
              <a:rPr lang="zh-CN" altLang="en-US" dirty="0">
                <a:latin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奖金各</a:t>
            </a:r>
            <a:r>
              <a:rPr lang="en-US" altLang="zh-CN" dirty="0">
                <a:latin typeface="Times New Roman" panose="02020603050405020304" pitchFamily="18" charset="0"/>
              </a:rPr>
              <a:t> 100 </a:t>
            </a:r>
            <a:r>
              <a:rPr lang="zh-CN" altLang="en-US" dirty="0">
                <a:latin typeface="Times New Roman" panose="02020603050405020304" pitchFamily="18" charset="0"/>
              </a:rPr>
              <a:t>元</a:t>
            </a:r>
            <a:r>
              <a:rPr lang="en-US" altLang="zh-CN" dirty="0">
                <a:latin typeface="Times New Roman" panose="02020603050405020304" pitchFamily="18" charset="0"/>
              </a:rPr>
              <a:t>; </a:t>
            </a:r>
            <a:r>
              <a:rPr lang="zh-CN" altLang="en-US" dirty="0">
                <a:latin typeface="Times New Roman" panose="02020603050405020304" pitchFamily="18" charset="0"/>
              </a:rPr>
              <a:t>五等奖</a:t>
            </a:r>
            <a:r>
              <a:rPr lang="en-US" altLang="zh-CN" dirty="0">
                <a:latin typeface="Times New Roman" panose="02020603050405020304" pitchFamily="18" charset="0"/>
              </a:rPr>
              <a:t> 1000 </a:t>
            </a:r>
            <a:r>
              <a:rPr lang="zh-CN" altLang="en-US" dirty="0">
                <a:latin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奖金各</a:t>
            </a:r>
            <a:r>
              <a:rPr lang="en-US" altLang="zh-CN" dirty="0">
                <a:latin typeface="Times New Roman" panose="02020603050405020304" pitchFamily="18" charset="0"/>
              </a:rPr>
              <a:t> 10 </a:t>
            </a:r>
            <a:r>
              <a:rPr lang="zh-CN" altLang="en-US" dirty="0">
                <a:latin typeface="Times New Roman" panose="02020603050405020304" pitchFamily="18" charset="0"/>
              </a:rPr>
              <a:t>元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每张彩票的成本费为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5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0.3 </a:t>
            </a:r>
            <a:r>
              <a:rPr lang="zh-CN" altLang="en-US" dirty="0">
                <a:latin typeface="Times New Roman" panose="02020603050405020304" pitchFamily="18" charset="0"/>
              </a:rPr>
              <a:t>元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试计算每张彩票的创收利润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9508" name="Text Box 4"/>
          <p:cNvSpPr txBox="1"/>
          <p:nvPr/>
        </p:nvSpPr>
        <p:spPr>
          <a:xfrm>
            <a:off x="755650" y="4005263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49509" name="Rectangle 5"/>
          <p:cNvSpPr/>
          <p:nvPr/>
        </p:nvSpPr>
        <p:spPr>
          <a:xfrm>
            <a:off x="1519238" y="4024313"/>
            <a:ext cx="60496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设每张彩票的中奖数额为随机变量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9510" name="Text Box 6"/>
          <p:cNvSpPr txBox="1"/>
          <p:nvPr/>
        </p:nvSpPr>
        <p:spPr>
          <a:xfrm>
            <a:off x="7423150" y="4024313"/>
            <a:ext cx="533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49525" name="Group 21"/>
          <p:cNvGrpSpPr/>
          <p:nvPr/>
        </p:nvGrpSpPr>
        <p:grpSpPr>
          <a:xfrm>
            <a:off x="846138" y="4652963"/>
            <a:ext cx="7551737" cy="1071562"/>
            <a:chOff x="698" y="3089"/>
            <a:chExt cx="4757" cy="675"/>
          </a:xfrm>
        </p:grpSpPr>
        <p:sp>
          <p:nvSpPr>
            <p:cNvPr id="29712" name="Line 9"/>
            <p:cNvSpPr/>
            <p:nvPr/>
          </p:nvSpPr>
          <p:spPr>
            <a:xfrm>
              <a:off x="698" y="3408"/>
              <a:ext cx="4757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3" name="Line 10"/>
            <p:cNvSpPr/>
            <p:nvPr/>
          </p:nvSpPr>
          <p:spPr>
            <a:xfrm flipH="1">
              <a:off x="969" y="3089"/>
              <a:ext cx="0" cy="675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9714" name="Object 11"/>
            <p:cNvGraphicFramePr>
              <a:graphicFrameLocks noChangeAspect="1"/>
            </p:cNvGraphicFramePr>
            <p:nvPr/>
          </p:nvGraphicFramePr>
          <p:xfrm>
            <a:off x="720" y="3168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1" imgW="355600" imgH="292100" progId="Equation.3">
                    <p:embed/>
                  </p:oleObj>
                </mc:Choice>
                <mc:Fallback>
                  <p:oleObj name="" r:id="rId1" imgW="355600" imgH="2921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20" y="3168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5" name="Object 12"/>
            <p:cNvGraphicFramePr>
              <a:graphicFrameLocks noChangeAspect="1"/>
            </p:cNvGraphicFramePr>
            <p:nvPr/>
          </p:nvGraphicFramePr>
          <p:xfrm>
            <a:off x="720" y="3504"/>
            <a:ext cx="16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3" imgW="266065" imgH="316865" progId="Equation.3">
                    <p:embed/>
                  </p:oleObj>
                </mc:Choice>
                <mc:Fallback>
                  <p:oleObj name="" r:id="rId3" imgW="266065" imgH="316865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20" y="3504"/>
                          <a:ext cx="16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9518" name="Object 14"/>
          <p:cNvGraphicFramePr>
            <a:graphicFrameLocks noChangeAspect="1"/>
          </p:cNvGraphicFramePr>
          <p:nvPr/>
        </p:nvGraphicFramePr>
        <p:xfrm>
          <a:off x="1376363" y="4778375"/>
          <a:ext cx="676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5" imgW="6769100" imgH="393700" progId="Equation.3">
                  <p:embed/>
                </p:oleObj>
              </mc:Choice>
              <mc:Fallback>
                <p:oleObj name="" r:id="rId5" imgW="6769100" imgH="3937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6363" y="4778375"/>
                        <a:ext cx="6769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9" name="Object 15"/>
          <p:cNvGraphicFramePr>
            <a:graphicFrameLocks noChangeAspect="1"/>
          </p:cNvGraphicFramePr>
          <p:nvPr/>
        </p:nvGraphicFramePr>
        <p:xfrm>
          <a:off x="1481138" y="5235575"/>
          <a:ext cx="787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7" imgW="787400" imgH="457200" progId="Equation.3">
                  <p:embed/>
                </p:oleObj>
              </mc:Choice>
              <mc:Fallback>
                <p:oleObj name="" r:id="rId7" imgW="787400" imgH="4572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81138" y="5235575"/>
                        <a:ext cx="7874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0" name="Object 16"/>
          <p:cNvGraphicFramePr>
            <a:graphicFrameLocks noChangeAspect="1"/>
          </p:cNvGraphicFramePr>
          <p:nvPr/>
        </p:nvGraphicFramePr>
        <p:xfrm>
          <a:off x="2938463" y="5235575"/>
          <a:ext cx="825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9" imgW="825500" imgH="457200" progId="Equation.3">
                  <p:embed/>
                </p:oleObj>
              </mc:Choice>
              <mc:Fallback>
                <p:oleObj name="" r:id="rId9" imgW="825500" imgH="4572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38463" y="5235575"/>
                        <a:ext cx="8255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1" name="Object 17"/>
          <p:cNvGraphicFramePr>
            <a:graphicFrameLocks noChangeAspect="1"/>
          </p:cNvGraphicFramePr>
          <p:nvPr/>
        </p:nvGraphicFramePr>
        <p:xfrm>
          <a:off x="4230688" y="5235575"/>
          <a:ext cx="977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1" imgW="977900" imgH="457200" progId="Equation.3">
                  <p:embed/>
                </p:oleObj>
              </mc:Choice>
              <mc:Fallback>
                <p:oleObj name="" r:id="rId11" imgW="977900" imgH="4572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30688" y="5235575"/>
                        <a:ext cx="9779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2" name="Object 18"/>
          <p:cNvGraphicFramePr>
            <a:graphicFrameLocks noChangeAspect="1"/>
          </p:cNvGraphicFramePr>
          <p:nvPr/>
        </p:nvGraphicFramePr>
        <p:xfrm>
          <a:off x="5402263" y="5235575"/>
          <a:ext cx="1155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3" imgW="1155700" imgH="457200" progId="Equation.3">
                  <p:embed/>
                </p:oleObj>
              </mc:Choice>
              <mc:Fallback>
                <p:oleObj name="" r:id="rId13" imgW="1155700" imgH="4572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02263" y="5235575"/>
                        <a:ext cx="11557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3" name="Object 19"/>
          <p:cNvGraphicFramePr>
            <a:graphicFrameLocks noChangeAspect="1"/>
          </p:cNvGraphicFramePr>
          <p:nvPr/>
        </p:nvGraphicFramePr>
        <p:xfrm>
          <a:off x="6551613" y="5235575"/>
          <a:ext cx="1333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5" imgW="1333500" imgH="457200" progId="Equation.3">
                  <p:embed/>
                </p:oleObj>
              </mc:Choice>
              <mc:Fallback>
                <p:oleObj name="" r:id="rId15" imgW="1333500" imgH="4572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51613" y="5235575"/>
                        <a:ext cx="13335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4" name="Object 20"/>
          <p:cNvGraphicFramePr>
            <a:graphicFrameLocks noChangeAspect="1"/>
          </p:cNvGraphicFramePr>
          <p:nvPr/>
        </p:nvGraphicFramePr>
        <p:xfrm>
          <a:off x="7904163" y="5235575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7" imgW="355600" imgH="431800" progId="Equation.3">
                  <p:embed/>
                </p:oleObj>
              </mc:Choice>
              <mc:Fallback>
                <p:oleObj name="" r:id="rId17" imgW="355600" imgH="4318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904163" y="5235575"/>
                        <a:ext cx="3556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1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8" grpId="0"/>
      <p:bldP spid="149509" grpId="0"/>
      <p:bldP spid="1495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0530" name="Object 2"/>
          <p:cNvGraphicFramePr>
            <a:graphicFrameLocks noChangeAspect="1"/>
          </p:cNvGraphicFramePr>
          <p:nvPr/>
        </p:nvGraphicFramePr>
        <p:xfrm>
          <a:off x="1331913" y="1541463"/>
          <a:ext cx="6553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6553200" imgH="838200" progId="Equation.3">
                  <p:embed/>
                </p:oleObj>
              </mc:Choice>
              <mc:Fallback>
                <p:oleObj name="" r:id="rId1" imgW="6553200" imgH="8382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31913" y="1541463"/>
                        <a:ext cx="65532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1" name="Object 3"/>
          <p:cNvGraphicFramePr>
            <a:graphicFrameLocks noChangeAspect="1"/>
          </p:cNvGraphicFramePr>
          <p:nvPr/>
        </p:nvGraphicFramePr>
        <p:xfrm>
          <a:off x="2254250" y="2640013"/>
          <a:ext cx="146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" imgW="1460500" imgH="419100" progId="Equation.3">
                  <p:embed/>
                </p:oleObj>
              </mc:Choice>
              <mc:Fallback>
                <p:oleObj name="" r:id="rId3" imgW="1460500" imgH="4191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54250" y="2640013"/>
                        <a:ext cx="14605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2" name="Rectangle 4"/>
          <p:cNvSpPr/>
          <p:nvPr/>
        </p:nvSpPr>
        <p:spPr>
          <a:xfrm>
            <a:off x="738188" y="3317875"/>
            <a:ext cx="30429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每张彩票平均可赚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0533" name="Object 5"/>
          <p:cNvGraphicFramePr>
            <a:graphicFrameLocks noChangeAspect="1"/>
          </p:cNvGraphicFramePr>
          <p:nvPr/>
        </p:nvGraphicFramePr>
        <p:xfrm>
          <a:off x="2940050" y="4097338"/>
          <a:ext cx="3263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5" imgW="3263900" imgH="419100" progId="Equation.3">
                  <p:embed/>
                </p:oleObj>
              </mc:Choice>
              <mc:Fallback>
                <p:oleObj name="" r:id="rId5" imgW="3263900" imgH="4191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40050" y="4097338"/>
                        <a:ext cx="32639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Rectangle 6"/>
          <p:cNvSpPr/>
          <p:nvPr/>
        </p:nvSpPr>
        <p:spPr>
          <a:xfrm>
            <a:off x="738188" y="762000"/>
            <a:ext cx="41154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每张彩票平均能得到奖金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0535" name="Rectangle 7"/>
          <p:cNvSpPr/>
          <p:nvPr/>
        </p:nvSpPr>
        <p:spPr>
          <a:xfrm>
            <a:off x="720725" y="4776788"/>
            <a:ext cx="8229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因此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发行 </a:t>
            </a:r>
            <a:r>
              <a:rPr lang="en-US" altLang="zh-CN" dirty="0">
                <a:latin typeface="Times New Roman" panose="02020603050405020304" pitchFamily="18" charset="0"/>
              </a:rPr>
              <a:t>10 </a:t>
            </a:r>
            <a:r>
              <a:rPr lang="zh-CN" altLang="en-US" dirty="0">
                <a:latin typeface="Times New Roman" panose="02020603050405020304" pitchFamily="18" charset="0"/>
              </a:rPr>
              <a:t>万张彩票的创收利润为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0536" name="Object 8"/>
          <p:cNvGraphicFramePr>
            <a:graphicFrameLocks noChangeAspect="1"/>
          </p:cNvGraphicFramePr>
          <p:nvPr/>
        </p:nvGraphicFramePr>
        <p:xfrm>
          <a:off x="2616200" y="5556250"/>
          <a:ext cx="3911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7" imgW="3911600" imgH="419100" progId="Equation.3">
                  <p:embed/>
                </p:oleObj>
              </mc:Choice>
              <mc:Fallback>
                <p:oleObj name="" r:id="rId7" imgW="3911600" imgH="4191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16200" y="5556250"/>
                        <a:ext cx="39116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2" grpId="0"/>
      <p:bldP spid="1505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827088" y="1368425"/>
          <a:ext cx="758031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7734300" imgH="952500" progId="Equation.3">
                  <p:embed/>
                </p:oleObj>
              </mc:Choice>
              <mc:Fallback>
                <p:oleObj name="" r:id="rId1" imgW="7734300" imgH="9525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1368425"/>
                        <a:ext cx="7580312" cy="919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Rectangle 3"/>
          <p:cNvSpPr/>
          <p:nvPr/>
        </p:nvSpPr>
        <p:spPr>
          <a:xfrm>
            <a:off x="738188" y="692150"/>
            <a:ext cx="37623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 (</a:t>
            </a:r>
            <a:r>
              <a:rPr lang="zh-CN" altLang="en-US" dirty="0">
                <a:latin typeface="Times New Roman" panose="02020603050405020304" pitchFamily="18" charset="0"/>
              </a:rPr>
              <a:t>分组验血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63844" name="Object 4"/>
          <p:cNvGraphicFramePr>
            <a:graphicFrameLocks noChangeAspect="1"/>
          </p:cNvGraphicFramePr>
          <p:nvPr/>
        </p:nvGraphicFramePr>
        <p:xfrm>
          <a:off x="1295400" y="2414588"/>
          <a:ext cx="72374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3" imgW="7416800" imgH="444500" progId="Equation.3">
                  <p:embed/>
                </p:oleObj>
              </mc:Choice>
              <mc:Fallback>
                <p:oleObj name="" r:id="rId3" imgW="7416800" imgH="4445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5400" y="2414588"/>
                        <a:ext cx="7237413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7" name="Object 7"/>
          <p:cNvGraphicFramePr>
            <a:graphicFrameLocks noChangeAspect="1"/>
          </p:cNvGraphicFramePr>
          <p:nvPr/>
        </p:nvGraphicFramePr>
        <p:xfrm>
          <a:off x="825500" y="2990850"/>
          <a:ext cx="7418388" cy="306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5" imgW="7581900" imgH="3175000" progId="Equation.3">
                  <p:embed/>
                </p:oleObj>
              </mc:Choice>
              <mc:Fallback>
                <p:oleObj name="" r:id="rId5" imgW="7581900" imgH="31750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5500" y="2990850"/>
                        <a:ext cx="7418388" cy="306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615950" y="692785"/>
          <a:ext cx="7634288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" imgW="7708900" imgH="2070100" progId="Equation.3">
                  <p:embed/>
                </p:oleObj>
              </mc:Choice>
              <mc:Fallback>
                <p:oleObj name="" r:id="rId1" imgW="7708900" imgH="20701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5950" y="692785"/>
                        <a:ext cx="7634288" cy="1998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795" name="Rectangle 3"/>
          <p:cNvSpPr/>
          <p:nvPr/>
        </p:nvSpPr>
        <p:spPr>
          <a:xfrm>
            <a:off x="531813" y="2909888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1796" name="Object 4"/>
          <p:cNvGraphicFramePr>
            <a:graphicFrameLocks noChangeAspect="1"/>
          </p:cNvGraphicFramePr>
          <p:nvPr/>
        </p:nvGraphicFramePr>
        <p:xfrm>
          <a:off x="1246188" y="2979738"/>
          <a:ext cx="54133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3" imgW="5283200" imgH="444500" progId="Equation.3">
                  <p:embed/>
                </p:oleObj>
              </mc:Choice>
              <mc:Fallback>
                <p:oleObj name="" r:id="rId3" imgW="5283200" imgH="4445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46188" y="2979738"/>
                        <a:ext cx="541337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7" name="Object 5"/>
          <p:cNvGraphicFramePr>
            <a:graphicFrameLocks noChangeAspect="1"/>
          </p:cNvGraphicFramePr>
          <p:nvPr/>
        </p:nvGraphicFramePr>
        <p:xfrm>
          <a:off x="512763" y="3546475"/>
          <a:ext cx="65071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5" imgW="6375400" imgH="444500" progId="Equation.3">
                  <p:embed/>
                </p:oleObj>
              </mc:Choice>
              <mc:Fallback>
                <p:oleObj name="" r:id="rId5" imgW="6375400" imgH="4445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2763" y="3546475"/>
                        <a:ext cx="6507162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8" name="Object 6"/>
          <p:cNvGraphicFramePr>
            <a:graphicFrameLocks noChangeAspect="1"/>
          </p:cNvGraphicFramePr>
          <p:nvPr/>
        </p:nvGraphicFramePr>
        <p:xfrm>
          <a:off x="508000" y="4113213"/>
          <a:ext cx="71596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7" imgW="7226300" imgH="469900" progId="Equation.3">
                  <p:embed/>
                </p:oleObj>
              </mc:Choice>
              <mc:Fallback>
                <p:oleObj name="" r:id="rId7" imgW="7226300" imgH="4699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8000" y="4113213"/>
                        <a:ext cx="7159625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0" name="Object 8"/>
          <p:cNvGraphicFramePr>
            <a:graphicFrameLocks noChangeAspect="1"/>
          </p:cNvGraphicFramePr>
          <p:nvPr/>
        </p:nvGraphicFramePr>
        <p:xfrm>
          <a:off x="615950" y="4705350"/>
          <a:ext cx="6908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9" imgW="6705600" imgH="469900" progId="Equation.3">
                  <p:embed/>
                </p:oleObj>
              </mc:Choice>
              <mc:Fallback>
                <p:oleObj name="" r:id="rId9" imgW="6705600" imgH="4699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5950" y="4705350"/>
                        <a:ext cx="69088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1" name="Object 9"/>
          <p:cNvGraphicFramePr>
            <a:graphicFrameLocks noChangeAspect="1"/>
          </p:cNvGraphicFramePr>
          <p:nvPr/>
        </p:nvGraphicFramePr>
        <p:xfrm>
          <a:off x="473075" y="5297488"/>
          <a:ext cx="84915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1" imgW="8420100" imgH="444500" progId="Equation.3">
                  <p:embed/>
                </p:oleObj>
              </mc:Choice>
              <mc:Fallback>
                <p:oleObj name="" r:id="rId11" imgW="8420100" imgH="4445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3075" y="5297488"/>
                        <a:ext cx="8491538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2" name="Object 10"/>
          <p:cNvGraphicFramePr>
            <a:graphicFrameLocks noChangeAspect="1"/>
          </p:cNvGraphicFramePr>
          <p:nvPr/>
        </p:nvGraphicFramePr>
        <p:xfrm>
          <a:off x="492125" y="5864225"/>
          <a:ext cx="5791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3" imgW="5791200" imgH="444500" progId="Equation.3">
                  <p:embed/>
                </p:oleObj>
              </mc:Choice>
              <mc:Fallback>
                <p:oleObj name="" r:id="rId13" imgW="5791200" imgH="4445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2125" y="5864225"/>
                        <a:ext cx="57912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0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7890" name="Group 9"/>
          <p:cNvGrpSpPr/>
          <p:nvPr/>
        </p:nvGrpSpPr>
        <p:grpSpPr>
          <a:xfrm>
            <a:off x="2071688" y="762000"/>
            <a:ext cx="4876800" cy="1981200"/>
            <a:chOff x="1104" y="624"/>
            <a:chExt cx="3072" cy="1248"/>
          </a:xfrm>
        </p:grpSpPr>
        <p:sp>
          <p:nvSpPr>
            <p:cNvPr id="37897" name="Line 2"/>
            <p:cNvSpPr/>
            <p:nvPr/>
          </p:nvSpPr>
          <p:spPr>
            <a:xfrm>
              <a:off x="1104" y="1296"/>
              <a:ext cx="3072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898" name="Line 3"/>
            <p:cNvSpPr/>
            <p:nvPr/>
          </p:nvSpPr>
          <p:spPr>
            <a:xfrm>
              <a:off x="1920" y="624"/>
              <a:ext cx="0" cy="1248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37899" name="Object 4"/>
            <p:cNvGraphicFramePr>
              <a:graphicFrameLocks noChangeAspect="1"/>
            </p:cNvGraphicFramePr>
            <p:nvPr/>
          </p:nvGraphicFramePr>
          <p:xfrm>
            <a:off x="1440" y="864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1" imgW="355600" imgH="292100" progId="Equation.3">
                    <p:embed/>
                  </p:oleObj>
                </mc:Choice>
                <mc:Fallback>
                  <p:oleObj name="" r:id="rId1" imgW="355600" imgH="2921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40" y="864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0" name="Object 5"/>
            <p:cNvGraphicFramePr>
              <a:graphicFrameLocks noChangeAspect="1"/>
            </p:cNvGraphicFramePr>
            <p:nvPr/>
          </p:nvGraphicFramePr>
          <p:xfrm>
            <a:off x="1392" y="1456"/>
            <a:ext cx="2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3" imgW="393700" imgH="431800" progId="Equation.3">
                    <p:embed/>
                  </p:oleObj>
                </mc:Choice>
                <mc:Fallback>
                  <p:oleObj name="" r:id="rId3" imgW="393700" imgH="43180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92" y="1456"/>
                          <a:ext cx="24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1" name="Object 6"/>
            <p:cNvGraphicFramePr>
              <a:graphicFrameLocks noChangeAspect="1"/>
            </p:cNvGraphicFramePr>
            <p:nvPr/>
          </p:nvGraphicFramePr>
          <p:xfrm>
            <a:off x="2352" y="720"/>
            <a:ext cx="1288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5" imgW="2044700" imgH="838200" progId="Equation.3">
                    <p:embed/>
                  </p:oleObj>
                </mc:Choice>
                <mc:Fallback>
                  <p:oleObj name="" r:id="rId5" imgW="2044700" imgH="8382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52" y="720"/>
                          <a:ext cx="1288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2" name="Object 7"/>
            <p:cNvGraphicFramePr>
              <a:graphicFrameLocks noChangeAspect="1"/>
            </p:cNvGraphicFramePr>
            <p:nvPr/>
          </p:nvGraphicFramePr>
          <p:xfrm>
            <a:off x="2304" y="1432"/>
            <a:ext cx="22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7" imgW="355600" imgH="469900" progId="Equation.3">
                    <p:embed/>
                  </p:oleObj>
                </mc:Choice>
                <mc:Fallback>
                  <p:oleObj name="" r:id="rId7" imgW="355600" imgH="4699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04" y="1432"/>
                          <a:ext cx="224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3" name="Object 8"/>
            <p:cNvGraphicFramePr>
              <a:graphicFrameLocks noChangeAspect="1"/>
            </p:cNvGraphicFramePr>
            <p:nvPr/>
          </p:nvGraphicFramePr>
          <p:xfrm>
            <a:off x="3168" y="1432"/>
            <a:ext cx="52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9" imgW="838200" imgH="469900" progId="Equation.3">
                    <p:embed/>
                  </p:oleObj>
                </mc:Choice>
                <mc:Fallback>
                  <p:oleObj name="" r:id="rId9" imgW="838200" imgH="46990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68" y="1432"/>
                          <a:ext cx="52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4874" name="Object 10"/>
          <p:cNvGraphicFramePr>
            <a:graphicFrameLocks noChangeAspect="1"/>
          </p:cNvGraphicFramePr>
          <p:nvPr/>
        </p:nvGraphicFramePr>
        <p:xfrm>
          <a:off x="914400" y="3124200"/>
          <a:ext cx="2540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1" imgW="2540000" imgH="431800" progId="Equation.3">
                  <p:embed/>
                </p:oleObj>
              </mc:Choice>
              <mc:Fallback>
                <p:oleObj name="" r:id="rId11" imgW="2540000" imgH="4318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14400" y="3124200"/>
                        <a:ext cx="2540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5" name="Object 11"/>
          <p:cNvGraphicFramePr>
            <a:graphicFrameLocks noChangeAspect="1"/>
          </p:cNvGraphicFramePr>
          <p:nvPr/>
        </p:nvGraphicFramePr>
        <p:xfrm>
          <a:off x="1547813" y="3810000"/>
          <a:ext cx="4279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3" imgW="4279900" imgH="838200" progId="Equation.3">
                  <p:embed/>
                </p:oleObj>
              </mc:Choice>
              <mc:Fallback>
                <p:oleObj name="" r:id="rId13" imgW="4279900" imgH="8382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47813" y="3810000"/>
                        <a:ext cx="42799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6" name="Object 12"/>
          <p:cNvGraphicFramePr>
            <a:graphicFrameLocks noChangeAspect="1"/>
          </p:cNvGraphicFramePr>
          <p:nvPr/>
        </p:nvGraphicFramePr>
        <p:xfrm>
          <a:off x="5886450" y="3810000"/>
          <a:ext cx="1854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5" imgW="1854200" imgH="838200" progId="Equation.3">
                  <p:embed/>
                </p:oleObj>
              </mc:Choice>
              <mc:Fallback>
                <p:oleObj name="" r:id="rId15" imgW="1854200" imgH="8382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86450" y="3810000"/>
                        <a:ext cx="18542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7" name="Object 13"/>
          <p:cNvGraphicFramePr>
            <a:graphicFrameLocks noChangeAspect="1"/>
          </p:cNvGraphicFramePr>
          <p:nvPr/>
        </p:nvGraphicFramePr>
        <p:xfrm>
          <a:off x="914400" y="5105400"/>
          <a:ext cx="4381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7" imgW="4381500" imgH="444500" progId="Equation.3">
                  <p:embed/>
                </p:oleObj>
              </mc:Choice>
              <mc:Fallback>
                <p:oleObj name="" r:id="rId17" imgW="4381500" imgH="4445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14400" y="5105400"/>
                        <a:ext cx="43815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8" name="Object 14"/>
          <p:cNvGraphicFramePr>
            <a:graphicFrameLocks noChangeAspect="1"/>
          </p:cNvGraphicFramePr>
          <p:nvPr/>
        </p:nvGraphicFramePr>
        <p:xfrm>
          <a:off x="5435600" y="4902200"/>
          <a:ext cx="210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9" imgW="2108200" imgH="838200" progId="Equation.3">
                  <p:embed/>
                </p:oleObj>
              </mc:Choice>
              <mc:Fallback>
                <p:oleObj name="" r:id="rId19" imgW="2108200" imgH="8382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435600" y="4902200"/>
                        <a:ext cx="21082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9938" name="Object 2050"/>
          <p:cNvGraphicFramePr>
            <a:graphicFrameLocks noChangeAspect="1"/>
          </p:cNvGraphicFramePr>
          <p:nvPr/>
        </p:nvGraphicFramePr>
        <p:xfrm>
          <a:off x="827088" y="768350"/>
          <a:ext cx="3060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" imgW="3060700" imgH="419100" progId="Equation.3">
                  <p:embed/>
                </p:oleObj>
              </mc:Choice>
              <mc:Fallback>
                <p:oleObj name="" r:id="rId1" imgW="3060700" imgH="4191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768350"/>
                        <a:ext cx="30607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1" name="Object 2051"/>
          <p:cNvGraphicFramePr>
            <a:graphicFrameLocks noChangeAspect="1"/>
          </p:cNvGraphicFramePr>
          <p:nvPr/>
        </p:nvGraphicFramePr>
        <p:xfrm>
          <a:off x="1797050" y="1371600"/>
          <a:ext cx="2044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3" imgW="2044700" imgH="838200" progId="Equation.3">
                  <p:embed/>
                </p:oleObj>
              </mc:Choice>
              <mc:Fallback>
                <p:oleObj name="" r:id="rId3" imgW="2044700" imgH="8382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7050" y="1371600"/>
                        <a:ext cx="20447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2" name="Object 2052"/>
          <p:cNvGraphicFramePr>
            <a:graphicFrameLocks noChangeAspect="1"/>
          </p:cNvGraphicFramePr>
          <p:nvPr/>
        </p:nvGraphicFramePr>
        <p:xfrm>
          <a:off x="825500" y="2438400"/>
          <a:ext cx="5245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5" imgW="5245100" imgH="444500" progId="Equation.3">
                  <p:embed/>
                </p:oleObj>
              </mc:Choice>
              <mc:Fallback>
                <p:oleObj name="" r:id="rId5" imgW="5245100" imgH="4445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5500" y="2438400"/>
                        <a:ext cx="52451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3" name="Object 2053"/>
          <p:cNvGraphicFramePr>
            <a:graphicFrameLocks noChangeAspect="1"/>
          </p:cNvGraphicFramePr>
          <p:nvPr/>
        </p:nvGraphicFramePr>
        <p:xfrm>
          <a:off x="1674813" y="3271838"/>
          <a:ext cx="3708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7" imgW="3708400" imgH="431800" progId="Equation.3">
                  <p:embed/>
                </p:oleObj>
              </mc:Choice>
              <mc:Fallback>
                <p:oleObj name="" r:id="rId7" imgW="3708400" imgH="4318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74813" y="3271838"/>
                        <a:ext cx="3708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5" name="Object 2055"/>
          <p:cNvGraphicFramePr>
            <a:graphicFrameLocks noChangeAspect="1"/>
          </p:cNvGraphicFramePr>
          <p:nvPr/>
        </p:nvGraphicFramePr>
        <p:xfrm>
          <a:off x="2068513" y="3881438"/>
          <a:ext cx="205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9" imgW="2057400" imgH="838200" progId="Equation.3">
                  <p:embed/>
                </p:oleObj>
              </mc:Choice>
              <mc:Fallback>
                <p:oleObj name="" r:id="rId9" imgW="2057400" imgH="8382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68513" y="3881438"/>
                        <a:ext cx="20574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6" name="Object 2056"/>
          <p:cNvGraphicFramePr>
            <a:graphicFrameLocks noChangeAspect="1"/>
          </p:cNvGraphicFramePr>
          <p:nvPr/>
        </p:nvGraphicFramePr>
        <p:xfrm>
          <a:off x="4443413" y="4097338"/>
          <a:ext cx="320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11" imgW="3200400" imgH="431800" progId="Equation.3">
                  <p:embed/>
                </p:oleObj>
              </mc:Choice>
              <mc:Fallback>
                <p:oleObj name="" r:id="rId11" imgW="3200400" imgH="4318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43413" y="4097338"/>
                        <a:ext cx="3200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7" name="Object 2057"/>
          <p:cNvGraphicFramePr>
            <a:graphicFrameLocks noChangeAspect="1"/>
          </p:cNvGraphicFramePr>
          <p:nvPr/>
        </p:nvGraphicFramePr>
        <p:xfrm>
          <a:off x="825500" y="4967288"/>
          <a:ext cx="4394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3" imgW="4445000" imgH="406400" progId="Equation.3">
                  <p:embed/>
                </p:oleObj>
              </mc:Choice>
              <mc:Fallback>
                <p:oleObj name="" r:id="rId13" imgW="4445000" imgH="4064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25500" y="4967288"/>
                        <a:ext cx="43942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/>
          <p:nvPr/>
        </p:nvSpPr>
        <p:spPr>
          <a:xfrm>
            <a:off x="782638" y="765175"/>
            <a:ext cx="630555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zh-CN" altLang="en-US" sz="32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连续型随机变量数学期望的定义</a:t>
            </a:r>
            <a:endParaRPr lang="zh-CN" altLang="en-US" sz="3200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72719" name="Object 15"/>
          <p:cNvGraphicFramePr>
            <a:graphicFrameLocks noChangeAspect="1"/>
          </p:cNvGraphicFramePr>
          <p:nvPr/>
        </p:nvGraphicFramePr>
        <p:xfrm>
          <a:off x="858838" y="1603375"/>
          <a:ext cx="7137400" cy="394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1" imgW="7137400" imgH="3949700" progId="Equation.3">
                  <p:embed/>
                </p:oleObj>
              </mc:Choice>
              <mc:Fallback>
                <p:oleObj name="" r:id="rId1" imgW="7137400" imgH="39497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58838" y="1603375"/>
                        <a:ext cx="7137400" cy="394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9" name="Rectangle 5"/>
          <p:cNvSpPr/>
          <p:nvPr/>
        </p:nvSpPr>
        <p:spPr>
          <a:xfrm>
            <a:off x="738188" y="4816475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54630" name="Object 6"/>
          <p:cNvGraphicFramePr>
            <a:graphicFrameLocks noChangeAspect="1"/>
          </p:cNvGraphicFramePr>
          <p:nvPr/>
        </p:nvGraphicFramePr>
        <p:xfrm>
          <a:off x="1403350" y="4745038"/>
          <a:ext cx="3213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1" imgW="3213100" imgH="698500" progId="Equation.3">
                  <p:embed/>
                </p:oleObj>
              </mc:Choice>
              <mc:Fallback>
                <p:oleObj name="" r:id="rId1" imgW="3213100" imgH="6985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03350" y="4745038"/>
                        <a:ext cx="32131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1" name="Object 7"/>
          <p:cNvGraphicFramePr>
            <a:graphicFrameLocks noChangeAspect="1"/>
          </p:cNvGraphicFramePr>
          <p:nvPr/>
        </p:nvGraphicFramePr>
        <p:xfrm>
          <a:off x="4687888" y="4681538"/>
          <a:ext cx="2578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3" imgW="2578100" imgH="838200" progId="Equation.3">
                  <p:embed/>
                </p:oleObj>
              </mc:Choice>
              <mc:Fallback>
                <p:oleObj name="" r:id="rId3" imgW="2578100" imgH="8382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7888" y="4681538"/>
                        <a:ext cx="25781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2" name="Object 8"/>
          <p:cNvGraphicFramePr>
            <a:graphicFrameLocks noChangeAspect="1"/>
          </p:cNvGraphicFramePr>
          <p:nvPr/>
        </p:nvGraphicFramePr>
        <p:xfrm>
          <a:off x="7300913" y="4903788"/>
          <a:ext cx="154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5" imgW="1548765" imgH="431800" progId="Equation.3">
                  <p:embed/>
                </p:oleObj>
              </mc:Choice>
              <mc:Fallback>
                <p:oleObj name="" r:id="rId5" imgW="1548765" imgH="4318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00913" y="4903788"/>
                        <a:ext cx="1549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3" name="Rectangle 9"/>
          <p:cNvSpPr/>
          <p:nvPr/>
        </p:nvSpPr>
        <p:spPr>
          <a:xfrm>
            <a:off x="738188" y="562610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宋体" panose="02010600030101010101" pitchFamily="2" charset="-122"/>
              </a:rPr>
              <a:t>因此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宋体" panose="02010600030101010101" pitchFamily="2" charset="-122"/>
              </a:rPr>
              <a:t>顾客平均等待</a:t>
            </a:r>
            <a:r>
              <a:rPr lang="en-US" altLang="zh-CN" dirty="0">
                <a:latin typeface="Times New Roman" panose="02020603050405020304" pitchFamily="18" charset="0"/>
              </a:rPr>
              <a:t> 5 </a:t>
            </a:r>
            <a:r>
              <a:rPr lang="zh-CN" altLang="en-US" dirty="0">
                <a:latin typeface="宋体" panose="02010600030101010101" pitchFamily="2" charset="-122"/>
              </a:rPr>
              <a:t>分钟就可得到服务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4039" name="Rectangle 10"/>
          <p:cNvSpPr/>
          <p:nvPr/>
        </p:nvSpPr>
        <p:spPr>
          <a:xfrm>
            <a:off x="755650" y="765175"/>
            <a:ext cx="5943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2’</a:t>
            </a:r>
            <a:r>
              <a:rPr lang="en-US" altLang="zh-CN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dirty="0">
                <a:latin typeface="宋体" panose="02010600030101010101" pitchFamily="2" charset="-122"/>
              </a:rPr>
              <a:t>顾客平均等待时间</a:t>
            </a:r>
            <a:r>
              <a:rPr lang="en-US" altLang="zh-CN" dirty="0">
                <a:latin typeface="宋体" panose="02010600030101010101" pitchFamily="2" charset="-122"/>
              </a:rPr>
              <a:t>?</a:t>
            </a:r>
            <a:endParaRPr lang="en-US" altLang="zh-CN" dirty="0">
              <a:latin typeface="宋体" panose="02010600030101010101" pitchFamily="2" charset="-122"/>
            </a:endParaRPr>
          </a:p>
        </p:txBody>
      </p:sp>
      <p:graphicFrame>
        <p:nvGraphicFramePr>
          <p:cNvPr id="44040" name="Object 14"/>
          <p:cNvGraphicFramePr>
            <a:graphicFrameLocks noChangeAspect="1"/>
          </p:cNvGraphicFramePr>
          <p:nvPr/>
        </p:nvGraphicFramePr>
        <p:xfrm>
          <a:off x="4476750" y="320040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7" imgW="190500" imgH="419100" progId="Equation.3">
                  <p:embed/>
                </p:oleObj>
              </mc:Choice>
              <mc:Fallback>
                <p:oleObj name="" r:id="rId7" imgW="190500" imgH="4191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76750" y="3200400"/>
                        <a:ext cx="1905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41" name="Group 16"/>
          <p:cNvGrpSpPr/>
          <p:nvPr/>
        </p:nvGrpSpPr>
        <p:grpSpPr>
          <a:xfrm>
            <a:off x="738188" y="1352550"/>
            <a:ext cx="8042275" cy="3038475"/>
            <a:chOff x="557" y="864"/>
            <a:chExt cx="5066" cy="1914"/>
          </a:xfrm>
        </p:grpSpPr>
        <p:sp>
          <p:nvSpPr>
            <p:cNvPr id="44043" name="Text Box 2"/>
            <p:cNvSpPr txBox="1"/>
            <p:nvPr/>
          </p:nvSpPr>
          <p:spPr>
            <a:xfrm>
              <a:off x="560" y="864"/>
              <a:ext cx="5063" cy="60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40000"/>
                </a:spcBef>
              </a:pP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    </a:t>
              </a:r>
              <a:r>
                <a:rPr lang="zh-CN" altLang="en-US" dirty="0">
                  <a:latin typeface="宋体" panose="02010600030101010101" pitchFamily="2" charset="-122"/>
                </a:rPr>
                <a:t>顾客在某银行窗口等待服务的时间</a:t>
              </a:r>
              <a:r>
                <a:rPr lang="zh-CN" altLang="en-US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</a:rPr>
                <a:t>X </a:t>
              </a:r>
              <a:r>
                <a:rPr lang="en-US" altLang="zh-CN" dirty="0">
                  <a:latin typeface="Times New Roman" panose="02020603050405020304" pitchFamily="18" charset="0"/>
                </a:rPr>
                <a:t>(</a:t>
              </a:r>
              <a:r>
                <a:rPr lang="zh-CN" altLang="en-US" dirty="0">
                  <a:latin typeface="宋体" panose="02010600030101010101" pitchFamily="2" charset="-122"/>
                </a:rPr>
                <a:t>分钟</a:t>
              </a:r>
              <a:r>
                <a:rPr lang="en-US" altLang="zh-CN" dirty="0">
                  <a:latin typeface="Times New Roman" panose="02020603050405020304" pitchFamily="18" charset="0"/>
                </a:rPr>
                <a:t>) </a:t>
              </a:r>
              <a:r>
                <a:rPr lang="zh-CN" altLang="en-US" dirty="0">
                  <a:latin typeface="宋体" panose="02010600030101010101" pitchFamily="2" charset="-122"/>
                </a:rPr>
                <a:t>服从指数分布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宋体" panose="02010600030101010101" pitchFamily="2" charset="-122"/>
                </a:rPr>
                <a:t>其概率密度为</a:t>
              </a:r>
              <a:endParaRPr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44044" name="Rectangle 4"/>
            <p:cNvSpPr/>
            <p:nvPr/>
          </p:nvSpPr>
          <p:spPr>
            <a:xfrm>
              <a:off x="557" y="2448"/>
              <a:ext cx="295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宋体" panose="02010600030101010101" pitchFamily="2" charset="-122"/>
                </a:rPr>
                <a:t>求顾客等待服务的平均时长</a:t>
              </a:r>
              <a:r>
                <a:rPr lang="en-US" altLang="zh-CN" dirty="0">
                  <a:latin typeface="Times New Roman" panose="02020603050405020304" pitchFamily="18" charset="0"/>
                </a:rPr>
                <a:t>?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4045" name="Object 15"/>
            <p:cNvGraphicFramePr>
              <a:graphicFrameLocks noChangeAspect="1"/>
            </p:cNvGraphicFramePr>
            <p:nvPr/>
          </p:nvGraphicFramePr>
          <p:xfrm>
            <a:off x="1883" y="1552"/>
            <a:ext cx="2208" cy="8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" name="" r:id="rId9" imgW="3505200" imgH="1282700" progId="Equation.3">
                    <p:embed/>
                  </p:oleObj>
                </mc:Choice>
                <mc:Fallback>
                  <p:oleObj name="" r:id="rId9" imgW="3505200" imgH="1282700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83" y="1552"/>
                          <a:ext cx="2208" cy="8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042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9" grpId="0"/>
      <p:bldP spid="1546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8632" name="Group 24"/>
          <p:cNvGrpSpPr/>
          <p:nvPr/>
        </p:nvGrpSpPr>
        <p:grpSpPr>
          <a:xfrm>
            <a:off x="738188" y="1681163"/>
            <a:ext cx="4913312" cy="519112"/>
            <a:chOff x="576" y="1056"/>
            <a:chExt cx="3095" cy="327"/>
          </a:xfrm>
        </p:grpSpPr>
        <p:sp>
          <p:nvSpPr>
            <p:cNvPr id="46097" name="Text Box 3"/>
            <p:cNvSpPr txBox="1"/>
            <p:nvPr/>
          </p:nvSpPr>
          <p:spPr>
            <a:xfrm>
              <a:off x="576" y="1056"/>
              <a:ext cx="211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1.</a:t>
              </a:r>
              <a:r>
                <a:rPr lang="en-US" altLang="zh-CN" dirty="0"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</a:rPr>
                <a:t>设 </a:t>
              </a:r>
              <a:r>
                <a:rPr lang="en-US" altLang="zh-CN" i="1" dirty="0">
                  <a:latin typeface="Times New Roman" panose="02020603050405020304" pitchFamily="18" charset="0"/>
                </a:rPr>
                <a:t>C </a:t>
              </a:r>
              <a:r>
                <a:rPr lang="zh-CN" altLang="en-US" dirty="0">
                  <a:latin typeface="Times New Roman" panose="02020603050405020304" pitchFamily="18" charset="0"/>
                </a:rPr>
                <a:t>是常数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则有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6098" name="Object 4"/>
            <p:cNvGraphicFramePr>
              <a:graphicFrameLocks noChangeAspect="1"/>
            </p:cNvGraphicFramePr>
            <p:nvPr/>
          </p:nvGraphicFramePr>
          <p:xfrm>
            <a:off x="2703" y="1123"/>
            <a:ext cx="96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1" imgW="1536065" imgH="393700" progId="Equation.3">
                    <p:embed/>
                  </p:oleObj>
                </mc:Choice>
                <mc:Fallback>
                  <p:oleObj name="" r:id="rId1" imgW="1536065" imgH="393700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03" y="1123"/>
                          <a:ext cx="968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613" name="Text Box 5"/>
          <p:cNvSpPr txBox="1"/>
          <p:nvPr/>
        </p:nvSpPr>
        <p:spPr>
          <a:xfrm>
            <a:off x="738188" y="2333625"/>
            <a:ext cx="1143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证明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2660650" y="2452688"/>
          <a:ext cx="38227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3" imgW="3822700" imgH="393700" progId="Equation.3">
                  <p:embed/>
                </p:oleObj>
              </mc:Choice>
              <mc:Fallback>
                <p:oleObj name="" r:id="rId3" imgW="3822700" imgH="3937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0650" y="2452688"/>
                        <a:ext cx="3822700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5" name="Text Box 7"/>
          <p:cNvSpPr txBox="1"/>
          <p:nvPr/>
        </p:nvSpPr>
        <p:spPr>
          <a:xfrm>
            <a:off x="738188" y="3249613"/>
            <a:ext cx="637222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是一个随机变量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zh-CN" altLang="en-US" dirty="0">
                <a:latin typeface="Times New Roman" panose="02020603050405020304" pitchFamily="18" charset="0"/>
              </a:rPr>
              <a:t>是常数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8616" name="Object 8"/>
          <p:cNvGraphicFramePr>
            <a:graphicFrameLocks noChangeAspect="1"/>
          </p:cNvGraphicFramePr>
          <p:nvPr/>
        </p:nvGraphicFramePr>
        <p:xfrm>
          <a:off x="3270250" y="4033838"/>
          <a:ext cx="26035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5" imgW="2603500" imgH="393700" progId="Equation.3">
                  <p:embed/>
                </p:oleObj>
              </mc:Choice>
              <mc:Fallback>
                <p:oleObj name="" r:id="rId5" imgW="2603500" imgH="3937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0250" y="4033838"/>
                        <a:ext cx="2603500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7" name="Rectangle 9"/>
          <p:cNvSpPr/>
          <p:nvPr/>
        </p:nvSpPr>
        <p:spPr>
          <a:xfrm>
            <a:off x="738188" y="4686300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证明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8618" name="Object 10"/>
          <p:cNvGraphicFramePr>
            <a:graphicFrameLocks noChangeAspect="1"/>
          </p:cNvGraphicFramePr>
          <p:nvPr/>
        </p:nvGraphicFramePr>
        <p:xfrm>
          <a:off x="2027238" y="4714875"/>
          <a:ext cx="2755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7" imgW="2755900" imgH="711200" progId="Equation.3">
                  <p:embed/>
                </p:oleObj>
              </mc:Choice>
              <mc:Fallback>
                <p:oleObj name="" r:id="rId7" imgW="2755900" imgH="7112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27238" y="4714875"/>
                        <a:ext cx="2755900" cy="711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9" name="Object 11"/>
          <p:cNvGraphicFramePr>
            <a:graphicFrameLocks noChangeAspect="1"/>
          </p:cNvGraphicFramePr>
          <p:nvPr/>
        </p:nvGraphicFramePr>
        <p:xfrm>
          <a:off x="6554788" y="4797425"/>
          <a:ext cx="1473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9" imgW="1473200" imgH="393700" progId="Equation.3">
                  <p:embed/>
                </p:oleObj>
              </mc:Choice>
              <mc:Fallback>
                <p:oleObj name="" r:id="rId9" imgW="1473200" imgH="3937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54788" y="4797425"/>
                        <a:ext cx="14732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5" name="Object 17"/>
          <p:cNvGraphicFramePr>
            <a:graphicFrameLocks noChangeAspect="1"/>
          </p:cNvGraphicFramePr>
          <p:nvPr/>
        </p:nvGraphicFramePr>
        <p:xfrm>
          <a:off x="4852988" y="4714875"/>
          <a:ext cx="1689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1" imgW="1688465" imgH="711200" progId="Equation.3">
                  <p:embed/>
                </p:oleObj>
              </mc:Choice>
              <mc:Fallback>
                <p:oleObj name="" r:id="rId11" imgW="1688465" imgH="7112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52988" y="4714875"/>
                        <a:ext cx="1689100" cy="711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6" name="Text Box 18"/>
          <p:cNvSpPr txBox="1"/>
          <p:nvPr/>
        </p:nvSpPr>
        <p:spPr>
          <a:xfrm>
            <a:off x="738188" y="5641975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8627" name="Object 19"/>
          <p:cNvGraphicFramePr>
            <a:graphicFrameLocks noChangeAspect="1"/>
          </p:cNvGraphicFramePr>
          <p:nvPr/>
        </p:nvGraphicFramePr>
        <p:xfrm>
          <a:off x="2033588" y="5751513"/>
          <a:ext cx="151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3" imgW="1511300" imgH="393700" progId="Equation.3">
                  <p:embed/>
                </p:oleObj>
              </mc:Choice>
              <mc:Fallback>
                <p:oleObj name="" r:id="rId13" imgW="1511300" imgH="3937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33588" y="5751513"/>
                        <a:ext cx="15113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8" name="Object 20"/>
          <p:cNvGraphicFramePr>
            <a:graphicFrameLocks noChangeAspect="1"/>
          </p:cNvGraphicFramePr>
          <p:nvPr/>
        </p:nvGraphicFramePr>
        <p:xfrm>
          <a:off x="3703638" y="5715000"/>
          <a:ext cx="288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15" imgW="2882900" imgH="431800" progId="Equation.3">
                  <p:embed/>
                </p:oleObj>
              </mc:Choice>
              <mc:Fallback>
                <p:oleObj name="" r:id="rId15" imgW="2882900" imgH="4318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03638" y="5715000"/>
                        <a:ext cx="2882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9" name="Object 21"/>
          <p:cNvGraphicFramePr>
            <a:graphicFrameLocks noChangeAspect="1"/>
          </p:cNvGraphicFramePr>
          <p:nvPr/>
        </p:nvGraphicFramePr>
        <p:xfrm>
          <a:off x="6637338" y="5754688"/>
          <a:ext cx="175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7" imgW="1751965" imgH="317500" progId="Equation.3">
                  <p:embed/>
                </p:oleObj>
              </mc:Choice>
              <mc:Fallback>
                <p:oleObj name="" r:id="rId17" imgW="1751965" imgH="3175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637338" y="5754688"/>
                        <a:ext cx="17526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5" name="Text Box 28"/>
          <p:cNvSpPr/>
          <p:nvPr>
            <p:ph type="title" idx="4294967295"/>
          </p:nvPr>
        </p:nvSpPr>
        <p:spPr>
          <a:xfrm>
            <a:off x="0" y="667385"/>
            <a:ext cx="9144000" cy="706755"/>
          </a:xfrm>
          <a:ln/>
        </p:spPr>
        <p:txBody>
          <a:bodyPr vert="horz" wrap="square" lIns="91440" tIns="45720" rIns="91440" bIns="4572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rgbClr val="0000FF"/>
                </a:solidFill>
              </a:rPr>
              <a:t>二、数学期望的性质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46096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/>
      <p:bldP spid="68615" grpId="0"/>
      <p:bldP spid="68617" grpId="0"/>
      <p:bldP spid="686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3371850" y="2971800"/>
          <a:ext cx="295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1" imgW="2959100" imgH="736600" progId="Equation.3">
                  <p:embed/>
                </p:oleObj>
              </mc:Choice>
              <mc:Fallback>
                <p:oleObj name="" r:id="rId1" imgW="2959100" imgH="7366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71850" y="2971800"/>
                        <a:ext cx="2959100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6361113" y="3055938"/>
          <a:ext cx="238760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3" imgW="2387600" imgH="393700" progId="Equation.3">
                  <p:embed/>
                </p:oleObj>
              </mc:Choice>
              <mc:Fallback>
                <p:oleObj name="" r:id="rId3" imgW="2387600" imgH="3937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61113" y="3055938"/>
                        <a:ext cx="2387600" cy="369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6" name="Text Box 4"/>
          <p:cNvSpPr txBox="1"/>
          <p:nvPr/>
        </p:nvSpPr>
        <p:spPr>
          <a:xfrm>
            <a:off x="755650" y="3910013"/>
            <a:ext cx="62496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4.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Y </a:t>
            </a:r>
            <a:r>
              <a:rPr lang="zh-CN" altLang="en-US" dirty="0">
                <a:latin typeface="Times New Roman" panose="02020603050405020304" pitchFamily="18" charset="0"/>
              </a:rPr>
              <a:t>是相互独立的随机变量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9637" name="Object 5"/>
          <p:cNvGraphicFramePr>
            <a:graphicFrameLocks noChangeAspect="1"/>
          </p:cNvGraphicFramePr>
          <p:nvPr/>
        </p:nvGraphicFramePr>
        <p:xfrm>
          <a:off x="2971800" y="4652963"/>
          <a:ext cx="32004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5" imgW="3200400" imgH="393700" progId="Equation.3">
                  <p:embed/>
                </p:oleObj>
              </mc:Choice>
              <mc:Fallback>
                <p:oleObj name="" r:id="rId5" imgW="3200400" imgH="3937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71800" y="4652963"/>
                        <a:ext cx="3200400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4" name="Rectangle 17"/>
          <p:cNvSpPr/>
          <p:nvPr/>
        </p:nvSpPr>
        <p:spPr>
          <a:xfrm>
            <a:off x="755650" y="762000"/>
            <a:ext cx="51771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Y </a:t>
            </a:r>
            <a:r>
              <a:rPr lang="zh-CN" altLang="en-US" dirty="0">
                <a:latin typeface="Times New Roman" panose="02020603050405020304" pitchFamily="18" charset="0"/>
              </a:rPr>
              <a:t>是两个随机变量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8135" name="Object 18"/>
          <p:cNvGraphicFramePr>
            <a:graphicFrameLocks noChangeAspect="1"/>
          </p:cNvGraphicFramePr>
          <p:nvPr/>
        </p:nvGraphicFramePr>
        <p:xfrm>
          <a:off x="2616200" y="1498600"/>
          <a:ext cx="39116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7" imgW="3911600" imgH="393700" progId="Equation.3">
                  <p:embed/>
                </p:oleObj>
              </mc:Choice>
              <mc:Fallback>
                <p:oleObj name="" r:id="rId7" imgW="3911600" imgH="3937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16200" y="1498600"/>
                        <a:ext cx="39116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51" name="Text Box 19"/>
          <p:cNvSpPr txBox="1"/>
          <p:nvPr/>
        </p:nvSpPr>
        <p:spPr>
          <a:xfrm>
            <a:off x="755650" y="2065338"/>
            <a:ext cx="101346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证明</a:t>
            </a:r>
            <a:r>
              <a:rPr lang="en-US" altLang="zh-CN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*</a:t>
            </a:r>
            <a:endParaRPr lang="zh-CN" altLang="en-US" baseline="300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9652" name="Object 20"/>
          <p:cNvGraphicFramePr>
            <a:graphicFrameLocks noChangeAspect="1"/>
          </p:cNvGraphicFramePr>
          <p:nvPr/>
        </p:nvGraphicFramePr>
        <p:xfrm>
          <a:off x="1844675" y="2108200"/>
          <a:ext cx="393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9" imgW="3937000" imgH="736600" progId="Equation.3">
                  <p:embed/>
                </p:oleObj>
              </mc:Choice>
              <mc:Fallback>
                <p:oleObj name="" r:id="rId9" imgW="3937000" imgH="7366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44675" y="2108200"/>
                        <a:ext cx="3937000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57" name="Rectangle 25"/>
          <p:cNvSpPr/>
          <p:nvPr/>
        </p:nvSpPr>
        <p:spPr>
          <a:xfrm>
            <a:off x="755650" y="5349875"/>
            <a:ext cx="7772400" cy="565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75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r>
              <a:rPr lang="en-US" altLang="zh-CN" baseline="30000" dirty="0">
                <a:solidFill>
                  <a:srgbClr val="0000FF"/>
                </a:solidFill>
                <a:ea typeface="黑体" panose="02010609060101010101" pitchFamily="49" charset="-122"/>
                <a:sym typeface="+mn-ea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    连续型随机变量的情形类推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8139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/>
      <p:bldP spid="69651" grpId="0"/>
      <p:bldP spid="6965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0178" name="Object 2050"/>
          <p:cNvGraphicFramePr>
            <a:graphicFrameLocks noChangeAspect="1"/>
          </p:cNvGraphicFramePr>
          <p:nvPr/>
        </p:nvGraphicFramePr>
        <p:xfrm>
          <a:off x="838200" y="838200"/>
          <a:ext cx="7607300" cy="262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1" imgW="7607300" imgH="2628900" progId="Equation.3">
                  <p:embed/>
                </p:oleObj>
              </mc:Choice>
              <mc:Fallback>
                <p:oleObj name="" r:id="rId1" imgW="7607300" imgH="26289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838200"/>
                        <a:ext cx="7607300" cy="2628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3" name="Rectangle 2051"/>
          <p:cNvSpPr/>
          <p:nvPr/>
        </p:nvSpPr>
        <p:spPr>
          <a:xfrm>
            <a:off x="755650" y="3590925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74084" name="Object 2052"/>
          <p:cNvGraphicFramePr>
            <a:graphicFrameLocks noChangeAspect="1"/>
          </p:cNvGraphicFramePr>
          <p:nvPr/>
        </p:nvGraphicFramePr>
        <p:xfrm>
          <a:off x="1519238" y="3657600"/>
          <a:ext cx="2832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3" imgW="2832100" imgH="457200" progId="Equation.3">
                  <p:embed/>
                </p:oleObj>
              </mc:Choice>
              <mc:Fallback>
                <p:oleObj name="" r:id="rId3" imgW="2832100" imgH="457200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19238" y="3657600"/>
                        <a:ext cx="28321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5" name="Object 2053"/>
          <p:cNvGraphicFramePr>
            <a:graphicFrameLocks noChangeAspect="1"/>
          </p:cNvGraphicFramePr>
          <p:nvPr/>
        </p:nvGraphicFramePr>
        <p:xfrm>
          <a:off x="1041400" y="4375150"/>
          <a:ext cx="7061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5" imgW="7061200" imgH="1003300" progId="Equation.3">
                  <p:embed/>
                </p:oleObj>
              </mc:Choice>
              <mc:Fallback>
                <p:oleObj name="" r:id="rId5" imgW="7061200" imgH="10033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1400" y="4375150"/>
                        <a:ext cx="70612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6" name="Object 2054"/>
          <p:cNvGraphicFramePr>
            <a:graphicFrameLocks noChangeAspect="1"/>
          </p:cNvGraphicFramePr>
          <p:nvPr/>
        </p:nvGraphicFramePr>
        <p:xfrm>
          <a:off x="831850" y="5638800"/>
          <a:ext cx="421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7" imgW="4216400" imgH="444500" progId="Equation.3">
                  <p:embed/>
                </p:oleObj>
              </mc:Choice>
              <mc:Fallback>
                <p:oleObj name="" r:id="rId7" imgW="4216400" imgH="44450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1850" y="5638800"/>
                        <a:ext cx="42164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Rectangle 2059"/>
          <p:cNvSpPr/>
          <p:nvPr/>
        </p:nvSpPr>
        <p:spPr>
          <a:xfrm>
            <a:off x="755650" y="784225"/>
            <a:ext cx="1828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12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0184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2226" name="Object 2050"/>
          <p:cNvGraphicFramePr>
            <a:graphicFrameLocks noChangeAspect="1"/>
          </p:cNvGraphicFramePr>
          <p:nvPr/>
        </p:nvGraphicFramePr>
        <p:xfrm>
          <a:off x="896938" y="762000"/>
          <a:ext cx="3733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" imgW="3733800" imgH="977900" progId="Equation.3">
                  <p:embed/>
                </p:oleObj>
              </mc:Choice>
              <mc:Fallback>
                <p:oleObj name="" r:id="rId1" imgW="3733800" imgH="97790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96938" y="762000"/>
                        <a:ext cx="37338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07" name="Object 2051"/>
          <p:cNvGraphicFramePr>
            <a:graphicFrameLocks noChangeAspect="1"/>
          </p:cNvGraphicFramePr>
          <p:nvPr/>
        </p:nvGraphicFramePr>
        <p:xfrm>
          <a:off x="4891088" y="762000"/>
          <a:ext cx="3403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3" imgW="3403600" imgH="977900" progId="Equation.3">
                  <p:embed/>
                </p:oleObj>
              </mc:Choice>
              <mc:Fallback>
                <p:oleObj name="" r:id="rId3" imgW="3403600" imgH="9779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91088" y="762000"/>
                        <a:ext cx="34036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08" name="Object 2052"/>
          <p:cNvGraphicFramePr>
            <a:graphicFrameLocks noChangeAspect="1"/>
          </p:cNvGraphicFramePr>
          <p:nvPr/>
        </p:nvGraphicFramePr>
        <p:xfrm>
          <a:off x="6183313" y="1828800"/>
          <a:ext cx="22050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5" imgW="1917700" imgH="368300" progId="Equation.3">
                  <p:embed/>
                </p:oleObj>
              </mc:Choice>
              <mc:Fallback>
                <p:oleObj name="" r:id="rId5" imgW="1917700" imgH="368300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83313" y="1828800"/>
                        <a:ext cx="2205037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09" name="Object 2053"/>
          <p:cNvGraphicFramePr>
            <a:graphicFrameLocks noChangeAspect="1"/>
          </p:cNvGraphicFramePr>
          <p:nvPr/>
        </p:nvGraphicFramePr>
        <p:xfrm>
          <a:off x="896938" y="2286000"/>
          <a:ext cx="5537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7" imgW="5537200" imgH="977900" progId="Equation.3">
                  <p:embed/>
                </p:oleObj>
              </mc:Choice>
              <mc:Fallback>
                <p:oleObj name="" r:id="rId7" imgW="5537200" imgH="977900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96938" y="2286000"/>
                        <a:ext cx="55372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0" name="Object 2054"/>
          <p:cNvGraphicFramePr>
            <a:graphicFrameLocks noChangeAspect="1"/>
          </p:cNvGraphicFramePr>
          <p:nvPr/>
        </p:nvGraphicFramePr>
        <p:xfrm>
          <a:off x="896938" y="3603625"/>
          <a:ext cx="542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9" imgW="5422900" imgH="444500" progId="Equation.3">
                  <p:embed/>
                </p:oleObj>
              </mc:Choice>
              <mc:Fallback>
                <p:oleObj name="" r:id="rId9" imgW="5422900" imgH="4445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6938" y="3603625"/>
                        <a:ext cx="54229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1" name="Object 2055"/>
          <p:cNvGraphicFramePr>
            <a:graphicFrameLocks noChangeAspect="1"/>
          </p:cNvGraphicFramePr>
          <p:nvPr/>
        </p:nvGraphicFramePr>
        <p:xfrm>
          <a:off x="2725738" y="4386263"/>
          <a:ext cx="466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11" imgW="4660900" imgH="431800" progId="Equation.3">
                  <p:embed/>
                </p:oleObj>
              </mc:Choice>
              <mc:Fallback>
                <p:oleObj name="" r:id="rId11" imgW="4660900" imgH="4318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25738" y="4386263"/>
                        <a:ext cx="4660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3" name="Object 2057"/>
          <p:cNvGraphicFramePr>
            <a:graphicFrameLocks noChangeAspect="1"/>
          </p:cNvGraphicFramePr>
          <p:nvPr/>
        </p:nvGraphicFramePr>
        <p:xfrm>
          <a:off x="2725738" y="5157788"/>
          <a:ext cx="24384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3" imgW="2438400" imgH="1079500" progId="Equation.3">
                  <p:embed/>
                </p:oleObj>
              </mc:Choice>
              <mc:Fallback>
                <p:oleObj name="" r:id="rId13" imgW="2438400" imgH="10795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25738" y="5157788"/>
                        <a:ext cx="2438400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4" name="Object 2058"/>
          <p:cNvGraphicFramePr>
            <a:graphicFrameLocks noChangeAspect="1"/>
          </p:cNvGraphicFramePr>
          <p:nvPr/>
        </p:nvGraphicFramePr>
        <p:xfrm>
          <a:off x="5214938" y="5467350"/>
          <a:ext cx="180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15" imgW="1803400" imgH="431800" progId="Equation.3">
                  <p:embed/>
                </p:oleObj>
              </mc:Choice>
              <mc:Fallback>
                <p:oleObj name="" r:id="rId15" imgW="1803400" imgH="4318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14938" y="5467350"/>
                        <a:ext cx="1803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4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7" name="Text Box 3"/>
          <p:cNvSpPr txBox="1"/>
          <p:nvPr/>
        </p:nvSpPr>
        <p:spPr>
          <a:xfrm>
            <a:off x="738188" y="1352550"/>
            <a:ext cx="55435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离散型随机变量函数的数学期望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77866" name="Group 42"/>
          <p:cNvGrpSpPr/>
          <p:nvPr/>
        </p:nvGrpSpPr>
        <p:grpSpPr>
          <a:xfrm>
            <a:off x="1258888" y="2655570"/>
            <a:ext cx="6656387" cy="1371600"/>
            <a:chOff x="782" y="1480"/>
            <a:chExt cx="4193" cy="864"/>
          </a:xfrm>
        </p:grpSpPr>
        <p:grpSp>
          <p:nvGrpSpPr>
            <p:cNvPr id="54294" name="Group 6"/>
            <p:cNvGrpSpPr/>
            <p:nvPr/>
          </p:nvGrpSpPr>
          <p:grpSpPr>
            <a:xfrm>
              <a:off x="802" y="1480"/>
              <a:ext cx="4173" cy="864"/>
              <a:chOff x="603" y="1296"/>
              <a:chExt cx="4173" cy="864"/>
            </a:xfrm>
          </p:grpSpPr>
          <p:sp>
            <p:nvSpPr>
              <p:cNvPr id="54302" name="Line 4"/>
              <p:cNvSpPr/>
              <p:nvPr/>
            </p:nvSpPr>
            <p:spPr>
              <a:xfrm>
                <a:off x="603" y="1680"/>
                <a:ext cx="4173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303" name="Line 5"/>
              <p:cNvSpPr/>
              <p:nvPr/>
            </p:nvSpPr>
            <p:spPr>
              <a:xfrm>
                <a:off x="1824" y="1296"/>
                <a:ext cx="0" cy="864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54295" name="Object 7"/>
            <p:cNvGraphicFramePr>
              <a:graphicFrameLocks noChangeAspect="1"/>
            </p:cNvGraphicFramePr>
            <p:nvPr/>
          </p:nvGraphicFramePr>
          <p:xfrm>
            <a:off x="1035" y="1536"/>
            <a:ext cx="6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6" name="" r:id="rId1" imgW="1066800" imgH="431800" progId="Equation.3">
                    <p:embed/>
                  </p:oleObj>
                </mc:Choice>
                <mc:Fallback>
                  <p:oleObj name="" r:id="rId1" imgW="1066800" imgH="431800" progId="Equation.3">
                    <p:embed/>
                    <p:pic>
                      <p:nvPicPr>
                        <p:cNvPr id="0" name="图片 320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35" y="1536"/>
                          <a:ext cx="67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6" name="Object 8"/>
            <p:cNvGraphicFramePr>
              <a:graphicFrameLocks noChangeAspect="1"/>
            </p:cNvGraphicFramePr>
            <p:nvPr/>
          </p:nvGraphicFramePr>
          <p:xfrm>
            <a:off x="782" y="1968"/>
            <a:ext cx="117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3" imgW="2349500" imgH="431800" progId="Equation.3">
                    <p:embed/>
                  </p:oleObj>
                </mc:Choice>
                <mc:Fallback>
                  <p:oleObj name="" r:id="rId3" imgW="2349500" imgH="431800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82" y="1968"/>
                          <a:ext cx="1177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7" name="Object 9"/>
            <p:cNvGraphicFramePr>
              <a:graphicFrameLocks noChangeAspect="1"/>
            </p:cNvGraphicFramePr>
            <p:nvPr/>
          </p:nvGraphicFramePr>
          <p:xfrm>
            <a:off x="2255" y="1580"/>
            <a:ext cx="257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4" name="" r:id="rId5" imgW="4089400" imgH="393700" progId="Equation.3">
                    <p:embed/>
                  </p:oleObj>
                </mc:Choice>
                <mc:Fallback>
                  <p:oleObj name="" r:id="rId5" imgW="4089400" imgH="393700" progId="Equation.3">
                    <p:embed/>
                    <p:pic>
                      <p:nvPicPr>
                        <p:cNvPr id="0" name="图片 320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55" y="1580"/>
                          <a:ext cx="2576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8" name="Object 10"/>
            <p:cNvGraphicFramePr>
              <a:graphicFrameLocks noChangeAspect="1"/>
            </p:cNvGraphicFramePr>
            <p:nvPr/>
          </p:nvGraphicFramePr>
          <p:xfrm>
            <a:off x="2311" y="1960"/>
            <a:ext cx="22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" name="" r:id="rId7" imgW="355600" imgH="419100" progId="Equation.3">
                    <p:embed/>
                  </p:oleObj>
                </mc:Choice>
                <mc:Fallback>
                  <p:oleObj name="" r:id="rId7" imgW="355600" imgH="419100" progId="Equation.3">
                    <p:embed/>
                    <p:pic>
                      <p:nvPicPr>
                        <p:cNvPr id="0" name="图片 320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11" y="1960"/>
                          <a:ext cx="224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9" name="Object 11"/>
            <p:cNvGraphicFramePr>
              <a:graphicFrameLocks noChangeAspect="1"/>
            </p:cNvGraphicFramePr>
            <p:nvPr/>
          </p:nvGraphicFramePr>
          <p:xfrm>
            <a:off x="3135" y="1972"/>
            <a:ext cx="23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" name="" r:id="rId9" imgW="368300" imgH="419100" progId="Equation.3">
                    <p:embed/>
                  </p:oleObj>
                </mc:Choice>
                <mc:Fallback>
                  <p:oleObj name="" r:id="rId9" imgW="368300" imgH="419100" progId="Equation.3">
                    <p:embed/>
                    <p:pic>
                      <p:nvPicPr>
                        <p:cNvPr id="0" name="图片 320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35" y="1972"/>
                          <a:ext cx="232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00" name="Object 12"/>
            <p:cNvGraphicFramePr>
              <a:graphicFrameLocks noChangeAspect="1"/>
            </p:cNvGraphicFramePr>
            <p:nvPr/>
          </p:nvGraphicFramePr>
          <p:xfrm>
            <a:off x="3889" y="1968"/>
            <a:ext cx="23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" name="" r:id="rId11" imgW="368300" imgH="431800" progId="Equation.3">
                    <p:embed/>
                  </p:oleObj>
                </mc:Choice>
                <mc:Fallback>
                  <p:oleObj name="" r:id="rId11" imgW="368300" imgH="431800" progId="Equation.3">
                    <p:embed/>
                    <p:pic>
                      <p:nvPicPr>
                        <p:cNvPr id="0" name="图片 320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889" y="1968"/>
                          <a:ext cx="23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01" name="Object 13"/>
            <p:cNvGraphicFramePr>
              <a:graphicFrameLocks noChangeAspect="1"/>
            </p:cNvGraphicFramePr>
            <p:nvPr/>
          </p:nvGraphicFramePr>
          <p:xfrm>
            <a:off x="4672" y="1960"/>
            <a:ext cx="23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" name="" r:id="rId13" imgW="368300" imgH="419100" progId="Equation.3">
                    <p:embed/>
                  </p:oleObj>
                </mc:Choice>
                <mc:Fallback>
                  <p:oleObj name="" r:id="rId13" imgW="368300" imgH="419100" progId="Equation.3">
                    <p:embed/>
                    <p:pic>
                      <p:nvPicPr>
                        <p:cNvPr id="0" name="图片 320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72" y="1960"/>
                          <a:ext cx="232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7839" name="Object 15"/>
          <p:cNvGraphicFramePr>
            <a:graphicFrameLocks noChangeAspect="1"/>
          </p:cNvGraphicFramePr>
          <p:nvPr/>
        </p:nvGraphicFramePr>
        <p:xfrm>
          <a:off x="825500" y="4111308"/>
          <a:ext cx="412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15" imgW="4127500" imgH="469900" progId="Equation.3">
                  <p:embed/>
                </p:oleObj>
              </mc:Choice>
              <mc:Fallback>
                <p:oleObj name="" r:id="rId15" imgW="4127500" imgH="469900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25500" y="4111308"/>
                        <a:ext cx="41275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864" name="Group 40"/>
          <p:cNvGrpSpPr/>
          <p:nvPr/>
        </p:nvGrpSpPr>
        <p:grpSpPr>
          <a:xfrm>
            <a:off x="730250" y="4794250"/>
            <a:ext cx="4194175" cy="523875"/>
            <a:chOff x="516" y="2630"/>
            <a:chExt cx="2642" cy="330"/>
          </a:xfrm>
        </p:grpSpPr>
        <p:sp>
          <p:nvSpPr>
            <p:cNvPr id="54292" name="Text Box 18"/>
            <p:cNvSpPr txBox="1"/>
            <p:nvPr/>
          </p:nvSpPr>
          <p:spPr>
            <a:xfrm>
              <a:off x="516" y="2630"/>
              <a:ext cx="34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解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54293" name="Object 19"/>
            <p:cNvGraphicFramePr>
              <a:graphicFrameLocks noChangeAspect="1"/>
            </p:cNvGraphicFramePr>
            <p:nvPr/>
          </p:nvGraphicFramePr>
          <p:xfrm>
            <a:off x="1006" y="2651"/>
            <a:ext cx="215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" name="" r:id="rId17" imgW="3416300" imgH="469900" progId="Equation.3">
                    <p:embed/>
                  </p:oleObj>
                </mc:Choice>
                <mc:Fallback>
                  <p:oleObj name="" r:id="rId17" imgW="3416300" imgH="469900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006" y="2651"/>
                          <a:ext cx="2152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7865" name="Group 41"/>
          <p:cNvGrpSpPr/>
          <p:nvPr/>
        </p:nvGrpSpPr>
        <p:grpSpPr>
          <a:xfrm>
            <a:off x="2051050" y="5370513"/>
            <a:ext cx="4968875" cy="1371600"/>
            <a:chOff x="1123" y="2974"/>
            <a:chExt cx="3130" cy="864"/>
          </a:xfrm>
        </p:grpSpPr>
        <p:grpSp>
          <p:nvGrpSpPr>
            <p:cNvPr id="54287" name="Group 21"/>
            <p:cNvGrpSpPr/>
            <p:nvPr/>
          </p:nvGrpSpPr>
          <p:grpSpPr>
            <a:xfrm>
              <a:off x="1123" y="2974"/>
              <a:ext cx="3130" cy="864"/>
              <a:chOff x="913" y="1296"/>
              <a:chExt cx="3130" cy="864"/>
            </a:xfrm>
          </p:grpSpPr>
          <p:sp>
            <p:nvSpPr>
              <p:cNvPr id="54290" name="Line 22"/>
              <p:cNvSpPr/>
              <p:nvPr/>
            </p:nvSpPr>
            <p:spPr>
              <a:xfrm>
                <a:off x="913" y="1680"/>
                <a:ext cx="3130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91" name="Line 23"/>
              <p:cNvSpPr/>
              <p:nvPr/>
            </p:nvSpPr>
            <p:spPr>
              <a:xfrm>
                <a:off x="1824" y="1296"/>
                <a:ext cx="0" cy="864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54288" name="Object 24"/>
            <p:cNvGraphicFramePr>
              <a:graphicFrameLocks noChangeAspect="1"/>
            </p:cNvGraphicFramePr>
            <p:nvPr/>
          </p:nvGraphicFramePr>
          <p:xfrm>
            <a:off x="1190" y="3026"/>
            <a:ext cx="68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19" imgW="1079500" imgH="368300" progId="Equation.3">
                    <p:embed/>
                  </p:oleObj>
                </mc:Choice>
                <mc:Fallback>
                  <p:oleObj name="" r:id="rId19" imgW="1079500" imgH="368300" progId="Equation.3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190" y="3026"/>
                          <a:ext cx="680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9" name="Object 25"/>
            <p:cNvGraphicFramePr>
              <a:graphicFrameLocks noChangeAspect="1"/>
            </p:cNvGraphicFramePr>
            <p:nvPr/>
          </p:nvGraphicFramePr>
          <p:xfrm>
            <a:off x="1410" y="3502"/>
            <a:ext cx="17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21" imgW="279400" imgH="330200" progId="Equation.3">
                    <p:embed/>
                  </p:oleObj>
                </mc:Choice>
                <mc:Fallback>
                  <p:oleObj name="" r:id="rId21" imgW="279400" imgH="330200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410" y="3502"/>
                          <a:ext cx="176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7850" name="Object 26"/>
          <p:cNvGraphicFramePr>
            <a:graphicFrameLocks noChangeAspect="1"/>
          </p:cNvGraphicFramePr>
          <p:nvPr/>
        </p:nvGraphicFramePr>
        <p:xfrm>
          <a:off x="3792538" y="5529263"/>
          <a:ext cx="292576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23" imgW="2616200" imgH="393700" progId="Equation.3">
                  <p:embed/>
                </p:oleObj>
              </mc:Choice>
              <mc:Fallback>
                <p:oleObj name="" r:id="rId23" imgW="2616200" imgH="3937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792538" y="5529263"/>
                        <a:ext cx="2925762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1" name="Object 27"/>
          <p:cNvGraphicFramePr>
            <a:graphicFrameLocks noChangeAspect="1"/>
          </p:cNvGraphicFramePr>
          <p:nvPr/>
        </p:nvGraphicFramePr>
        <p:xfrm>
          <a:off x="3708400" y="6151563"/>
          <a:ext cx="368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25" imgW="368300" imgH="419100" progId="Equation.3">
                  <p:embed/>
                </p:oleObj>
              </mc:Choice>
              <mc:Fallback>
                <p:oleObj name="" r:id="rId25" imgW="368300" imgH="4191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708400" y="6151563"/>
                        <a:ext cx="3683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2" name="Object 28"/>
          <p:cNvGraphicFramePr>
            <a:graphicFrameLocks noChangeAspect="1"/>
          </p:cNvGraphicFramePr>
          <p:nvPr/>
        </p:nvGraphicFramePr>
        <p:xfrm>
          <a:off x="4705350" y="6145213"/>
          <a:ext cx="1054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27" imgW="1054100" imgH="431800" progId="Equation.3">
                  <p:embed/>
                </p:oleObj>
              </mc:Choice>
              <mc:Fallback>
                <p:oleObj name="" r:id="rId27" imgW="1054100" imgH="431800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705350" y="6145213"/>
                        <a:ext cx="10541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3" name="Object 29"/>
          <p:cNvGraphicFramePr>
            <a:graphicFrameLocks noChangeAspect="1"/>
          </p:cNvGraphicFramePr>
          <p:nvPr/>
        </p:nvGraphicFramePr>
        <p:xfrm>
          <a:off x="6445250" y="6151563"/>
          <a:ext cx="368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29" imgW="368300" imgH="419100" progId="Equation.3">
                  <p:embed/>
                </p:oleObj>
              </mc:Choice>
              <mc:Fallback>
                <p:oleObj name="" r:id="rId29" imgW="368300" imgH="419100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445250" y="6151563"/>
                        <a:ext cx="3683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3" name="Rectangle 37"/>
          <p:cNvSpPr/>
          <p:nvPr>
            <p:ph type="title" idx="4294967295"/>
          </p:nvPr>
        </p:nvSpPr>
        <p:spPr>
          <a:xfrm>
            <a:off x="0" y="467360"/>
            <a:ext cx="9144000" cy="706755"/>
          </a:xfrm>
          <a:ln/>
        </p:spPr>
        <p:txBody>
          <a:bodyPr vert="horz" wrap="square" lIns="91440" tIns="45720" rIns="91440" bIns="4572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rgbClr val="0000FF"/>
                </a:solidFill>
              </a:rPr>
              <a:t>三、随机变量函数的数学期望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77863" name="Text Box 39"/>
          <p:cNvSpPr txBox="1"/>
          <p:nvPr/>
        </p:nvSpPr>
        <p:spPr>
          <a:xfrm>
            <a:off x="1419225" y="2052955"/>
            <a:ext cx="41732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设随机变量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的分布律为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4285" name="Text Box 18"/>
          <p:cNvSpPr txBox="1"/>
          <p:nvPr/>
        </p:nvSpPr>
        <p:spPr>
          <a:xfrm>
            <a:off x="730250" y="2050733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4286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7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7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/>
      <p:bldP spid="77863" grpId="0"/>
      <p:bldP spid="5428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Text Box 2"/>
          <p:cNvSpPr txBox="1"/>
          <p:nvPr/>
        </p:nvSpPr>
        <p:spPr>
          <a:xfrm>
            <a:off x="838200" y="741363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则有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6323" name="Object 3"/>
          <p:cNvGraphicFramePr>
            <a:graphicFrameLocks noChangeAspect="1"/>
          </p:cNvGraphicFramePr>
          <p:nvPr/>
        </p:nvGraphicFramePr>
        <p:xfrm>
          <a:off x="1860550" y="790575"/>
          <a:ext cx="3886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1" imgW="3886200" imgH="469900" progId="Equation.3">
                  <p:embed/>
                </p:oleObj>
              </mc:Choice>
              <mc:Fallback>
                <p:oleObj name="" r:id="rId1" imgW="3886200" imgH="4699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60550" y="790575"/>
                        <a:ext cx="38862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Object 4"/>
          <p:cNvGraphicFramePr>
            <a:graphicFrameLocks noChangeAspect="1"/>
          </p:cNvGraphicFramePr>
          <p:nvPr/>
        </p:nvGraphicFramePr>
        <p:xfrm>
          <a:off x="2743200" y="1420813"/>
          <a:ext cx="4102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3" imgW="4102100" imgH="419100" progId="Equation.3">
                  <p:embed/>
                </p:oleObj>
              </mc:Choice>
              <mc:Fallback>
                <p:oleObj name="" r:id="rId3" imgW="4102100" imgH="4191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3200" y="1420813"/>
                        <a:ext cx="41021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3" name="Object 5"/>
          <p:cNvGraphicFramePr>
            <a:graphicFrameLocks noChangeAspect="1"/>
          </p:cNvGraphicFramePr>
          <p:nvPr/>
        </p:nvGraphicFramePr>
        <p:xfrm>
          <a:off x="2743200" y="2000250"/>
          <a:ext cx="4978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5" imgW="4978400" imgH="457200" progId="Equation.3">
                  <p:embed/>
                </p:oleObj>
              </mc:Choice>
              <mc:Fallback>
                <p:oleObj name="" r:id="rId5" imgW="4978400" imgH="4572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43200" y="2000250"/>
                        <a:ext cx="49784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4" name="Object 6"/>
          <p:cNvGraphicFramePr>
            <a:graphicFrameLocks noChangeAspect="1"/>
          </p:cNvGraphicFramePr>
          <p:nvPr/>
        </p:nvGraphicFramePr>
        <p:xfrm>
          <a:off x="2743200" y="2619375"/>
          <a:ext cx="3251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7" imgW="3251200" imgH="952500" progId="Equation.3">
                  <p:embed/>
                </p:oleObj>
              </mc:Choice>
              <mc:Fallback>
                <p:oleObj name="" r:id="rId7" imgW="3251200" imgH="9525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43200" y="2619375"/>
                        <a:ext cx="32512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5" name="Text Box 7"/>
          <p:cNvSpPr txBox="1"/>
          <p:nvPr/>
        </p:nvSpPr>
        <p:spPr>
          <a:xfrm>
            <a:off x="838200" y="3908425"/>
            <a:ext cx="52438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一般地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为离散型随机变量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8857" name="Text Box 9"/>
          <p:cNvSpPr txBox="1"/>
          <p:nvPr/>
        </p:nvSpPr>
        <p:spPr>
          <a:xfrm>
            <a:off x="5956300" y="3908425"/>
            <a:ext cx="23247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若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), 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8860" name="Object 12"/>
          <p:cNvGraphicFramePr>
            <a:graphicFrameLocks noChangeAspect="1"/>
          </p:cNvGraphicFramePr>
          <p:nvPr/>
        </p:nvGraphicFramePr>
        <p:xfrm>
          <a:off x="2330450" y="4657725"/>
          <a:ext cx="4483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9" imgW="4483100" imgH="431800" progId="Equation.3">
                  <p:embed/>
                </p:oleObj>
              </mc:Choice>
              <mc:Fallback>
                <p:oleObj name="" r:id="rId9" imgW="4483100" imgH="431800" progId="Equation.3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30450" y="4657725"/>
                        <a:ext cx="44831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2" name="Rectangle 14"/>
          <p:cNvSpPr/>
          <p:nvPr/>
        </p:nvSpPr>
        <p:spPr>
          <a:xfrm>
            <a:off x="838200" y="5437188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则有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8863" name="Object 15"/>
          <p:cNvGraphicFramePr>
            <a:graphicFrameLocks noChangeAspect="1"/>
          </p:cNvGraphicFramePr>
          <p:nvPr/>
        </p:nvGraphicFramePr>
        <p:xfrm>
          <a:off x="2844800" y="5284788"/>
          <a:ext cx="3454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11" imgW="3589655" imgH="992505" progId="Equation.3">
                  <p:embed/>
                </p:oleObj>
              </mc:Choice>
              <mc:Fallback>
                <p:oleObj name="" r:id="rId11" imgW="3589655" imgH="992505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44800" y="5284788"/>
                        <a:ext cx="34544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2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5" grpId="0"/>
      <p:bldP spid="78857" grpId="0"/>
      <p:bldP spid="7886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/>
          <p:nvPr/>
        </p:nvSpPr>
        <p:spPr>
          <a:xfrm>
            <a:off x="757238" y="765175"/>
            <a:ext cx="55435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连续型随机变量函数的数学期望</a:t>
            </a:r>
            <a:endParaRPr lang="zh-CN" altLang="en-US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82949" name="Object 5"/>
          <p:cNvGraphicFramePr>
            <a:graphicFrameLocks noChangeAspect="1"/>
          </p:cNvGraphicFramePr>
          <p:nvPr/>
        </p:nvGraphicFramePr>
        <p:xfrm>
          <a:off x="2476500" y="2136775"/>
          <a:ext cx="4191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1" imgW="4348480" imgH="709930" progId="Equation.3">
                  <p:embed/>
                </p:oleObj>
              </mc:Choice>
              <mc:Fallback>
                <p:oleObj name="" r:id="rId1" imgW="4348480" imgH="709930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76500" y="2136775"/>
                        <a:ext cx="41910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7" name="Rectangle 3"/>
          <p:cNvSpPr/>
          <p:nvPr/>
        </p:nvSpPr>
        <p:spPr>
          <a:xfrm>
            <a:off x="757238" y="1450975"/>
            <a:ext cx="77025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若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是连续型随机变量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 密度函数为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则有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82967" name="Rectangle 23"/>
          <p:cNvSpPr/>
          <p:nvPr/>
        </p:nvSpPr>
        <p:spPr>
          <a:xfrm>
            <a:off x="747713" y="3127375"/>
            <a:ext cx="518604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 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二维随机变量函数的数学期望</a:t>
            </a:r>
            <a:endParaRPr lang="zh-CN" altLang="en-US" dirty="0">
              <a:solidFill>
                <a:srgbClr val="3333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82968" name="Object 24"/>
          <p:cNvGraphicFramePr>
            <a:graphicFrameLocks noChangeAspect="1"/>
          </p:cNvGraphicFramePr>
          <p:nvPr/>
        </p:nvGraphicFramePr>
        <p:xfrm>
          <a:off x="833438" y="3830638"/>
          <a:ext cx="73660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3" imgW="7366000" imgH="1308100" progId="Equation.3">
                  <p:embed/>
                </p:oleObj>
              </mc:Choice>
              <mc:Fallback>
                <p:oleObj name="" r:id="rId3" imgW="7366000" imgH="1308100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3438" y="3830638"/>
                        <a:ext cx="7366000" cy="1308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9" name="Object 25"/>
          <p:cNvGraphicFramePr>
            <a:graphicFrameLocks noChangeAspect="1"/>
          </p:cNvGraphicFramePr>
          <p:nvPr/>
        </p:nvGraphicFramePr>
        <p:xfrm>
          <a:off x="827088" y="5178425"/>
          <a:ext cx="5181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5" imgW="5181600" imgH="482600" progId="Equation.3">
                  <p:embed/>
                </p:oleObj>
              </mc:Choice>
              <mc:Fallback>
                <p:oleObj name="" r:id="rId5" imgW="5181600" imgH="482600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7088" y="5178425"/>
                        <a:ext cx="51816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6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/>
      <p:bldP spid="8296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5007" name="Object 15"/>
          <p:cNvGraphicFramePr>
            <a:graphicFrameLocks noChangeAspect="1"/>
          </p:cNvGraphicFramePr>
          <p:nvPr/>
        </p:nvGraphicFramePr>
        <p:xfrm>
          <a:off x="1547813" y="1976438"/>
          <a:ext cx="61229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1" imgW="6371590" imgH="709930" progId="Equation.3">
                  <p:embed/>
                </p:oleObj>
              </mc:Choice>
              <mc:Fallback>
                <p:oleObj name="" r:id="rId1" imgW="6371590" imgH="70993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1976438"/>
                        <a:ext cx="6122987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9" name="Object 30"/>
          <p:cNvGraphicFramePr>
            <a:graphicFrameLocks noChangeAspect="1"/>
          </p:cNvGraphicFramePr>
          <p:nvPr/>
        </p:nvGraphicFramePr>
        <p:xfrm>
          <a:off x="904875" y="823913"/>
          <a:ext cx="7454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3" imgW="7454900" imgH="952500" progId="Equation.3">
                  <p:embed/>
                </p:oleObj>
              </mc:Choice>
              <mc:Fallback>
                <p:oleObj name="" r:id="rId3" imgW="7454900" imgH="9525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4875" y="823913"/>
                        <a:ext cx="74549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23" name="Object 31"/>
          <p:cNvGraphicFramePr>
            <a:graphicFrameLocks noChangeAspect="1"/>
          </p:cNvGraphicFramePr>
          <p:nvPr/>
        </p:nvGraphicFramePr>
        <p:xfrm>
          <a:off x="900113" y="3055938"/>
          <a:ext cx="5892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5" imgW="5892800" imgH="444500" progId="Equation.3">
                  <p:embed/>
                </p:oleObj>
              </mc:Choice>
              <mc:Fallback>
                <p:oleObj name="" r:id="rId5" imgW="5892800" imgH="4445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0113" y="3055938"/>
                        <a:ext cx="58928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1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6078" name="Group 62"/>
          <p:cNvGrpSpPr/>
          <p:nvPr/>
        </p:nvGrpSpPr>
        <p:grpSpPr>
          <a:xfrm>
            <a:off x="1258888" y="4959350"/>
            <a:ext cx="6553200" cy="990600"/>
            <a:chOff x="920" y="3067"/>
            <a:chExt cx="4128" cy="624"/>
          </a:xfrm>
        </p:grpSpPr>
        <p:grpSp>
          <p:nvGrpSpPr>
            <p:cNvPr id="62502" name="Group 52"/>
            <p:cNvGrpSpPr/>
            <p:nvPr/>
          </p:nvGrpSpPr>
          <p:grpSpPr>
            <a:xfrm>
              <a:off x="920" y="3067"/>
              <a:ext cx="4128" cy="624"/>
              <a:chOff x="624" y="2784"/>
              <a:chExt cx="4128" cy="672"/>
            </a:xfrm>
          </p:grpSpPr>
          <p:grpSp>
            <p:nvGrpSpPr>
              <p:cNvPr id="62509" name="Group 46"/>
              <p:cNvGrpSpPr/>
              <p:nvPr/>
            </p:nvGrpSpPr>
            <p:grpSpPr>
              <a:xfrm>
                <a:off x="624" y="2784"/>
                <a:ext cx="4128" cy="672"/>
                <a:chOff x="624" y="3168"/>
                <a:chExt cx="4128" cy="672"/>
              </a:xfrm>
            </p:grpSpPr>
            <p:sp>
              <p:nvSpPr>
                <p:cNvPr id="62512" name="Line 32"/>
                <p:cNvSpPr/>
                <p:nvPr/>
              </p:nvSpPr>
              <p:spPr>
                <a:xfrm>
                  <a:off x="624" y="3168"/>
                  <a:ext cx="4128" cy="0"/>
                </a:xfrm>
                <a:prstGeom prst="line">
                  <a:avLst/>
                </a:prstGeom>
                <a:ln w="28575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513" name="Line 33"/>
                <p:cNvSpPr/>
                <p:nvPr/>
              </p:nvSpPr>
              <p:spPr>
                <a:xfrm>
                  <a:off x="624" y="3504"/>
                  <a:ext cx="4128" cy="0"/>
                </a:xfrm>
                <a:prstGeom prst="line">
                  <a:avLst/>
                </a:prstGeom>
                <a:ln w="28575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514" name="Line 34"/>
                <p:cNvSpPr/>
                <p:nvPr/>
              </p:nvSpPr>
              <p:spPr>
                <a:xfrm>
                  <a:off x="624" y="3840"/>
                  <a:ext cx="4128" cy="0"/>
                </a:xfrm>
                <a:prstGeom prst="line">
                  <a:avLst/>
                </a:prstGeom>
                <a:ln w="28575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515" name="Line 35"/>
                <p:cNvSpPr/>
                <p:nvPr/>
              </p:nvSpPr>
              <p:spPr>
                <a:xfrm>
                  <a:off x="1440" y="3168"/>
                  <a:ext cx="0" cy="672"/>
                </a:xfrm>
                <a:prstGeom prst="line">
                  <a:avLst/>
                </a:prstGeom>
                <a:ln w="28575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516" name="Line 36"/>
                <p:cNvSpPr/>
                <p:nvPr/>
              </p:nvSpPr>
              <p:spPr>
                <a:xfrm>
                  <a:off x="2592" y="3168"/>
                  <a:ext cx="0" cy="672"/>
                </a:xfrm>
                <a:prstGeom prst="line">
                  <a:avLst/>
                </a:prstGeom>
                <a:ln w="28575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517" name="Line 37"/>
                <p:cNvSpPr/>
                <p:nvPr/>
              </p:nvSpPr>
              <p:spPr>
                <a:xfrm>
                  <a:off x="3552" y="3168"/>
                  <a:ext cx="0" cy="672"/>
                </a:xfrm>
                <a:prstGeom prst="line">
                  <a:avLst/>
                </a:prstGeom>
                <a:ln w="28575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aphicFrame>
            <p:nvGraphicFramePr>
              <p:cNvPr id="62510" name="Object 38"/>
              <p:cNvGraphicFramePr>
                <a:graphicFrameLocks noChangeAspect="1"/>
              </p:cNvGraphicFramePr>
              <p:nvPr/>
            </p:nvGraphicFramePr>
            <p:xfrm>
              <a:off x="864" y="2832"/>
              <a:ext cx="232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2" name="" r:id="rId1" imgW="368300" imgH="317500" progId="Equation.3">
                      <p:embed/>
                    </p:oleObj>
                  </mc:Choice>
                  <mc:Fallback>
                    <p:oleObj name="" r:id="rId1" imgW="368300" imgH="317500" progId="Equation.3">
                      <p:embed/>
                      <p:pic>
                        <p:nvPicPr>
                          <p:cNvPr id="0" name="图片 3171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864" y="2832"/>
                            <a:ext cx="232" cy="19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511" name="Object 39"/>
              <p:cNvGraphicFramePr>
                <a:graphicFrameLocks noChangeAspect="1"/>
              </p:cNvGraphicFramePr>
              <p:nvPr/>
            </p:nvGraphicFramePr>
            <p:xfrm>
              <a:off x="912" y="3216"/>
              <a:ext cx="176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8" name="" r:id="rId3" imgW="279400" imgH="330200" progId="Equation.3">
                      <p:embed/>
                    </p:oleObj>
                  </mc:Choice>
                  <mc:Fallback>
                    <p:oleObj name="" r:id="rId3" imgW="279400" imgH="330200" progId="Equation.3">
                      <p:embed/>
                      <p:pic>
                        <p:nvPicPr>
                          <p:cNvPr id="0" name="图片 3177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912" y="3216"/>
                            <a:ext cx="176" cy="2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2503" name="Object 40"/>
            <p:cNvGraphicFramePr>
              <a:graphicFrameLocks noChangeAspect="1"/>
            </p:cNvGraphicFramePr>
            <p:nvPr/>
          </p:nvGraphicFramePr>
          <p:xfrm>
            <a:off x="2312" y="3115"/>
            <a:ext cx="12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" name="" r:id="rId5" imgW="190500" imgH="317500" progId="Equation.3">
                    <p:embed/>
                  </p:oleObj>
                </mc:Choice>
                <mc:Fallback>
                  <p:oleObj name="" r:id="rId5" imgW="190500" imgH="317500" progId="Equation.3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12" y="3115"/>
                          <a:ext cx="120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504" name="Object 41"/>
            <p:cNvGraphicFramePr>
              <a:graphicFrameLocks noChangeAspect="1"/>
            </p:cNvGraphicFramePr>
            <p:nvPr/>
          </p:nvGraphicFramePr>
          <p:xfrm>
            <a:off x="3320" y="3115"/>
            <a:ext cx="144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3" name="" r:id="rId7" imgW="228600" imgH="317500" progId="Equation.3">
                    <p:embed/>
                  </p:oleObj>
                </mc:Choice>
                <mc:Fallback>
                  <p:oleObj name="" r:id="rId7" imgW="228600" imgH="317500" progId="Equation.3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320" y="3115"/>
                          <a:ext cx="144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505" name="Object 42"/>
            <p:cNvGraphicFramePr>
              <a:graphicFrameLocks noChangeAspect="1"/>
            </p:cNvGraphicFramePr>
            <p:nvPr/>
          </p:nvGraphicFramePr>
          <p:xfrm>
            <a:off x="4376" y="3115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9" name="" r:id="rId9" imgW="228600" imgH="330200" progId="Equation.3">
                    <p:embed/>
                  </p:oleObj>
                </mc:Choice>
                <mc:Fallback>
                  <p:oleObj name="" r:id="rId9" imgW="228600" imgH="330200" progId="Equation.3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376" y="3115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506" name="Object 43"/>
            <p:cNvGraphicFramePr>
              <a:graphicFrameLocks noChangeAspect="1"/>
            </p:cNvGraphicFramePr>
            <p:nvPr/>
          </p:nvGraphicFramePr>
          <p:xfrm>
            <a:off x="2216" y="3451"/>
            <a:ext cx="29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" name="" r:id="rId11" imgW="469900" imgH="317500" progId="Equation.3">
                    <p:embed/>
                  </p:oleObj>
                </mc:Choice>
                <mc:Fallback>
                  <p:oleObj name="" r:id="rId11" imgW="469900" imgH="317500" progId="Equation.3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216" y="3451"/>
                          <a:ext cx="29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507" name="Object 44"/>
            <p:cNvGraphicFramePr>
              <a:graphicFrameLocks noChangeAspect="1"/>
            </p:cNvGraphicFramePr>
            <p:nvPr/>
          </p:nvGraphicFramePr>
          <p:xfrm>
            <a:off x="3236" y="3455"/>
            <a:ext cx="29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" name="" r:id="rId13" imgW="469900" imgH="317500" progId="Equation.3">
                    <p:embed/>
                  </p:oleObj>
                </mc:Choice>
                <mc:Fallback>
                  <p:oleObj name="" r:id="rId13" imgW="469900" imgH="317500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36" y="3455"/>
                          <a:ext cx="29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508" name="Object 45"/>
            <p:cNvGraphicFramePr>
              <a:graphicFrameLocks noChangeAspect="1"/>
            </p:cNvGraphicFramePr>
            <p:nvPr/>
          </p:nvGraphicFramePr>
          <p:xfrm>
            <a:off x="4340" y="3455"/>
            <a:ext cx="29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" name="" r:id="rId15" imgW="469900" imgH="317500" progId="Equation.3">
                    <p:embed/>
                  </p:oleObj>
                </mc:Choice>
                <mc:Fallback>
                  <p:oleObj name="" r:id="rId15" imgW="469900" imgH="317500" progId="Equation.3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340" y="3455"/>
                          <a:ext cx="29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6077" name="Group 61"/>
          <p:cNvGrpSpPr/>
          <p:nvPr/>
        </p:nvGrpSpPr>
        <p:grpSpPr>
          <a:xfrm>
            <a:off x="765175" y="4221163"/>
            <a:ext cx="2997200" cy="519112"/>
            <a:chOff x="540" y="2689"/>
            <a:chExt cx="1888" cy="327"/>
          </a:xfrm>
        </p:grpSpPr>
        <p:sp>
          <p:nvSpPr>
            <p:cNvPr id="62500" name="Text Box 31"/>
            <p:cNvSpPr txBox="1"/>
            <p:nvPr/>
          </p:nvSpPr>
          <p:spPr>
            <a:xfrm>
              <a:off x="540" y="2689"/>
              <a:ext cx="3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解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62501" name="Object 53"/>
            <p:cNvGraphicFramePr>
              <a:graphicFrameLocks noChangeAspect="1"/>
            </p:cNvGraphicFramePr>
            <p:nvPr/>
          </p:nvGraphicFramePr>
          <p:xfrm>
            <a:off x="988" y="2736"/>
            <a:ext cx="14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17" imgW="2286000" imgH="431800" progId="Equation.3">
                    <p:embed/>
                  </p:oleObj>
                </mc:Choice>
                <mc:Fallback>
                  <p:oleObj name="" r:id="rId17" imgW="2286000" imgH="431800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988" y="2736"/>
                          <a:ext cx="144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6073" name="Group 57"/>
          <p:cNvGrpSpPr/>
          <p:nvPr/>
        </p:nvGrpSpPr>
        <p:grpSpPr>
          <a:xfrm>
            <a:off x="1547813" y="1374775"/>
            <a:ext cx="6096000" cy="2062163"/>
            <a:chOff x="720" y="812"/>
            <a:chExt cx="3840" cy="1299"/>
          </a:xfrm>
        </p:grpSpPr>
        <p:grpSp>
          <p:nvGrpSpPr>
            <p:cNvPr id="62472" name="Group 11"/>
            <p:cNvGrpSpPr/>
            <p:nvPr/>
          </p:nvGrpSpPr>
          <p:grpSpPr>
            <a:xfrm>
              <a:off x="720" y="812"/>
              <a:ext cx="3840" cy="1299"/>
              <a:chOff x="720" y="812"/>
              <a:chExt cx="3840" cy="1492"/>
            </a:xfrm>
          </p:grpSpPr>
          <p:grpSp>
            <p:nvGrpSpPr>
              <p:cNvPr id="62492" name="Group 9"/>
              <p:cNvGrpSpPr/>
              <p:nvPr/>
            </p:nvGrpSpPr>
            <p:grpSpPr>
              <a:xfrm>
                <a:off x="720" y="812"/>
                <a:ext cx="3840" cy="1492"/>
                <a:chOff x="816" y="860"/>
                <a:chExt cx="3840" cy="1492"/>
              </a:xfrm>
            </p:grpSpPr>
            <p:sp>
              <p:nvSpPr>
                <p:cNvPr id="62494" name="Line 3"/>
                <p:cNvSpPr/>
                <p:nvPr/>
              </p:nvSpPr>
              <p:spPr>
                <a:xfrm>
                  <a:off x="816" y="860"/>
                  <a:ext cx="3840" cy="0"/>
                </a:xfrm>
                <a:prstGeom prst="line">
                  <a:avLst/>
                </a:prstGeom>
                <a:ln w="28575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495" name="Line 4"/>
                <p:cNvSpPr/>
                <p:nvPr/>
              </p:nvSpPr>
              <p:spPr>
                <a:xfrm>
                  <a:off x="816" y="1248"/>
                  <a:ext cx="3840" cy="0"/>
                </a:xfrm>
                <a:prstGeom prst="line">
                  <a:avLst/>
                </a:prstGeom>
                <a:ln w="28575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496" name="Line 5"/>
                <p:cNvSpPr/>
                <p:nvPr/>
              </p:nvSpPr>
              <p:spPr>
                <a:xfrm>
                  <a:off x="816" y="2352"/>
                  <a:ext cx="3840" cy="0"/>
                </a:xfrm>
                <a:prstGeom prst="line">
                  <a:avLst/>
                </a:prstGeom>
                <a:ln w="28575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497" name="Line 6"/>
                <p:cNvSpPr/>
                <p:nvPr/>
              </p:nvSpPr>
              <p:spPr>
                <a:xfrm>
                  <a:off x="1584" y="864"/>
                  <a:ext cx="0" cy="1488"/>
                </a:xfrm>
                <a:prstGeom prst="line">
                  <a:avLst/>
                </a:prstGeom>
                <a:ln w="28575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498" name="Line 7"/>
                <p:cNvSpPr/>
                <p:nvPr/>
              </p:nvSpPr>
              <p:spPr>
                <a:xfrm>
                  <a:off x="2736" y="864"/>
                  <a:ext cx="0" cy="1488"/>
                </a:xfrm>
                <a:prstGeom prst="line">
                  <a:avLst/>
                </a:prstGeom>
                <a:ln w="28575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499" name="Line 8"/>
                <p:cNvSpPr/>
                <p:nvPr/>
              </p:nvSpPr>
              <p:spPr>
                <a:xfrm>
                  <a:off x="3840" y="864"/>
                  <a:ext cx="0" cy="1488"/>
                </a:xfrm>
                <a:prstGeom prst="line">
                  <a:avLst/>
                </a:prstGeom>
                <a:ln w="28575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2493" name="Line 10"/>
              <p:cNvSpPr/>
              <p:nvPr/>
            </p:nvSpPr>
            <p:spPr>
              <a:xfrm>
                <a:off x="768" y="864"/>
                <a:ext cx="720" cy="336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2473" name="Group 49"/>
            <p:cNvGrpSpPr/>
            <p:nvPr/>
          </p:nvGrpSpPr>
          <p:grpSpPr>
            <a:xfrm>
              <a:off x="811" y="833"/>
              <a:ext cx="3461" cy="1217"/>
              <a:chOff x="811" y="833"/>
              <a:chExt cx="3493" cy="1330"/>
            </a:xfrm>
          </p:grpSpPr>
          <p:grpSp>
            <p:nvGrpSpPr>
              <p:cNvPr id="62474" name="Group 48"/>
              <p:cNvGrpSpPr/>
              <p:nvPr/>
            </p:nvGrpSpPr>
            <p:grpSpPr>
              <a:xfrm>
                <a:off x="811" y="833"/>
                <a:ext cx="3484" cy="1330"/>
                <a:chOff x="811" y="833"/>
                <a:chExt cx="3484" cy="1330"/>
              </a:xfrm>
            </p:grpSpPr>
            <p:graphicFrame>
              <p:nvGraphicFramePr>
                <p:cNvPr id="62478" name="Object 12"/>
                <p:cNvGraphicFramePr>
                  <a:graphicFrameLocks noChangeAspect="1"/>
                </p:cNvGraphicFramePr>
                <p:nvPr/>
              </p:nvGraphicFramePr>
              <p:xfrm>
                <a:off x="1210" y="833"/>
                <a:ext cx="232" cy="19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67" name="" r:id="rId19" imgW="368300" imgH="317500" progId="Equation.3">
                        <p:embed/>
                      </p:oleObj>
                    </mc:Choice>
                    <mc:Fallback>
                      <p:oleObj name="" r:id="rId19" imgW="368300" imgH="317500" progId="Equation.3">
                        <p:embed/>
                        <p:pic>
                          <p:nvPicPr>
                            <p:cNvPr id="0" name="图片 3166"/>
                            <p:cNvPicPr/>
                            <p:nvPr/>
                          </p:nvPicPr>
                          <p:blipFill>
                            <a:blip r:embed="rId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10" y="833"/>
                              <a:ext cx="232" cy="19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479" name="Object 13"/>
                <p:cNvGraphicFramePr>
                  <a:graphicFrameLocks noChangeAspect="1"/>
                </p:cNvGraphicFramePr>
                <p:nvPr/>
              </p:nvGraphicFramePr>
              <p:xfrm>
                <a:off x="811" y="966"/>
                <a:ext cx="183" cy="19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71" name="" r:id="rId20" imgW="292100" imgH="317500" progId="Equation.3">
                        <p:embed/>
                      </p:oleObj>
                    </mc:Choice>
                    <mc:Fallback>
                      <p:oleObj name="" r:id="rId20" imgW="292100" imgH="317500" progId="Equation.3">
                        <p:embed/>
                        <p:pic>
                          <p:nvPicPr>
                            <p:cNvPr id="0" name="图片 3170"/>
                            <p:cNvPicPr/>
                            <p:nvPr/>
                          </p:nvPicPr>
                          <p:blipFill>
                            <a:blip r:embed="rId2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11" y="966"/>
                              <a:ext cx="183" cy="19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480" name="Object 14"/>
                <p:cNvGraphicFramePr>
                  <a:graphicFrameLocks noChangeAspect="1"/>
                </p:cNvGraphicFramePr>
                <p:nvPr/>
              </p:nvGraphicFramePr>
              <p:xfrm>
                <a:off x="2016" y="916"/>
                <a:ext cx="120" cy="19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70" name="" r:id="rId22" imgW="190500" imgH="317500" progId="Equation.3">
                        <p:embed/>
                      </p:oleObj>
                    </mc:Choice>
                    <mc:Fallback>
                      <p:oleObj name="" r:id="rId22" imgW="190500" imgH="317500" progId="Equation.3">
                        <p:embed/>
                        <p:pic>
                          <p:nvPicPr>
                            <p:cNvPr id="0" name="图片 3169"/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016" y="916"/>
                              <a:ext cx="120" cy="19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481" name="Object 15"/>
                <p:cNvGraphicFramePr>
                  <a:graphicFrameLocks noChangeAspect="1"/>
                </p:cNvGraphicFramePr>
                <p:nvPr/>
              </p:nvGraphicFramePr>
              <p:xfrm>
                <a:off x="3120" y="916"/>
                <a:ext cx="144" cy="19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68" name="" r:id="rId23" imgW="228600" imgH="317500" progId="Equation.3">
                        <p:embed/>
                      </p:oleObj>
                    </mc:Choice>
                    <mc:Fallback>
                      <p:oleObj name="" r:id="rId23" imgW="228600" imgH="317500" progId="Equation.3">
                        <p:embed/>
                        <p:pic>
                          <p:nvPicPr>
                            <p:cNvPr id="0" name="图片 3167"/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120" y="916"/>
                              <a:ext cx="144" cy="19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482" name="Object 16"/>
                <p:cNvGraphicFramePr>
                  <a:graphicFrameLocks noChangeAspect="1"/>
                </p:cNvGraphicFramePr>
                <p:nvPr/>
              </p:nvGraphicFramePr>
              <p:xfrm>
                <a:off x="4080" y="912"/>
                <a:ext cx="144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74" name="" r:id="rId24" imgW="228600" imgH="330200" progId="Equation.3">
                        <p:embed/>
                      </p:oleObj>
                    </mc:Choice>
                    <mc:Fallback>
                      <p:oleObj name="" r:id="rId24" imgW="228600" imgH="330200" progId="Equation.3">
                        <p:embed/>
                        <p:pic>
                          <p:nvPicPr>
                            <p:cNvPr id="0" name="图片 3173"/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080" y="912"/>
                              <a:ext cx="144" cy="20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483" name="Object 17"/>
                <p:cNvGraphicFramePr>
                  <a:graphicFrameLocks noChangeAspect="1"/>
                </p:cNvGraphicFramePr>
                <p:nvPr/>
              </p:nvGraphicFramePr>
              <p:xfrm>
                <a:off x="960" y="1239"/>
                <a:ext cx="296" cy="19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35" name="" r:id="rId25" imgW="469900" imgH="317500" progId="Equation.3">
                        <p:embed/>
                      </p:oleObj>
                    </mc:Choice>
                    <mc:Fallback>
                      <p:oleObj name="" r:id="rId25" imgW="469900" imgH="317500" progId="Equation.3">
                        <p:embed/>
                        <p:pic>
                          <p:nvPicPr>
                            <p:cNvPr id="0" name="图片 3234"/>
                            <p:cNvPicPr/>
                            <p:nvPr/>
                          </p:nvPicPr>
                          <p:blipFill>
                            <a:blip r:embed="rId2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60" y="1239"/>
                              <a:ext cx="296" cy="19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484" name="Object 18"/>
                <p:cNvGraphicFramePr>
                  <a:graphicFrameLocks noChangeAspect="1"/>
                </p:cNvGraphicFramePr>
                <p:nvPr/>
              </p:nvGraphicFramePr>
              <p:xfrm>
                <a:off x="1056" y="1595"/>
                <a:ext cx="135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22" name="" r:id="rId27" imgW="215900" imgH="330200" progId="Equation.3">
                        <p:embed/>
                      </p:oleObj>
                    </mc:Choice>
                    <mc:Fallback>
                      <p:oleObj name="" r:id="rId27" imgW="215900" imgH="330200" progId="Equation.3">
                        <p:embed/>
                        <p:pic>
                          <p:nvPicPr>
                            <p:cNvPr id="0" name="图片 3221"/>
                            <p:cNvPicPr/>
                            <p:nvPr/>
                          </p:nvPicPr>
                          <p:blipFill>
                            <a:blip r:embed="rId2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56" y="1595"/>
                              <a:ext cx="135" cy="20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485" name="Object 19"/>
                <p:cNvGraphicFramePr>
                  <a:graphicFrameLocks noChangeAspect="1"/>
                </p:cNvGraphicFramePr>
                <p:nvPr/>
              </p:nvGraphicFramePr>
              <p:xfrm>
                <a:off x="1056" y="1959"/>
                <a:ext cx="120" cy="19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38" name="" r:id="rId29" imgW="190500" imgH="317500" progId="Equation.3">
                        <p:embed/>
                      </p:oleObj>
                    </mc:Choice>
                    <mc:Fallback>
                      <p:oleObj name="" r:id="rId29" imgW="190500" imgH="317500" progId="Equation.3">
                        <p:embed/>
                        <p:pic>
                          <p:nvPicPr>
                            <p:cNvPr id="0" name="图片 3237"/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56" y="1959"/>
                              <a:ext cx="120" cy="19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486" name="Object 20"/>
                <p:cNvGraphicFramePr>
                  <a:graphicFrameLocks noChangeAspect="1"/>
                </p:cNvGraphicFramePr>
                <p:nvPr/>
              </p:nvGraphicFramePr>
              <p:xfrm>
                <a:off x="1920" y="1235"/>
                <a:ext cx="320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23" name="" r:id="rId30" imgW="508000" imgH="330200" progId="Equation.3">
                        <p:embed/>
                      </p:oleObj>
                    </mc:Choice>
                    <mc:Fallback>
                      <p:oleObj name="" r:id="rId30" imgW="508000" imgH="330200" progId="Equation.3">
                        <p:embed/>
                        <p:pic>
                          <p:nvPicPr>
                            <p:cNvPr id="0" name="图片 3222"/>
                            <p:cNvPicPr/>
                            <p:nvPr/>
                          </p:nvPicPr>
                          <p:blipFill>
                            <a:blip r:embed="rId3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920" y="1235"/>
                              <a:ext cx="320" cy="20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487" name="Object 21"/>
                <p:cNvGraphicFramePr>
                  <a:graphicFrameLocks noChangeAspect="1"/>
                </p:cNvGraphicFramePr>
                <p:nvPr/>
              </p:nvGraphicFramePr>
              <p:xfrm>
                <a:off x="1920" y="1595"/>
                <a:ext cx="311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39" name="" r:id="rId32" imgW="495300" imgH="330200" progId="Equation.3">
                        <p:embed/>
                      </p:oleObj>
                    </mc:Choice>
                    <mc:Fallback>
                      <p:oleObj name="" r:id="rId32" imgW="495300" imgH="330200" progId="Equation.3">
                        <p:embed/>
                        <p:pic>
                          <p:nvPicPr>
                            <p:cNvPr id="0" name="图片 3238"/>
                            <p:cNvPicPr/>
                            <p:nvPr/>
                          </p:nvPicPr>
                          <p:blipFill>
                            <a:blip r:embed="rId3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920" y="1595"/>
                              <a:ext cx="311" cy="20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488" name="Object 22"/>
                <p:cNvGraphicFramePr>
                  <a:graphicFrameLocks noChangeAspect="1"/>
                </p:cNvGraphicFramePr>
                <p:nvPr/>
              </p:nvGraphicFramePr>
              <p:xfrm>
                <a:off x="1920" y="1955"/>
                <a:ext cx="311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36" name="" r:id="rId34" imgW="495300" imgH="330200" progId="Equation.3">
                        <p:embed/>
                      </p:oleObj>
                    </mc:Choice>
                    <mc:Fallback>
                      <p:oleObj name="" r:id="rId34" imgW="495300" imgH="330200" progId="Equation.3">
                        <p:embed/>
                        <p:pic>
                          <p:nvPicPr>
                            <p:cNvPr id="0" name="图片 3235"/>
                            <p:cNvPicPr/>
                            <p:nvPr/>
                          </p:nvPicPr>
                          <p:blipFill>
                            <a:blip r:embed="rId3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920" y="1955"/>
                              <a:ext cx="311" cy="20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489" name="Object 23"/>
                <p:cNvGraphicFramePr>
                  <a:graphicFrameLocks noChangeAspect="1"/>
                </p:cNvGraphicFramePr>
                <p:nvPr/>
              </p:nvGraphicFramePr>
              <p:xfrm>
                <a:off x="3024" y="1955"/>
                <a:ext cx="311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19" name="" r:id="rId35" imgW="495300" imgH="330200" progId="Equation.3">
                        <p:embed/>
                      </p:oleObj>
                    </mc:Choice>
                    <mc:Fallback>
                      <p:oleObj name="" r:id="rId35" imgW="495300" imgH="330200" progId="Equation.3">
                        <p:embed/>
                        <p:pic>
                          <p:nvPicPr>
                            <p:cNvPr id="0" name="图片 3218"/>
                            <p:cNvPicPr/>
                            <p:nvPr/>
                          </p:nvPicPr>
                          <p:blipFill>
                            <a:blip r:embed="rId3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24" y="1955"/>
                              <a:ext cx="311" cy="20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490" name="Object 24"/>
                <p:cNvGraphicFramePr>
                  <a:graphicFrameLocks noChangeAspect="1"/>
                </p:cNvGraphicFramePr>
                <p:nvPr/>
              </p:nvGraphicFramePr>
              <p:xfrm>
                <a:off x="3024" y="1235"/>
                <a:ext cx="311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29" name="" r:id="rId36" imgW="495300" imgH="330200" progId="Equation.3">
                        <p:embed/>
                      </p:oleObj>
                    </mc:Choice>
                    <mc:Fallback>
                      <p:oleObj name="" r:id="rId36" imgW="495300" imgH="330200" progId="Equation.3">
                        <p:embed/>
                        <p:pic>
                          <p:nvPicPr>
                            <p:cNvPr id="0" name="图片 3228"/>
                            <p:cNvPicPr/>
                            <p:nvPr/>
                          </p:nvPicPr>
                          <p:blipFill>
                            <a:blip r:embed="rId3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024" y="1235"/>
                              <a:ext cx="311" cy="20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491" name="Object 25"/>
                <p:cNvGraphicFramePr>
                  <a:graphicFrameLocks noChangeAspect="1"/>
                </p:cNvGraphicFramePr>
                <p:nvPr/>
              </p:nvGraphicFramePr>
              <p:xfrm>
                <a:off x="3984" y="1955"/>
                <a:ext cx="311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25" name="" r:id="rId37" imgW="495300" imgH="330200" progId="Equation.3">
                        <p:embed/>
                      </p:oleObj>
                    </mc:Choice>
                    <mc:Fallback>
                      <p:oleObj name="" r:id="rId37" imgW="495300" imgH="330200" progId="Equation.3">
                        <p:embed/>
                        <p:pic>
                          <p:nvPicPr>
                            <p:cNvPr id="0" name="图片 3224"/>
                            <p:cNvPicPr/>
                            <p:nvPr/>
                          </p:nvPicPr>
                          <p:blipFill>
                            <a:blip r:embed="rId3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984" y="1955"/>
                              <a:ext cx="311" cy="20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62475" name="Object 26"/>
              <p:cNvGraphicFramePr>
                <a:graphicFrameLocks noChangeAspect="1"/>
              </p:cNvGraphicFramePr>
              <p:nvPr/>
            </p:nvGraphicFramePr>
            <p:xfrm>
              <a:off x="3120" y="1595"/>
              <a:ext cx="135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0" name="" r:id="rId38" imgW="215900" imgH="330200" progId="Equation.3">
                      <p:embed/>
                    </p:oleObj>
                  </mc:Choice>
                  <mc:Fallback>
                    <p:oleObj name="" r:id="rId38" imgW="215900" imgH="330200" progId="Equation.3">
                      <p:embed/>
                      <p:pic>
                        <p:nvPicPr>
                          <p:cNvPr id="0" name="图片 3229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3120" y="1595"/>
                            <a:ext cx="135" cy="2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476" name="Object 27"/>
              <p:cNvGraphicFramePr>
                <a:graphicFrameLocks noChangeAspect="1"/>
              </p:cNvGraphicFramePr>
              <p:nvPr/>
            </p:nvGraphicFramePr>
            <p:xfrm>
              <a:off x="4080" y="1235"/>
              <a:ext cx="135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7" name="" r:id="rId39" imgW="215900" imgH="330200" progId="Equation.3">
                      <p:embed/>
                    </p:oleObj>
                  </mc:Choice>
                  <mc:Fallback>
                    <p:oleObj name="" r:id="rId39" imgW="215900" imgH="330200" progId="Equation.3">
                      <p:embed/>
                      <p:pic>
                        <p:nvPicPr>
                          <p:cNvPr id="0" name="图片 3236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4080" y="1235"/>
                            <a:ext cx="135" cy="2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477" name="Object 28"/>
              <p:cNvGraphicFramePr>
                <a:graphicFrameLocks noChangeAspect="1"/>
              </p:cNvGraphicFramePr>
              <p:nvPr/>
            </p:nvGraphicFramePr>
            <p:xfrm>
              <a:off x="3984" y="1595"/>
              <a:ext cx="320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6" name="" r:id="rId40" imgW="508000" imgH="330200" progId="Equation.3">
                      <p:embed/>
                    </p:oleObj>
                  </mc:Choice>
                  <mc:Fallback>
                    <p:oleObj name="" r:id="rId40" imgW="508000" imgH="330200" progId="Equation.3">
                      <p:embed/>
                      <p:pic>
                        <p:nvPicPr>
                          <p:cNvPr id="0" name="图片 3225"/>
                          <p:cNvPicPr/>
                          <p:nvPr/>
                        </p:nvPicPr>
                        <p:blipFill>
                          <a:blip r:embed="rId41"/>
                          <a:stretch>
                            <a:fillRect/>
                          </a:stretch>
                        </p:blipFill>
                        <p:spPr>
                          <a:xfrm>
                            <a:off x="3984" y="1595"/>
                            <a:ext cx="320" cy="2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86046" name="Object 30"/>
          <p:cNvGraphicFramePr>
            <a:graphicFrameLocks noChangeAspect="1"/>
          </p:cNvGraphicFramePr>
          <p:nvPr/>
        </p:nvGraphicFramePr>
        <p:xfrm>
          <a:off x="844550" y="3556000"/>
          <a:ext cx="66817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42" imgW="6680200" imgH="469900" progId="Equation.3">
                  <p:embed/>
                </p:oleObj>
              </mc:Choice>
              <mc:Fallback>
                <p:oleObj name="" r:id="rId42" imgW="6680200" imgH="469900" progId="Equation.3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844550" y="3556000"/>
                        <a:ext cx="6681788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0" name="Rectangle 55"/>
          <p:cNvSpPr/>
          <p:nvPr/>
        </p:nvSpPr>
        <p:spPr>
          <a:xfrm>
            <a:off x="741363" y="736600"/>
            <a:ext cx="51863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的联合分布律为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2471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7059" name="Object 19"/>
          <p:cNvGraphicFramePr>
            <a:graphicFrameLocks noChangeAspect="1"/>
          </p:cNvGraphicFramePr>
          <p:nvPr/>
        </p:nvGraphicFramePr>
        <p:xfrm>
          <a:off x="914400" y="3141663"/>
          <a:ext cx="609917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1" imgW="6096000" imgH="431800" progId="Equation.3">
                  <p:embed/>
                </p:oleObj>
              </mc:Choice>
              <mc:Fallback>
                <p:oleObj name="" r:id="rId1" imgW="6096000" imgH="43180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3141663"/>
                        <a:ext cx="6099175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92" name="Object 52"/>
          <p:cNvGraphicFramePr>
            <a:graphicFrameLocks noChangeAspect="1"/>
          </p:cNvGraphicFramePr>
          <p:nvPr/>
        </p:nvGraphicFramePr>
        <p:xfrm>
          <a:off x="2590800" y="5589588"/>
          <a:ext cx="457200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3" imgW="457200" imgH="304800" progId="Equation.3">
                  <p:embed/>
                </p:oleObj>
              </mc:Choice>
              <mc:Fallback>
                <p:oleObj name="" r:id="rId3" imgW="457200" imgH="304800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0800" y="5589588"/>
                        <a:ext cx="457200" cy="303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114" name="Group 74"/>
          <p:cNvGrpSpPr/>
          <p:nvPr/>
        </p:nvGrpSpPr>
        <p:grpSpPr>
          <a:xfrm>
            <a:off x="3678238" y="5599113"/>
            <a:ext cx="4435475" cy="381000"/>
            <a:chOff x="2317" y="3543"/>
            <a:chExt cx="2794" cy="240"/>
          </a:xfrm>
        </p:grpSpPr>
        <p:graphicFrame>
          <p:nvGraphicFramePr>
            <p:cNvPr id="64569" name="Object 53"/>
            <p:cNvGraphicFramePr>
              <a:graphicFrameLocks noChangeAspect="1"/>
            </p:cNvGraphicFramePr>
            <p:nvPr/>
          </p:nvGraphicFramePr>
          <p:xfrm>
            <a:off x="2317" y="3543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2" name="" r:id="rId5" imgW="203200" imgH="317500" progId="Equation.3">
                    <p:embed/>
                  </p:oleObj>
                </mc:Choice>
                <mc:Fallback>
                  <p:oleObj name="" r:id="rId5" imgW="203200" imgH="317500" progId="Equation.3">
                    <p:embed/>
                    <p:pic>
                      <p:nvPicPr>
                        <p:cNvPr id="0" name="图片 323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17" y="3543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70" name="Object 54"/>
            <p:cNvGraphicFramePr>
              <a:graphicFrameLocks noChangeAspect="1"/>
            </p:cNvGraphicFramePr>
            <p:nvPr/>
          </p:nvGraphicFramePr>
          <p:xfrm>
            <a:off x="2845" y="3548"/>
            <a:ext cx="112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" name="" r:id="rId7" imgW="177800" imgH="304165" progId="Equation.3">
                    <p:embed/>
                  </p:oleObj>
                </mc:Choice>
                <mc:Fallback>
                  <p:oleObj name="" r:id="rId7" imgW="177800" imgH="304165" progId="Equation.3">
                    <p:embed/>
                    <p:pic>
                      <p:nvPicPr>
                        <p:cNvPr id="0" name="图片 322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45" y="3548"/>
                          <a:ext cx="112" cy="1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71" name="Object 55"/>
            <p:cNvGraphicFramePr>
              <a:graphicFrameLocks noChangeAspect="1"/>
            </p:cNvGraphicFramePr>
            <p:nvPr/>
          </p:nvGraphicFramePr>
          <p:xfrm>
            <a:off x="3198" y="3545"/>
            <a:ext cx="434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8" name="" r:id="rId9" imgW="761365" imgH="419100" progId="Equation.3">
                    <p:embed/>
                  </p:oleObj>
                </mc:Choice>
                <mc:Fallback>
                  <p:oleObj name="" r:id="rId9" imgW="761365" imgH="419100" progId="Equation.3">
                    <p:embed/>
                    <p:pic>
                      <p:nvPicPr>
                        <p:cNvPr id="0" name="图片 322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98" y="3545"/>
                          <a:ext cx="434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72" name="Object 56"/>
            <p:cNvGraphicFramePr>
              <a:graphicFrameLocks noChangeAspect="1"/>
            </p:cNvGraphicFramePr>
            <p:nvPr/>
          </p:nvGraphicFramePr>
          <p:xfrm>
            <a:off x="3797" y="3545"/>
            <a:ext cx="275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" name="" r:id="rId11" imgW="482600" imgH="419100" progId="Equation.3">
                    <p:embed/>
                  </p:oleObj>
                </mc:Choice>
                <mc:Fallback>
                  <p:oleObj name="" r:id="rId11" imgW="482600" imgH="419100" progId="Equation.3">
                    <p:embed/>
                    <p:pic>
                      <p:nvPicPr>
                        <p:cNvPr id="0" name="图片 322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97" y="3545"/>
                          <a:ext cx="275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73" name="Object 57"/>
            <p:cNvGraphicFramePr>
              <a:graphicFrameLocks noChangeAspect="1"/>
            </p:cNvGraphicFramePr>
            <p:nvPr/>
          </p:nvGraphicFramePr>
          <p:xfrm>
            <a:off x="4346" y="3543"/>
            <a:ext cx="12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4" name="" r:id="rId13" imgW="203200" imgH="317500" progId="Equation.3">
                    <p:embed/>
                  </p:oleObj>
                </mc:Choice>
                <mc:Fallback>
                  <p:oleObj name="" r:id="rId13" imgW="203200" imgH="317500" progId="Equation.3">
                    <p:embed/>
                    <p:pic>
                      <p:nvPicPr>
                        <p:cNvPr id="0" name="图片 323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346" y="3543"/>
                          <a:ext cx="127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74" name="Object 58"/>
            <p:cNvGraphicFramePr>
              <a:graphicFrameLocks noChangeAspect="1"/>
            </p:cNvGraphicFramePr>
            <p:nvPr/>
          </p:nvGraphicFramePr>
          <p:xfrm>
            <a:off x="4835" y="3544"/>
            <a:ext cx="276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3" name="" r:id="rId15" imgW="482600" imgH="419100" progId="Equation.3">
                    <p:embed/>
                  </p:oleObj>
                </mc:Choice>
                <mc:Fallback>
                  <p:oleObj name="" r:id="rId15" imgW="482600" imgH="419100" progId="Equation.3">
                    <p:embed/>
                    <p:pic>
                      <p:nvPicPr>
                        <p:cNvPr id="0" name="图片 323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835" y="3544"/>
                          <a:ext cx="276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7112" name="Group 72"/>
          <p:cNvGrpSpPr/>
          <p:nvPr/>
        </p:nvGrpSpPr>
        <p:grpSpPr>
          <a:xfrm>
            <a:off x="949325" y="1384300"/>
            <a:ext cx="6858000" cy="1524000"/>
            <a:chOff x="576" y="912"/>
            <a:chExt cx="4320" cy="960"/>
          </a:xfrm>
        </p:grpSpPr>
        <p:grpSp>
          <p:nvGrpSpPr>
            <p:cNvPr id="64551" name="Group 71"/>
            <p:cNvGrpSpPr/>
            <p:nvPr/>
          </p:nvGrpSpPr>
          <p:grpSpPr>
            <a:xfrm>
              <a:off x="768" y="1296"/>
              <a:ext cx="4128" cy="576"/>
              <a:chOff x="768" y="1296"/>
              <a:chExt cx="4128" cy="576"/>
            </a:xfrm>
          </p:grpSpPr>
          <p:grpSp>
            <p:nvGrpSpPr>
              <p:cNvPr id="64553" name="Group 65"/>
              <p:cNvGrpSpPr/>
              <p:nvPr/>
            </p:nvGrpSpPr>
            <p:grpSpPr>
              <a:xfrm>
                <a:off x="768" y="1296"/>
                <a:ext cx="4128" cy="576"/>
                <a:chOff x="768" y="864"/>
                <a:chExt cx="4128" cy="576"/>
              </a:xfrm>
            </p:grpSpPr>
            <p:grpSp>
              <p:nvGrpSpPr>
                <p:cNvPr id="64560" name="Group 4"/>
                <p:cNvGrpSpPr/>
                <p:nvPr/>
              </p:nvGrpSpPr>
              <p:grpSpPr>
                <a:xfrm>
                  <a:off x="768" y="864"/>
                  <a:ext cx="4128" cy="576"/>
                  <a:chOff x="624" y="3168"/>
                  <a:chExt cx="4128" cy="672"/>
                </a:xfrm>
              </p:grpSpPr>
              <p:sp>
                <p:nvSpPr>
                  <p:cNvPr id="64563" name="Line 5"/>
                  <p:cNvSpPr/>
                  <p:nvPr/>
                </p:nvSpPr>
                <p:spPr>
                  <a:xfrm>
                    <a:off x="624" y="3168"/>
                    <a:ext cx="4128" cy="0"/>
                  </a:xfrm>
                  <a:prstGeom prst="line">
                    <a:avLst/>
                  </a:prstGeom>
                  <a:ln w="28575" cap="flat" cmpd="sng">
                    <a:solidFill>
                      <a:srgbClr val="008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4564" name="Line 6"/>
                  <p:cNvSpPr/>
                  <p:nvPr/>
                </p:nvSpPr>
                <p:spPr>
                  <a:xfrm>
                    <a:off x="624" y="3504"/>
                    <a:ext cx="4128" cy="0"/>
                  </a:xfrm>
                  <a:prstGeom prst="line">
                    <a:avLst/>
                  </a:prstGeom>
                  <a:ln w="28575" cap="flat" cmpd="sng">
                    <a:solidFill>
                      <a:srgbClr val="008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4565" name="Line 7"/>
                  <p:cNvSpPr/>
                  <p:nvPr/>
                </p:nvSpPr>
                <p:spPr>
                  <a:xfrm>
                    <a:off x="624" y="3840"/>
                    <a:ext cx="4128" cy="0"/>
                  </a:xfrm>
                  <a:prstGeom prst="line">
                    <a:avLst/>
                  </a:prstGeom>
                  <a:ln w="28575" cap="flat" cmpd="sng">
                    <a:solidFill>
                      <a:srgbClr val="008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4566" name="Line 8"/>
                  <p:cNvSpPr/>
                  <p:nvPr/>
                </p:nvSpPr>
                <p:spPr>
                  <a:xfrm>
                    <a:off x="1440" y="3168"/>
                    <a:ext cx="0" cy="672"/>
                  </a:xfrm>
                  <a:prstGeom prst="line">
                    <a:avLst/>
                  </a:prstGeom>
                  <a:ln w="28575" cap="flat" cmpd="sng">
                    <a:solidFill>
                      <a:srgbClr val="008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4567" name="Line 9"/>
                  <p:cNvSpPr/>
                  <p:nvPr/>
                </p:nvSpPr>
                <p:spPr>
                  <a:xfrm>
                    <a:off x="2592" y="3168"/>
                    <a:ext cx="0" cy="672"/>
                  </a:xfrm>
                  <a:prstGeom prst="line">
                    <a:avLst/>
                  </a:prstGeom>
                  <a:ln w="28575" cap="flat" cmpd="sng">
                    <a:solidFill>
                      <a:srgbClr val="008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4568" name="Line 10"/>
                  <p:cNvSpPr/>
                  <p:nvPr/>
                </p:nvSpPr>
                <p:spPr>
                  <a:xfrm>
                    <a:off x="3552" y="3168"/>
                    <a:ext cx="0" cy="672"/>
                  </a:xfrm>
                  <a:prstGeom prst="line">
                    <a:avLst/>
                  </a:prstGeom>
                  <a:ln w="28575" cap="flat" cmpd="sng">
                    <a:solidFill>
                      <a:srgbClr val="008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aphicFrame>
              <p:nvGraphicFramePr>
                <p:cNvPr id="64561" name="Object 11"/>
                <p:cNvGraphicFramePr>
                  <a:graphicFrameLocks noChangeAspect="1"/>
                </p:cNvGraphicFramePr>
                <p:nvPr/>
              </p:nvGraphicFramePr>
              <p:xfrm>
                <a:off x="1056" y="912"/>
                <a:ext cx="183" cy="19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43" name="" r:id="rId17" imgW="292100" imgH="317500" progId="Equation.3">
                        <p:embed/>
                      </p:oleObj>
                    </mc:Choice>
                    <mc:Fallback>
                      <p:oleObj name="" r:id="rId17" imgW="292100" imgH="317500" progId="Equation.3">
                        <p:embed/>
                        <p:pic>
                          <p:nvPicPr>
                            <p:cNvPr id="0" name="图片 3242"/>
                            <p:cNvPicPr/>
                            <p:nvPr/>
                          </p:nvPicPr>
                          <p:blipFill>
                            <a:blip r:embed="rId1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56" y="912"/>
                              <a:ext cx="183" cy="19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4562" name="Object 12"/>
                <p:cNvGraphicFramePr>
                  <a:graphicFrameLocks noChangeAspect="1"/>
                </p:cNvGraphicFramePr>
                <p:nvPr/>
              </p:nvGraphicFramePr>
              <p:xfrm>
                <a:off x="1008" y="1200"/>
                <a:ext cx="176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51" name="" r:id="rId19" imgW="279400" imgH="330200" progId="Equation.3">
                        <p:embed/>
                      </p:oleObj>
                    </mc:Choice>
                    <mc:Fallback>
                      <p:oleObj name="" r:id="rId19" imgW="279400" imgH="330200" progId="Equation.3">
                        <p:embed/>
                        <p:pic>
                          <p:nvPicPr>
                            <p:cNvPr id="0" name="图片 3250"/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" y="1200"/>
                              <a:ext cx="176" cy="20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64554" name="Object 13"/>
              <p:cNvGraphicFramePr>
                <a:graphicFrameLocks noChangeAspect="1"/>
              </p:cNvGraphicFramePr>
              <p:nvPr/>
            </p:nvGraphicFramePr>
            <p:xfrm>
              <a:off x="2020" y="1344"/>
              <a:ext cx="296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8" name="" r:id="rId21" imgW="469900" imgH="317500" progId="Equation.3">
                      <p:embed/>
                    </p:oleObj>
                  </mc:Choice>
                  <mc:Fallback>
                    <p:oleObj name="" r:id="rId21" imgW="469900" imgH="317500" progId="Equation.3">
                      <p:embed/>
                      <p:pic>
                        <p:nvPicPr>
                          <p:cNvPr id="0" name="图片 3247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2020" y="1344"/>
                            <a:ext cx="296" cy="19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4555" name="Object 14"/>
              <p:cNvGraphicFramePr>
                <a:graphicFrameLocks noChangeAspect="1"/>
              </p:cNvGraphicFramePr>
              <p:nvPr/>
            </p:nvGraphicFramePr>
            <p:xfrm>
              <a:off x="3172" y="1344"/>
              <a:ext cx="135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53" name="" r:id="rId23" imgW="215900" imgH="330200" progId="Equation.3">
                      <p:embed/>
                    </p:oleObj>
                  </mc:Choice>
                  <mc:Fallback>
                    <p:oleObj name="" r:id="rId23" imgW="215900" imgH="330200" progId="Equation.3">
                      <p:embed/>
                      <p:pic>
                        <p:nvPicPr>
                          <p:cNvPr id="0" name="图片 3252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3172" y="1344"/>
                            <a:ext cx="135" cy="2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4556" name="Object 15"/>
              <p:cNvGraphicFramePr>
                <a:graphicFrameLocks noChangeAspect="1"/>
              </p:cNvGraphicFramePr>
              <p:nvPr/>
            </p:nvGraphicFramePr>
            <p:xfrm>
              <a:off x="4276" y="1344"/>
              <a:ext cx="120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4" name="" r:id="rId25" imgW="190500" imgH="317500" progId="Equation.3">
                      <p:embed/>
                    </p:oleObj>
                  </mc:Choice>
                  <mc:Fallback>
                    <p:oleObj name="" r:id="rId25" imgW="190500" imgH="317500" progId="Equation.3">
                      <p:embed/>
                      <p:pic>
                        <p:nvPicPr>
                          <p:cNvPr id="0" name="图片 3243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4276" y="1344"/>
                            <a:ext cx="120" cy="19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4557" name="Object 16"/>
              <p:cNvGraphicFramePr>
                <a:graphicFrameLocks noChangeAspect="1"/>
              </p:cNvGraphicFramePr>
              <p:nvPr/>
            </p:nvGraphicFramePr>
            <p:xfrm>
              <a:off x="2032" y="1636"/>
              <a:ext cx="29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1" name="" r:id="rId27" imgW="469900" imgH="317500" progId="Equation.3">
                      <p:embed/>
                    </p:oleObj>
                  </mc:Choice>
                  <mc:Fallback>
                    <p:oleObj name="" r:id="rId27" imgW="469900" imgH="317500" progId="Equation.3">
                      <p:embed/>
                      <p:pic>
                        <p:nvPicPr>
                          <p:cNvPr id="0" name="图片 3240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2032" y="1636"/>
                            <a:ext cx="296" cy="2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4558" name="Object 17"/>
              <p:cNvGraphicFramePr>
                <a:graphicFrameLocks noChangeAspect="1"/>
              </p:cNvGraphicFramePr>
              <p:nvPr/>
            </p:nvGraphicFramePr>
            <p:xfrm>
              <a:off x="3088" y="1636"/>
              <a:ext cx="29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55" name="" r:id="rId29" imgW="469900" imgH="317500" progId="Equation.3">
                      <p:embed/>
                    </p:oleObj>
                  </mc:Choice>
                  <mc:Fallback>
                    <p:oleObj name="" r:id="rId29" imgW="469900" imgH="317500" progId="Equation.3">
                      <p:embed/>
                      <p:pic>
                        <p:nvPicPr>
                          <p:cNvPr id="0" name="图片 3254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3088" y="1636"/>
                            <a:ext cx="296" cy="2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4559" name="Object 18"/>
              <p:cNvGraphicFramePr>
                <a:graphicFrameLocks noChangeAspect="1"/>
              </p:cNvGraphicFramePr>
              <p:nvPr/>
            </p:nvGraphicFramePr>
            <p:xfrm>
              <a:off x="4192" y="1636"/>
              <a:ext cx="29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52" name="" r:id="rId31" imgW="469900" imgH="317500" progId="Equation.3">
                      <p:embed/>
                    </p:oleObj>
                  </mc:Choice>
                  <mc:Fallback>
                    <p:oleObj name="" r:id="rId31" imgW="469900" imgH="317500" progId="Equation.3">
                      <p:embed/>
                      <p:pic>
                        <p:nvPicPr>
                          <p:cNvPr id="0" name="图片 3251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4192" y="1636"/>
                            <a:ext cx="296" cy="2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4552" name="Object 63"/>
            <p:cNvGraphicFramePr>
              <a:graphicFrameLocks noChangeAspect="1"/>
            </p:cNvGraphicFramePr>
            <p:nvPr/>
          </p:nvGraphicFramePr>
          <p:xfrm>
            <a:off x="576" y="912"/>
            <a:ext cx="141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6" name="" r:id="rId33" imgW="2108200" imgH="431800" progId="Equation.3">
                    <p:embed/>
                  </p:oleObj>
                </mc:Choice>
                <mc:Fallback>
                  <p:oleObj name="" r:id="rId33" imgW="2108200" imgH="431800" progId="Equation.3">
                    <p:embed/>
                    <p:pic>
                      <p:nvPicPr>
                        <p:cNvPr id="0" name="图片 3255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576" y="912"/>
                          <a:ext cx="1415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518" name="Object 66"/>
          <p:cNvGraphicFramePr>
            <a:graphicFrameLocks noChangeAspect="1"/>
          </p:cNvGraphicFramePr>
          <p:nvPr/>
        </p:nvGraphicFramePr>
        <p:xfrm>
          <a:off x="914400" y="819150"/>
          <a:ext cx="6096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" r:id="rId35" imgW="6096000" imgH="431800" progId="Equation.3">
                  <p:embed/>
                </p:oleObj>
              </mc:Choice>
              <mc:Fallback>
                <p:oleObj name="" r:id="rId35" imgW="6096000" imgH="431800" progId="Equation.3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14400" y="819150"/>
                        <a:ext cx="6096000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113" name="Group 73"/>
          <p:cNvGrpSpPr/>
          <p:nvPr/>
        </p:nvGrpSpPr>
        <p:grpSpPr>
          <a:xfrm>
            <a:off x="822325" y="3644900"/>
            <a:ext cx="7559675" cy="2317750"/>
            <a:chOff x="518" y="2317"/>
            <a:chExt cx="4762" cy="1460"/>
          </a:xfrm>
        </p:grpSpPr>
        <p:grpSp>
          <p:nvGrpSpPr>
            <p:cNvPr id="64521" name="Group 67"/>
            <p:cNvGrpSpPr/>
            <p:nvPr/>
          </p:nvGrpSpPr>
          <p:grpSpPr>
            <a:xfrm>
              <a:off x="576" y="2721"/>
              <a:ext cx="4704" cy="1056"/>
              <a:chOff x="576" y="2640"/>
              <a:chExt cx="4704" cy="1056"/>
            </a:xfrm>
          </p:grpSpPr>
          <p:sp>
            <p:nvSpPr>
              <p:cNvPr id="64540" name="Line 21"/>
              <p:cNvSpPr/>
              <p:nvPr/>
            </p:nvSpPr>
            <p:spPr>
              <a:xfrm>
                <a:off x="576" y="2640"/>
                <a:ext cx="4704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1" name="Line 22"/>
              <p:cNvSpPr/>
              <p:nvPr/>
            </p:nvSpPr>
            <p:spPr>
              <a:xfrm>
                <a:off x="576" y="3024"/>
                <a:ext cx="4704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2" name="Line 23"/>
              <p:cNvSpPr/>
              <p:nvPr/>
            </p:nvSpPr>
            <p:spPr>
              <a:xfrm>
                <a:off x="576" y="3415"/>
                <a:ext cx="4697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3" name="Line 24"/>
              <p:cNvSpPr/>
              <p:nvPr/>
            </p:nvSpPr>
            <p:spPr>
              <a:xfrm>
                <a:off x="1505" y="2640"/>
                <a:ext cx="0" cy="1056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4" name="Line 25"/>
              <p:cNvSpPr/>
              <p:nvPr/>
            </p:nvSpPr>
            <p:spPr>
              <a:xfrm>
                <a:off x="2105" y="2640"/>
                <a:ext cx="0" cy="1056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5" name="Line 26"/>
              <p:cNvSpPr/>
              <p:nvPr/>
            </p:nvSpPr>
            <p:spPr>
              <a:xfrm>
                <a:off x="3689" y="2640"/>
                <a:ext cx="0" cy="1056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6" name="Line 27"/>
              <p:cNvSpPr/>
              <p:nvPr/>
            </p:nvSpPr>
            <p:spPr>
              <a:xfrm>
                <a:off x="576" y="3696"/>
                <a:ext cx="4704" cy="0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7" name="Line 28"/>
              <p:cNvSpPr/>
              <p:nvPr/>
            </p:nvSpPr>
            <p:spPr>
              <a:xfrm>
                <a:off x="2652" y="2640"/>
                <a:ext cx="0" cy="1056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8" name="Line 29"/>
              <p:cNvSpPr/>
              <p:nvPr/>
            </p:nvSpPr>
            <p:spPr>
              <a:xfrm>
                <a:off x="3143" y="2640"/>
                <a:ext cx="0" cy="1056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49" name="Line 30"/>
              <p:cNvSpPr/>
              <p:nvPr/>
            </p:nvSpPr>
            <p:spPr>
              <a:xfrm>
                <a:off x="4181" y="2640"/>
                <a:ext cx="0" cy="1056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550" name="Line 31"/>
              <p:cNvSpPr/>
              <p:nvPr/>
            </p:nvSpPr>
            <p:spPr>
              <a:xfrm>
                <a:off x="4673" y="2640"/>
                <a:ext cx="0" cy="1056"/>
              </a:xfrm>
              <a:prstGeom prst="line">
                <a:avLst/>
              </a:prstGeom>
              <a:ln w="28575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64522" name="Object 34"/>
            <p:cNvGraphicFramePr>
              <a:graphicFrameLocks noChangeAspect="1"/>
            </p:cNvGraphicFramePr>
            <p:nvPr/>
          </p:nvGraphicFramePr>
          <p:xfrm>
            <a:off x="1008" y="2817"/>
            <a:ext cx="16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4" name="" r:id="rId37" imgW="266065" imgH="316865" progId="Equation.3">
                    <p:embed/>
                  </p:oleObj>
                </mc:Choice>
                <mc:Fallback>
                  <p:oleObj name="" r:id="rId37" imgW="266065" imgH="316865" progId="Equation.3">
                    <p:embed/>
                    <p:pic>
                      <p:nvPicPr>
                        <p:cNvPr id="0" name="图片 3253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1008" y="2817"/>
                          <a:ext cx="16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3" name="Object 35"/>
            <p:cNvGraphicFramePr>
              <a:graphicFrameLocks noChangeAspect="1"/>
            </p:cNvGraphicFramePr>
            <p:nvPr/>
          </p:nvGraphicFramePr>
          <p:xfrm>
            <a:off x="816" y="3201"/>
            <a:ext cx="60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8" name="" r:id="rId39" imgW="965200" imgH="393700" progId="Equation.3">
                    <p:embed/>
                  </p:oleObj>
                </mc:Choice>
                <mc:Fallback>
                  <p:oleObj name="" r:id="rId39" imgW="965200" imgH="393700" progId="Equation.3">
                    <p:embed/>
                    <p:pic>
                      <p:nvPicPr>
                        <p:cNvPr id="0" name="图片 3257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816" y="3201"/>
                          <a:ext cx="608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4" name="Object 37"/>
            <p:cNvGraphicFramePr>
              <a:graphicFrameLocks noChangeAspect="1"/>
            </p:cNvGraphicFramePr>
            <p:nvPr/>
          </p:nvGraphicFramePr>
          <p:xfrm>
            <a:off x="880" y="3512"/>
            <a:ext cx="455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9" name="" r:id="rId41" imgW="723900" imgH="419100" progId="Equation.3">
                    <p:embed/>
                  </p:oleObj>
                </mc:Choice>
                <mc:Fallback>
                  <p:oleObj name="" r:id="rId41" imgW="723900" imgH="419100" progId="Equation.3">
                    <p:embed/>
                    <p:pic>
                      <p:nvPicPr>
                        <p:cNvPr id="0" name="图片 3248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880" y="3512"/>
                          <a:ext cx="455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5" name="Object 38"/>
            <p:cNvGraphicFramePr>
              <a:graphicFrameLocks noChangeAspect="1"/>
            </p:cNvGraphicFramePr>
            <p:nvPr/>
          </p:nvGraphicFramePr>
          <p:xfrm>
            <a:off x="1559" y="3225"/>
            <a:ext cx="45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6" name="" r:id="rId43" imgW="888365" imgH="393700" progId="Equation.3">
                    <p:embed/>
                  </p:oleObj>
                </mc:Choice>
                <mc:Fallback>
                  <p:oleObj name="" r:id="rId43" imgW="888365" imgH="393700" progId="Equation.3">
                    <p:embed/>
                    <p:pic>
                      <p:nvPicPr>
                        <p:cNvPr id="0" name="图片 3245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1559" y="3225"/>
                          <a:ext cx="454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6" name="Object 39"/>
            <p:cNvGraphicFramePr>
              <a:graphicFrameLocks noChangeAspect="1"/>
            </p:cNvGraphicFramePr>
            <p:nvPr/>
          </p:nvGraphicFramePr>
          <p:xfrm>
            <a:off x="1644" y="2817"/>
            <a:ext cx="29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0" name="" r:id="rId45" imgW="469900" imgH="317500" progId="Equation.3">
                    <p:embed/>
                  </p:oleObj>
                </mc:Choice>
                <mc:Fallback>
                  <p:oleObj name="" r:id="rId45" imgW="469900" imgH="317500" progId="Equation.3">
                    <p:embed/>
                    <p:pic>
                      <p:nvPicPr>
                        <p:cNvPr id="0" name="图片 3239"/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1644" y="2817"/>
                          <a:ext cx="29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7" name="Object 40"/>
            <p:cNvGraphicFramePr>
              <a:graphicFrameLocks noChangeAspect="1"/>
            </p:cNvGraphicFramePr>
            <p:nvPr/>
          </p:nvGraphicFramePr>
          <p:xfrm>
            <a:off x="2198" y="3222"/>
            <a:ext cx="357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5" name="" r:id="rId47" imgW="685800" imgH="393700" progId="Equation.3">
                    <p:embed/>
                  </p:oleObj>
                </mc:Choice>
                <mc:Fallback>
                  <p:oleObj name="" r:id="rId47" imgW="685800" imgH="393700" progId="Equation.3">
                    <p:embed/>
                    <p:pic>
                      <p:nvPicPr>
                        <p:cNvPr id="0" name="图片 3244"/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2198" y="3222"/>
                          <a:ext cx="357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8" name="Object 41"/>
            <p:cNvGraphicFramePr>
              <a:graphicFrameLocks noChangeAspect="1"/>
            </p:cNvGraphicFramePr>
            <p:nvPr/>
          </p:nvGraphicFramePr>
          <p:xfrm>
            <a:off x="2220" y="2817"/>
            <a:ext cx="28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7" name="" r:id="rId49" imgW="457200" imgH="317500" progId="Equation.3">
                    <p:embed/>
                  </p:oleObj>
                </mc:Choice>
                <mc:Fallback>
                  <p:oleObj name="" r:id="rId49" imgW="457200" imgH="317500" progId="Equation.3">
                    <p:embed/>
                    <p:pic>
                      <p:nvPicPr>
                        <p:cNvPr id="0" name="图片 3246"/>
                        <p:cNvPicPr/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2220" y="2817"/>
                          <a:ext cx="287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9" name="Object 42"/>
            <p:cNvGraphicFramePr>
              <a:graphicFrameLocks noChangeAspect="1"/>
            </p:cNvGraphicFramePr>
            <p:nvPr/>
          </p:nvGraphicFramePr>
          <p:xfrm>
            <a:off x="2722" y="3214"/>
            <a:ext cx="371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2" name="" r:id="rId51" imgW="660400" imgH="393700" progId="Equation.3">
                    <p:embed/>
                  </p:oleObj>
                </mc:Choice>
                <mc:Fallback>
                  <p:oleObj name="" r:id="rId51" imgW="660400" imgH="393700" progId="Equation.3">
                    <p:embed/>
                    <p:pic>
                      <p:nvPicPr>
                        <p:cNvPr id="0" name="图片 3241"/>
                        <p:cNvPicPr/>
                        <p:nvPr/>
                      </p:nvPicPr>
                      <p:blipFill>
                        <a:blip r:embed="rId52"/>
                        <a:stretch>
                          <a:fillRect/>
                        </a:stretch>
                      </p:blipFill>
                      <p:spPr>
                        <a:xfrm>
                          <a:off x="2722" y="3214"/>
                          <a:ext cx="371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0" name="Object 43"/>
            <p:cNvGraphicFramePr>
              <a:graphicFrameLocks noChangeAspect="1"/>
            </p:cNvGraphicFramePr>
            <p:nvPr/>
          </p:nvGraphicFramePr>
          <p:xfrm>
            <a:off x="2748" y="2817"/>
            <a:ext cx="28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0" name="" r:id="rId53" imgW="457200" imgH="317500" progId="Equation.3">
                    <p:embed/>
                  </p:oleObj>
                </mc:Choice>
                <mc:Fallback>
                  <p:oleObj name="" r:id="rId53" imgW="457200" imgH="317500" progId="Equation.3">
                    <p:embed/>
                    <p:pic>
                      <p:nvPicPr>
                        <p:cNvPr id="0" name="图片 3249"/>
                        <p:cNvPicPr/>
                        <p:nvPr/>
                      </p:nvPicPr>
                      <p:blipFill>
                        <a:blip r:embed="rId54"/>
                        <a:stretch>
                          <a:fillRect/>
                        </a:stretch>
                      </p:blipFill>
                      <p:spPr>
                        <a:xfrm>
                          <a:off x="2748" y="2817"/>
                          <a:ext cx="287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1" name="Object 44"/>
            <p:cNvGraphicFramePr>
              <a:graphicFrameLocks noChangeAspect="1"/>
            </p:cNvGraphicFramePr>
            <p:nvPr/>
          </p:nvGraphicFramePr>
          <p:xfrm>
            <a:off x="3201" y="3222"/>
            <a:ext cx="408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" name="" r:id="rId55" imgW="914400" imgH="393700" progId="Equation.3">
                    <p:embed/>
                  </p:oleObj>
                </mc:Choice>
                <mc:Fallback>
                  <p:oleObj name="" r:id="rId55" imgW="914400" imgH="393700" progId="Equation.3">
                    <p:embed/>
                    <p:pic>
                      <p:nvPicPr>
                        <p:cNvPr id="0" name="图片 3258"/>
                        <p:cNvPicPr/>
                        <p:nvPr/>
                      </p:nvPicPr>
                      <p:blipFill>
                        <a:blip r:embed="rId56"/>
                        <a:stretch>
                          <a:fillRect/>
                        </a:stretch>
                      </p:blipFill>
                      <p:spPr>
                        <a:xfrm>
                          <a:off x="3201" y="3222"/>
                          <a:ext cx="408" cy="2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2" name="Object 45"/>
            <p:cNvGraphicFramePr>
              <a:graphicFrameLocks noChangeAspect="1"/>
            </p:cNvGraphicFramePr>
            <p:nvPr/>
          </p:nvGraphicFramePr>
          <p:xfrm>
            <a:off x="3276" y="2817"/>
            <a:ext cx="28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2" name="" r:id="rId57" imgW="457200" imgH="317500" progId="Equation.3">
                    <p:embed/>
                  </p:oleObj>
                </mc:Choice>
                <mc:Fallback>
                  <p:oleObj name="" r:id="rId57" imgW="457200" imgH="317500" progId="Equation.3">
                    <p:embed/>
                    <p:pic>
                      <p:nvPicPr>
                        <p:cNvPr id="0" name="图片 3271"/>
                        <p:cNvPicPr/>
                        <p:nvPr/>
                      </p:nvPicPr>
                      <p:blipFill>
                        <a:blip r:embed="rId58"/>
                        <a:stretch>
                          <a:fillRect/>
                        </a:stretch>
                      </p:blipFill>
                      <p:spPr>
                        <a:xfrm>
                          <a:off x="3276" y="2817"/>
                          <a:ext cx="287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3" name="Object 46"/>
            <p:cNvGraphicFramePr>
              <a:graphicFrameLocks noChangeAspect="1"/>
            </p:cNvGraphicFramePr>
            <p:nvPr/>
          </p:nvGraphicFramePr>
          <p:xfrm>
            <a:off x="3749" y="3222"/>
            <a:ext cx="364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8" name="" r:id="rId59" imgW="698500" imgH="393700" progId="Equation.3">
                    <p:embed/>
                  </p:oleObj>
                </mc:Choice>
                <mc:Fallback>
                  <p:oleObj name="" r:id="rId59" imgW="698500" imgH="393700" progId="Equation.3">
                    <p:embed/>
                    <p:pic>
                      <p:nvPicPr>
                        <p:cNvPr id="0" name="图片 3267"/>
                        <p:cNvPicPr/>
                        <p:nvPr/>
                      </p:nvPicPr>
                      <p:blipFill>
                        <a:blip r:embed="rId60"/>
                        <a:stretch>
                          <a:fillRect/>
                        </a:stretch>
                      </p:blipFill>
                      <p:spPr>
                        <a:xfrm>
                          <a:off x="3749" y="3222"/>
                          <a:ext cx="364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4" name="Object 47"/>
            <p:cNvGraphicFramePr>
              <a:graphicFrameLocks noChangeAspect="1"/>
            </p:cNvGraphicFramePr>
            <p:nvPr/>
          </p:nvGraphicFramePr>
          <p:xfrm>
            <a:off x="3804" y="2817"/>
            <a:ext cx="28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3" name="" r:id="rId61" imgW="457200" imgH="317500" progId="Equation.3">
                    <p:embed/>
                  </p:oleObj>
                </mc:Choice>
                <mc:Fallback>
                  <p:oleObj name="" r:id="rId61" imgW="457200" imgH="317500" progId="Equation.3">
                    <p:embed/>
                    <p:pic>
                      <p:nvPicPr>
                        <p:cNvPr id="0" name="图片 3262"/>
                        <p:cNvPicPr/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3804" y="2817"/>
                          <a:ext cx="287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5" name="Object 48"/>
            <p:cNvGraphicFramePr>
              <a:graphicFrameLocks noChangeAspect="1"/>
            </p:cNvGraphicFramePr>
            <p:nvPr/>
          </p:nvGraphicFramePr>
          <p:xfrm>
            <a:off x="4231" y="3222"/>
            <a:ext cx="376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1" name="" r:id="rId62" imgW="723900" imgH="393700" progId="Equation.3">
                    <p:embed/>
                  </p:oleObj>
                </mc:Choice>
                <mc:Fallback>
                  <p:oleObj name="" r:id="rId62" imgW="723900" imgH="393700" progId="Equation.3">
                    <p:embed/>
                    <p:pic>
                      <p:nvPicPr>
                        <p:cNvPr id="0" name="图片 3260"/>
                        <p:cNvPicPr/>
                        <p:nvPr/>
                      </p:nvPicPr>
                      <p:blipFill>
                        <a:blip r:embed="rId63"/>
                        <a:stretch>
                          <a:fillRect/>
                        </a:stretch>
                      </p:blipFill>
                      <p:spPr>
                        <a:xfrm>
                          <a:off x="4231" y="3222"/>
                          <a:ext cx="376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6" name="Object 49"/>
            <p:cNvGraphicFramePr>
              <a:graphicFrameLocks noChangeAspect="1"/>
            </p:cNvGraphicFramePr>
            <p:nvPr/>
          </p:nvGraphicFramePr>
          <p:xfrm>
            <a:off x="4284" y="2817"/>
            <a:ext cx="29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1" name="" r:id="rId64" imgW="469900" imgH="317500" progId="Equation.3">
                    <p:embed/>
                  </p:oleObj>
                </mc:Choice>
                <mc:Fallback>
                  <p:oleObj name="" r:id="rId64" imgW="469900" imgH="317500" progId="Equation.3">
                    <p:embed/>
                    <p:pic>
                      <p:nvPicPr>
                        <p:cNvPr id="0" name="图片 3270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284" y="2817"/>
                          <a:ext cx="29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7" name="Object 50"/>
            <p:cNvGraphicFramePr>
              <a:graphicFrameLocks noChangeAspect="1"/>
            </p:cNvGraphicFramePr>
            <p:nvPr/>
          </p:nvGraphicFramePr>
          <p:xfrm>
            <a:off x="4785" y="3222"/>
            <a:ext cx="364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0" name="" r:id="rId65" imgW="698500" imgH="393700" progId="Equation.3">
                    <p:embed/>
                  </p:oleObj>
                </mc:Choice>
                <mc:Fallback>
                  <p:oleObj name="" r:id="rId65" imgW="698500" imgH="393700" progId="Equation.3">
                    <p:embed/>
                    <p:pic>
                      <p:nvPicPr>
                        <p:cNvPr id="0" name="图片 3269"/>
                        <p:cNvPicPr/>
                        <p:nvPr/>
                      </p:nvPicPr>
                      <p:blipFill>
                        <a:blip r:embed="rId66"/>
                        <a:stretch>
                          <a:fillRect/>
                        </a:stretch>
                      </p:blipFill>
                      <p:spPr>
                        <a:xfrm>
                          <a:off x="4785" y="3222"/>
                          <a:ext cx="364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8" name="Object 51"/>
            <p:cNvGraphicFramePr>
              <a:graphicFrameLocks noChangeAspect="1"/>
            </p:cNvGraphicFramePr>
            <p:nvPr/>
          </p:nvGraphicFramePr>
          <p:xfrm>
            <a:off x="4812" y="2817"/>
            <a:ext cx="28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2" name="" r:id="rId67" imgW="457200" imgH="317500" progId="Equation.3">
                    <p:embed/>
                  </p:oleObj>
                </mc:Choice>
                <mc:Fallback>
                  <p:oleObj name="" r:id="rId67" imgW="457200" imgH="317500" progId="Equation.3">
                    <p:embed/>
                    <p:pic>
                      <p:nvPicPr>
                        <p:cNvPr id="0" name="图片 3261"/>
                        <p:cNvPicPr/>
                        <p:nvPr/>
                      </p:nvPicPr>
                      <p:blipFill>
                        <a:blip r:embed="rId68"/>
                        <a:stretch>
                          <a:fillRect/>
                        </a:stretch>
                      </p:blipFill>
                      <p:spPr>
                        <a:xfrm>
                          <a:off x="4812" y="2817"/>
                          <a:ext cx="287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39" name="Text Box 70"/>
            <p:cNvSpPr txBox="1"/>
            <p:nvPr/>
          </p:nvSpPr>
          <p:spPr>
            <a:xfrm>
              <a:off x="518" y="2317"/>
              <a:ext cx="5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由于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4520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8127" name="Group 63"/>
          <p:cNvGrpSpPr/>
          <p:nvPr/>
        </p:nvGrpSpPr>
        <p:grpSpPr>
          <a:xfrm>
            <a:off x="914400" y="3048000"/>
            <a:ext cx="7689850" cy="1676400"/>
            <a:chOff x="576" y="1920"/>
            <a:chExt cx="4844" cy="1056"/>
          </a:xfrm>
        </p:grpSpPr>
        <p:sp>
          <p:nvSpPr>
            <p:cNvPr id="66576" name="Line 4"/>
            <p:cNvSpPr/>
            <p:nvPr/>
          </p:nvSpPr>
          <p:spPr>
            <a:xfrm>
              <a:off x="576" y="1920"/>
              <a:ext cx="4844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77" name="Line 5"/>
            <p:cNvSpPr/>
            <p:nvPr/>
          </p:nvSpPr>
          <p:spPr>
            <a:xfrm>
              <a:off x="576" y="2256"/>
              <a:ext cx="4844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78" name="Line 6"/>
            <p:cNvSpPr/>
            <p:nvPr/>
          </p:nvSpPr>
          <p:spPr>
            <a:xfrm>
              <a:off x="576" y="2592"/>
              <a:ext cx="4844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79" name="Line 7"/>
            <p:cNvSpPr/>
            <p:nvPr/>
          </p:nvSpPr>
          <p:spPr>
            <a:xfrm>
              <a:off x="1542" y="1920"/>
              <a:ext cx="0" cy="1056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0" name="Line 8"/>
            <p:cNvSpPr/>
            <p:nvPr/>
          </p:nvSpPr>
          <p:spPr>
            <a:xfrm>
              <a:off x="2167" y="1920"/>
              <a:ext cx="0" cy="1056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1" name="Line 9"/>
            <p:cNvSpPr/>
            <p:nvPr/>
          </p:nvSpPr>
          <p:spPr>
            <a:xfrm>
              <a:off x="3815" y="1920"/>
              <a:ext cx="0" cy="1056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2" name="Line 10"/>
            <p:cNvSpPr/>
            <p:nvPr/>
          </p:nvSpPr>
          <p:spPr>
            <a:xfrm>
              <a:off x="576" y="2976"/>
              <a:ext cx="4844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3" name="Line 11"/>
            <p:cNvSpPr/>
            <p:nvPr/>
          </p:nvSpPr>
          <p:spPr>
            <a:xfrm>
              <a:off x="2735" y="1920"/>
              <a:ext cx="0" cy="1056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4" name="Line 12"/>
            <p:cNvSpPr/>
            <p:nvPr/>
          </p:nvSpPr>
          <p:spPr>
            <a:xfrm>
              <a:off x="3247" y="1920"/>
              <a:ext cx="0" cy="1056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5" name="Line 13"/>
            <p:cNvSpPr/>
            <p:nvPr/>
          </p:nvSpPr>
          <p:spPr>
            <a:xfrm>
              <a:off x="4327" y="1920"/>
              <a:ext cx="0" cy="1056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6" name="Line 14"/>
            <p:cNvSpPr/>
            <p:nvPr/>
          </p:nvSpPr>
          <p:spPr>
            <a:xfrm>
              <a:off x="4838" y="1920"/>
              <a:ext cx="0" cy="1056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66587" name="Object 15"/>
            <p:cNvGraphicFramePr>
              <a:graphicFrameLocks noChangeAspect="1"/>
            </p:cNvGraphicFramePr>
            <p:nvPr/>
          </p:nvGraphicFramePr>
          <p:xfrm>
            <a:off x="1012" y="1998"/>
            <a:ext cx="17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3" name="" r:id="rId1" imgW="266065" imgH="316865" progId="Equation.3">
                    <p:embed/>
                  </p:oleObj>
                </mc:Choice>
                <mc:Fallback>
                  <p:oleObj name="" r:id="rId1" imgW="266065" imgH="316865" progId="Equation.3">
                    <p:embed/>
                    <p:pic>
                      <p:nvPicPr>
                        <p:cNvPr id="0" name="图片 327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12" y="1998"/>
                          <a:ext cx="17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88" name="Object 16"/>
            <p:cNvGraphicFramePr>
              <a:graphicFrameLocks noChangeAspect="1"/>
            </p:cNvGraphicFramePr>
            <p:nvPr/>
          </p:nvGraphicFramePr>
          <p:xfrm>
            <a:off x="784" y="2310"/>
            <a:ext cx="63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4" name="" r:id="rId3" imgW="965200" imgH="393700" progId="Equation.3">
                    <p:embed/>
                  </p:oleObj>
                </mc:Choice>
                <mc:Fallback>
                  <p:oleObj name="" r:id="rId3" imgW="965200" imgH="393700" progId="Equation.3">
                    <p:embed/>
                    <p:pic>
                      <p:nvPicPr>
                        <p:cNvPr id="0" name="图片 326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84" y="2310"/>
                          <a:ext cx="632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89" name="Object 19"/>
            <p:cNvGraphicFramePr>
              <a:graphicFrameLocks noChangeAspect="1"/>
            </p:cNvGraphicFramePr>
            <p:nvPr/>
          </p:nvGraphicFramePr>
          <p:xfrm>
            <a:off x="1632" y="2323"/>
            <a:ext cx="520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" name="" r:id="rId5" imgW="888365" imgH="393700" progId="Equation.3">
                    <p:embed/>
                  </p:oleObj>
                </mc:Choice>
                <mc:Fallback>
                  <p:oleObj name="" r:id="rId5" imgW="888365" imgH="393700" progId="Equation.3">
                    <p:embed/>
                    <p:pic>
                      <p:nvPicPr>
                        <p:cNvPr id="0" name="图片 326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32" y="2323"/>
                          <a:ext cx="520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90" name="Object 20"/>
            <p:cNvGraphicFramePr>
              <a:graphicFrameLocks noChangeAspect="1"/>
            </p:cNvGraphicFramePr>
            <p:nvPr/>
          </p:nvGraphicFramePr>
          <p:xfrm>
            <a:off x="1735" y="1998"/>
            <a:ext cx="30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4" name="" r:id="rId7" imgW="469900" imgH="317500" progId="Equation.3">
                    <p:embed/>
                  </p:oleObj>
                </mc:Choice>
                <mc:Fallback>
                  <p:oleObj name="" r:id="rId7" imgW="469900" imgH="317500" progId="Equation.3">
                    <p:embed/>
                    <p:pic>
                      <p:nvPicPr>
                        <p:cNvPr id="0" name="图片 327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35" y="1998"/>
                          <a:ext cx="30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91" name="Object 21"/>
            <p:cNvGraphicFramePr>
              <a:graphicFrameLocks noChangeAspect="1"/>
            </p:cNvGraphicFramePr>
            <p:nvPr/>
          </p:nvGraphicFramePr>
          <p:xfrm>
            <a:off x="2256" y="2314"/>
            <a:ext cx="45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7" name="" r:id="rId9" imgW="685800" imgH="393700" progId="Equation.3">
                    <p:embed/>
                  </p:oleObj>
                </mc:Choice>
                <mc:Fallback>
                  <p:oleObj name="" r:id="rId9" imgW="685800" imgH="393700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56" y="2314"/>
                          <a:ext cx="450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92" name="Object 22"/>
            <p:cNvGraphicFramePr>
              <a:graphicFrameLocks noChangeAspect="1"/>
            </p:cNvGraphicFramePr>
            <p:nvPr/>
          </p:nvGraphicFramePr>
          <p:xfrm>
            <a:off x="2334" y="1998"/>
            <a:ext cx="299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0" name="" r:id="rId11" imgW="457200" imgH="317500" progId="Equation.3">
                    <p:embed/>
                  </p:oleObj>
                </mc:Choice>
                <mc:Fallback>
                  <p:oleObj name="" r:id="rId11" imgW="457200" imgH="317500" progId="Equation.3">
                    <p:embed/>
                    <p:pic>
                      <p:nvPicPr>
                        <p:cNvPr id="0" name="图片 325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334" y="1998"/>
                          <a:ext cx="299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93" name="Object 23"/>
            <p:cNvGraphicFramePr>
              <a:graphicFrameLocks noChangeAspect="1"/>
            </p:cNvGraphicFramePr>
            <p:nvPr/>
          </p:nvGraphicFramePr>
          <p:xfrm>
            <a:off x="2814" y="2314"/>
            <a:ext cx="38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9" name="" r:id="rId13" imgW="660400" imgH="393700" progId="Equation.3">
                    <p:embed/>
                  </p:oleObj>
                </mc:Choice>
                <mc:Fallback>
                  <p:oleObj name="" r:id="rId13" imgW="660400" imgH="393700" progId="Equation.3">
                    <p:embed/>
                    <p:pic>
                      <p:nvPicPr>
                        <p:cNvPr id="0" name="图片 326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814" y="2314"/>
                          <a:ext cx="380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94" name="Object 24"/>
            <p:cNvGraphicFramePr>
              <a:graphicFrameLocks noChangeAspect="1"/>
            </p:cNvGraphicFramePr>
            <p:nvPr/>
          </p:nvGraphicFramePr>
          <p:xfrm>
            <a:off x="2848" y="1998"/>
            <a:ext cx="299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6" name="" r:id="rId15" imgW="457200" imgH="317500" progId="Equation.3">
                    <p:embed/>
                  </p:oleObj>
                </mc:Choice>
                <mc:Fallback>
                  <p:oleObj name="" r:id="rId15" imgW="457200" imgH="317500" progId="Equation.3">
                    <p:embed/>
                    <p:pic>
                      <p:nvPicPr>
                        <p:cNvPr id="0" name="图片 326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848" y="1998"/>
                          <a:ext cx="299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95" name="Object 25"/>
            <p:cNvGraphicFramePr>
              <a:graphicFrameLocks noChangeAspect="1"/>
            </p:cNvGraphicFramePr>
            <p:nvPr/>
          </p:nvGraphicFramePr>
          <p:xfrm>
            <a:off x="3288" y="2314"/>
            <a:ext cx="46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4" name="" r:id="rId17" imgW="914400" imgH="393700" progId="Equation.3">
                    <p:embed/>
                  </p:oleObj>
                </mc:Choice>
                <mc:Fallback>
                  <p:oleObj name="" r:id="rId17" imgW="914400" imgH="393700" progId="Equation.3">
                    <p:embed/>
                    <p:pic>
                      <p:nvPicPr>
                        <p:cNvPr id="0" name="图片 328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288" y="2314"/>
                          <a:ext cx="467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96" name="Object 26"/>
            <p:cNvGraphicFramePr>
              <a:graphicFrameLocks noChangeAspect="1"/>
            </p:cNvGraphicFramePr>
            <p:nvPr/>
          </p:nvGraphicFramePr>
          <p:xfrm>
            <a:off x="3379" y="1998"/>
            <a:ext cx="29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5" name="" r:id="rId19" imgW="457200" imgH="317500" progId="Equation.3">
                    <p:embed/>
                  </p:oleObj>
                </mc:Choice>
                <mc:Fallback>
                  <p:oleObj name="" r:id="rId19" imgW="457200" imgH="317500" progId="Equation.3">
                    <p:embed/>
                    <p:pic>
                      <p:nvPicPr>
                        <p:cNvPr id="0" name="图片 327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379" y="1998"/>
                          <a:ext cx="29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97" name="Object 27"/>
            <p:cNvGraphicFramePr>
              <a:graphicFrameLocks noChangeAspect="1"/>
            </p:cNvGraphicFramePr>
            <p:nvPr/>
          </p:nvGraphicFramePr>
          <p:xfrm>
            <a:off x="3858" y="2314"/>
            <a:ext cx="45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" name="" r:id="rId20" imgW="698500" imgH="393700" progId="Equation.3">
                    <p:embed/>
                  </p:oleObj>
                </mc:Choice>
                <mc:Fallback>
                  <p:oleObj name="" r:id="rId20" imgW="698500" imgH="393700" progId="Equation.3">
                    <p:embed/>
                    <p:pic>
                      <p:nvPicPr>
                        <p:cNvPr id="0" name="图片 3284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858" y="2314"/>
                          <a:ext cx="458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98" name="Object 28"/>
            <p:cNvGraphicFramePr>
              <a:graphicFrameLocks noChangeAspect="1"/>
            </p:cNvGraphicFramePr>
            <p:nvPr/>
          </p:nvGraphicFramePr>
          <p:xfrm>
            <a:off x="3923" y="1998"/>
            <a:ext cx="299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" name="" r:id="rId22" imgW="457200" imgH="317500" progId="Equation.3">
                    <p:embed/>
                  </p:oleObj>
                </mc:Choice>
                <mc:Fallback>
                  <p:oleObj name="" r:id="rId22" imgW="457200" imgH="317500" progId="Equation.3">
                    <p:embed/>
                    <p:pic>
                      <p:nvPicPr>
                        <p:cNvPr id="0" name="图片 327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23" y="1998"/>
                          <a:ext cx="299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99" name="Object 29"/>
            <p:cNvGraphicFramePr>
              <a:graphicFrameLocks noChangeAspect="1"/>
            </p:cNvGraphicFramePr>
            <p:nvPr/>
          </p:nvGraphicFramePr>
          <p:xfrm>
            <a:off x="4358" y="2314"/>
            <a:ext cx="4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6" name="" r:id="rId23" imgW="723900" imgH="393700" progId="Equation.3">
                    <p:embed/>
                  </p:oleObj>
                </mc:Choice>
                <mc:Fallback>
                  <p:oleObj name="" r:id="rId23" imgW="723900" imgH="393700" progId="Equation.3">
                    <p:embed/>
                    <p:pic>
                      <p:nvPicPr>
                        <p:cNvPr id="0" name="图片 3275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358" y="2314"/>
                          <a:ext cx="473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600" name="Object 30"/>
            <p:cNvGraphicFramePr>
              <a:graphicFrameLocks noChangeAspect="1"/>
            </p:cNvGraphicFramePr>
            <p:nvPr/>
          </p:nvGraphicFramePr>
          <p:xfrm>
            <a:off x="4448" y="1998"/>
            <a:ext cx="30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2" name="" r:id="rId25" imgW="469900" imgH="317500" progId="Equation.3">
                    <p:embed/>
                  </p:oleObj>
                </mc:Choice>
                <mc:Fallback>
                  <p:oleObj name="" r:id="rId25" imgW="469900" imgH="317500" progId="Equation.3">
                    <p:embed/>
                    <p:pic>
                      <p:nvPicPr>
                        <p:cNvPr id="0" name="图片 3281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448" y="1998"/>
                          <a:ext cx="30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601" name="Object 31"/>
            <p:cNvGraphicFramePr>
              <a:graphicFrameLocks noChangeAspect="1"/>
            </p:cNvGraphicFramePr>
            <p:nvPr/>
          </p:nvGraphicFramePr>
          <p:xfrm>
            <a:off x="4898" y="2314"/>
            <a:ext cx="45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" name="" r:id="rId27" imgW="698500" imgH="393700" progId="Equation.3">
                    <p:embed/>
                  </p:oleObj>
                </mc:Choice>
                <mc:Fallback>
                  <p:oleObj name="" r:id="rId27" imgW="698500" imgH="393700" progId="Equation.3">
                    <p:embed/>
                    <p:pic>
                      <p:nvPicPr>
                        <p:cNvPr id="0" name="图片 3278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898" y="2314"/>
                          <a:ext cx="457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602" name="Object 32"/>
            <p:cNvGraphicFramePr>
              <a:graphicFrameLocks noChangeAspect="1"/>
            </p:cNvGraphicFramePr>
            <p:nvPr/>
          </p:nvGraphicFramePr>
          <p:xfrm>
            <a:off x="4967" y="1998"/>
            <a:ext cx="29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4" name="" r:id="rId29" imgW="457200" imgH="317500" progId="Equation.3">
                    <p:embed/>
                  </p:oleObj>
                </mc:Choice>
                <mc:Fallback>
                  <p:oleObj name="" r:id="rId29" imgW="457200" imgH="317500" progId="Equation.3">
                    <p:embed/>
                    <p:pic>
                      <p:nvPicPr>
                        <p:cNvPr id="0" name="图片 329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967" y="1998"/>
                          <a:ext cx="29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603" name="Object 33"/>
            <p:cNvGraphicFramePr>
              <a:graphicFrameLocks noChangeAspect="1"/>
            </p:cNvGraphicFramePr>
            <p:nvPr/>
          </p:nvGraphicFramePr>
          <p:xfrm>
            <a:off x="688" y="2624"/>
            <a:ext cx="824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1" name="" r:id="rId30" imgW="1308100" imgH="469900" progId="Equation.3">
                    <p:embed/>
                  </p:oleObj>
                </mc:Choice>
                <mc:Fallback>
                  <p:oleObj name="" r:id="rId30" imgW="1308100" imgH="469900" progId="Equation.3">
                    <p:embed/>
                    <p:pic>
                      <p:nvPicPr>
                        <p:cNvPr id="0" name="图片 3280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688" y="2624"/>
                          <a:ext cx="824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8098" name="Object 34"/>
          <p:cNvGraphicFramePr>
            <a:graphicFrameLocks noChangeAspect="1"/>
          </p:cNvGraphicFramePr>
          <p:nvPr/>
        </p:nvGraphicFramePr>
        <p:xfrm>
          <a:off x="2895600" y="4275138"/>
          <a:ext cx="201613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" name="" r:id="rId32" imgW="203200" imgH="304800" progId="Equation.3">
                  <p:embed/>
                </p:oleObj>
              </mc:Choice>
              <mc:Fallback>
                <p:oleObj name="" r:id="rId32" imgW="203200" imgH="304800" progId="Equation.3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895600" y="4275138"/>
                        <a:ext cx="201613" cy="303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128" name="Group 64"/>
          <p:cNvGrpSpPr/>
          <p:nvPr/>
        </p:nvGrpSpPr>
        <p:grpSpPr>
          <a:xfrm>
            <a:off x="3851275" y="4267200"/>
            <a:ext cx="4378325" cy="317500"/>
            <a:chOff x="2426" y="2688"/>
            <a:chExt cx="2758" cy="200"/>
          </a:xfrm>
        </p:grpSpPr>
        <p:graphicFrame>
          <p:nvGraphicFramePr>
            <p:cNvPr id="66570" name="Object 35"/>
            <p:cNvGraphicFramePr>
              <a:graphicFrameLocks noChangeAspect="1"/>
            </p:cNvGraphicFramePr>
            <p:nvPr/>
          </p:nvGraphicFramePr>
          <p:xfrm>
            <a:off x="2426" y="2688"/>
            <a:ext cx="112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" name="" r:id="rId34" imgW="177800" imgH="304165" progId="Equation.3">
                    <p:embed/>
                  </p:oleObj>
                </mc:Choice>
                <mc:Fallback>
                  <p:oleObj name="" r:id="rId34" imgW="177800" imgH="304165" progId="Equation.3">
                    <p:embed/>
                    <p:pic>
                      <p:nvPicPr>
                        <p:cNvPr id="0" name="图片 3291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2426" y="2688"/>
                          <a:ext cx="112" cy="1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71" name="Object 36"/>
            <p:cNvGraphicFramePr>
              <a:graphicFrameLocks noChangeAspect="1"/>
            </p:cNvGraphicFramePr>
            <p:nvPr/>
          </p:nvGraphicFramePr>
          <p:xfrm>
            <a:off x="2925" y="2688"/>
            <a:ext cx="12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" name="" r:id="rId36" imgW="203200" imgH="317500" progId="Equation.3">
                    <p:embed/>
                  </p:oleObj>
                </mc:Choice>
                <mc:Fallback>
                  <p:oleObj name="" r:id="rId36" imgW="203200" imgH="317500" progId="Equation.3">
                    <p:embed/>
                    <p:pic>
                      <p:nvPicPr>
                        <p:cNvPr id="0" name="图片 3285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2925" y="2688"/>
                          <a:ext cx="127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72" name="Object 37"/>
            <p:cNvGraphicFramePr>
              <a:graphicFrameLocks noChangeAspect="1"/>
            </p:cNvGraphicFramePr>
            <p:nvPr/>
          </p:nvGraphicFramePr>
          <p:xfrm>
            <a:off x="3450" y="2688"/>
            <a:ext cx="12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7" name="" r:id="rId38" imgW="203200" imgH="317500" progId="">
                    <p:embed/>
                  </p:oleObj>
                </mc:Choice>
                <mc:Fallback>
                  <p:oleObj name="" r:id="rId38" imgW="203200" imgH="317500" progId="">
                    <p:embed/>
                    <p:pic>
                      <p:nvPicPr>
                        <p:cNvPr id="0" name="图片 3276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3450" y="2688"/>
                          <a:ext cx="127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73" name="Object 38"/>
            <p:cNvGraphicFramePr>
              <a:graphicFrameLocks noChangeAspect="1"/>
            </p:cNvGraphicFramePr>
            <p:nvPr/>
          </p:nvGraphicFramePr>
          <p:xfrm>
            <a:off x="4014" y="2688"/>
            <a:ext cx="112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" name="" r:id="rId40" imgW="177800" imgH="304165" progId="Equation.3">
                    <p:embed/>
                  </p:oleObj>
                </mc:Choice>
                <mc:Fallback>
                  <p:oleObj name="" r:id="rId40" imgW="177800" imgH="304165" progId="Equation.3">
                    <p:embed/>
                    <p:pic>
                      <p:nvPicPr>
                        <p:cNvPr id="0" name="图片 3279"/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4014" y="2688"/>
                          <a:ext cx="112" cy="1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74" name="Object 39"/>
            <p:cNvGraphicFramePr>
              <a:graphicFrameLocks noChangeAspect="1"/>
            </p:cNvGraphicFramePr>
            <p:nvPr/>
          </p:nvGraphicFramePr>
          <p:xfrm>
            <a:off x="4523" y="2688"/>
            <a:ext cx="12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7" name="" r:id="rId42" imgW="203200" imgH="317500" progId="Equation.3">
                    <p:embed/>
                  </p:oleObj>
                </mc:Choice>
                <mc:Fallback>
                  <p:oleObj name="" r:id="rId42" imgW="203200" imgH="317500" progId="Equation.3">
                    <p:embed/>
                    <p:pic>
                      <p:nvPicPr>
                        <p:cNvPr id="0" name="图片 3286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4523" y="2688"/>
                          <a:ext cx="127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75" name="Object 40"/>
            <p:cNvGraphicFramePr>
              <a:graphicFrameLocks noChangeAspect="1"/>
            </p:cNvGraphicFramePr>
            <p:nvPr/>
          </p:nvGraphicFramePr>
          <p:xfrm>
            <a:off x="5057" y="2688"/>
            <a:ext cx="127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" name="" r:id="rId43" imgW="203200" imgH="304800" progId="Equation.3">
                    <p:embed/>
                  </p:oleObj>
                </mc:Choice>
                <mc:Fallback>
                  <p:oleObj name="" r:id="rId43" imgW="203200" imgH="304800" progId="Equation.3">
                    <p:embed/>
                    <p:pic>
                      <p:nvPicPr>
                        <p:cNvPr id="0" name="图片 3290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5057" y="2688"/>
                          <a:ext cx="127" cy="1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8105" name="Object 41"/>
          <p:cNvGraphicFramePr>
            <a:graphicFrameLocks noChangeAspect="1"/>
          </p:cNvGraphicFramePr>
          <p:nvPr/>
        </p:nvGraphicFramePr>
        <p:xfrm>
          <a:off x="914400" y="4953000"/>
          <a:ext cx="72659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" name="" r:id="rId44" imgW="7264400" imgH="469900" progId="Equation.3">
                  <p:embed/>
                </p:oleObj>
              </mc:Choice>
              <mc:Fallback>
                <p:oleObj name="" r:id="rId44" imgW="7264400" imgH="469900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914400" y="4953000"/>
                        <a:ext cx="7265988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106" name="Object 42"/>
          <p:cNvGraphicFramePr>
            <a:graphicFrameLocks noChangeAspect="1"/>
          </p:cNvGraphicFramePr>
          <p:nvPr/>
        </p:nvGraphicFramePr>
        <p:xfrm>
          <a:off x="3200400" y="5638800"/>
          <a:ext cx="584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" name="" r:id="rId46" imgW="584200" imgH="304800" progId="Equation.3">
                  <p:embed/>
                </p:oleObj>
              </mc:Choice>
              <mc:Fallback>
                <p:oleObj name="" r:id="rId46" imgW="584200" imgH="304800" progId="Equation.3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3200400" y="5638800"/>
                        <a:ext cx="5842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7" name="Object 61"/>
          <p:cNvGraphicFramePr>
            <a:graphicFrameLocks noChangeAspect="1"/>
          </p:cNvGraphicFramePr>
          <p:nvPr/>
        </p:nvGraphicFramePr>
        <p:xfrm>
          <a:off x="900113" y="790575"/>
          <a:ext cx="7848600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" name="" r:id="rId48" imgW="10299700" imgH="1435100" progId="Equation.3">
                  <p:embed/>
                </p:oleObj>
              </mc:Choice>
              <mc:Fallback>
                <p:oleObj name="" r:id="rId48" imgW="10299700" imgH="1435100" progId="Equation.3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900113" y="790575"/>
                        <a:ext cx="7848600" cy="1362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126" name="Object 62"/>
          <p:cNvGraphicFramePr>
            <a:graphicFrameLocks noChangeAspect="1"/>
          </p:cNvGraphicFramePr>
          <p:nvPr/>
        </p:nvGraphicFramePr>
        <p:xfrm>
          <a:off x="1714500" y="2066925"/>
          <a:ext cx="94138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" name="" r:id="rId50" imgW="1041400" imgH="838200" progId="Equation.3">
                  <p:embed/>
                </p:oleObj>
              </mc:Choice>
              <mc:Fallback>
                <p:oleObj name="" r:id="rId50" imgW="1041400" imgH="838200" progId="Equation.3">
                  <p:embed/>
                  <p:pic>
                    <p:nvPicPr>
                      <p:cNvPr id="0" name="图片 3292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714500" y="2066925"/>
                        <a:ext cx="941388" cy="752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9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8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67938" name="Object 2"/>
          <p:cNvGraphicFramePr>
            <a:graphicFrameLocks noChangeAspect="1"/>
          </p:cNvGraphicFramePr>
          <p:nvPr/>
        </p:nvGraphicFramePr>
        <p:xfrm>
          <a:off x="836613" y="762000"/>
          <a:ext cx="76962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" name="" r:id="rId1" imgW="7531100" imgH="4572000" progId="Equation.3">
                  <p:embed/>
                </p:oleObj>
              </mc:Choice>
              <mc:Fallback>
                <p:oleObj name="" r:id="rId1" imgW="7531100" imgH="4572000" progId="Equation.3">
                  <p:embed/>
                  <p:pic>
                    <p:nvPicPr>
                      <p:cNvPr id="0" name="图片 33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6613" y="762000"/>
                        <a:ext cx="7696200" cy="457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1" name="Rectangle 3"/>
          <p:cNvSpPr/>
          <p:nvPr/>
        </p:nvSpPr>
        <p:spPr>
          <a:xfrm>
            <a:off x="755650" y="692150"/>
            <a:ext cx="1828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lang="en-US" altLang="zh-CN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dirty="0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2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2050"/>
          <p:cNvSpPr/>
          <p:nvPr/>
        </p:nvSpPr>
        <p:spPr>
          <a:xfrm>
            <a:off x="738188" y="733425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8963" name="Object 2051"/>
          <p:cNvGraphicFramePr>
            <a:graphicFrameLocks noChangeAspect="1"/>
          </p:cNvGraphicFramePr>
          <p:nvPr/>
        </p:nvGraphicFramePr>
        <p:xfrm>
          <a:off x="1431925" y="820738"/>
          <a:ext cx="191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" name="" r:id="rId1" imgW="1917700" imgH="431800" progId="Equation.3">
                  <p:embed/>
                </p:oleObj>
              </mc:Choice>
              <mc:Fallback>
                <p:oleObj name="" r:id="rId1" imgW="1917700" imgH="431800" progId="Equation.3">
                  <p:embed/>
                  <p:pic>
                    <p:nvPicPr>
                      <p:cNvPr id="0" name="图片 33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31925" y="820738"/>
                        <a:ext cx="19177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4" name="Object 2052"/>
          <p:cNvGraphicFramePr>
            <a:graphicFrameLocks noChangeAspect="1"/>
          </p:cNvGraphicFramePr>
          <p:nvPr/>
        </p:nvGraphicFramePr>
        <p:xfrm>
          <a:off x="3565525" y="820738"/>
          <a:ext cx="345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6" name="" r:id="rId3" imgW="3454400" imgH="431800" progId="Equation.3">
                  <p:embed/>
                </p:oleObj>
              </mc:Choice>
              <mc:Fallback>
                <p:oleObj name="" r:id="rId3" imgW="3454400" imgH="431800" progId="Equation.3">
                  <p:embed/>
                  <p:pic>
                    <p:nvPicPr>
                      <p:cNvPr id="0" name="图片 33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5525" y="820738"/>
                        <a:ext cx="3454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5" name="Object 2053"/>
          <p:cNvGraphicFramePr>
            <a:graphicFrameLocks noChangeAspect="1"/>
          </p:cNvGraphicFramePr>
          <p:nvPr/>
        </p:nvGraphicFramePr>
        <p:xfrm>
          <a:off x="1619250" y="1508125"/>
          <a:ext cx="5905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" name="" r:id="rId5" imgW="5905500" imgH="977900" progId="Equation.3">
                  <p:embed/>
                </p:oleObj>
              </mc:Choice>
              <mc:Fallback>
                <p:oleObj name="" r:id="rId5" imgW="5905500" imgH="977900" progId="Equation.3">
                  <p:embed/>
                  <p:pic>
                    <p:nvPicPr>
                      <p:cNvPr id="0" name="图片 33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250" y="1508125"/>
                        <a:ext cx="59055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6" name="Object 2054"/>
          <p:cNvGraphicFramePr>
            <a:graphicFrameLocks noChangeAspect="1"/>
          </p:cNvGraphicFramePr>
          <p:nvPr/>
        </p:nvGraphicFramePr>
        <p:xfrm>
          <a:off x="809625" y="2743200"/>
          <a:ext cx="3238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" name="" r:id="rId7" imgW="3238500" imgH="698500" progId="Equation.3">
                  <p:embed/>
                </p:oleObj>
              </mc:Choice>
              <mc:Fallback>
                <p:oleObj name="" r:id="rId7" imgW="3238500" imgH="698500" progId="Equation.3">
                  <p:embed/>
                  <p:pic>
                    <p:nvPicPr>
                      <p:cNvPr id="0" name="图片 330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9625" y="2743200"/>
                        <a:ext cx="32385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7" name="Object 2055"/>
          <p:cNvGraphicFramePr>
            <a:graphicFrameLocks noChangeAspect="1"/>
          </p:cNvGraphicFramePr>
          <p:nvPr/>
        </p:nvGraphicFramePr>
        <p:xfrm>
          <a:off x="1673225" y="3611563"/>
          <a:ext cx="7086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" name="" r:id="rId9" imgW="7086600" imgH="838200" progId="Equation.3">
                  <p:embed/>
                </p:oleObj>
              </mc:Choice>
              <mc:Fallback>
                <p:oleObj name="" r:id="rId9" imgW="7086600" imgH="838200" progId="Equation.3">
                  <p:embed/>
                  <p:pic>
                    <p:nvPicPr>
                      <p:cNvPr id="0" name="图片 33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73225" y="3611563"/>
                        <a:ext cx="70866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8" name="Object 2056"/>
          <p:cNvGraphicFramePr>
            <a:graphicFrameLocks noChangeAspect="1"/>
          </p:cNvGraphicFramePr>
          <p:nvPr/>
        </p:nvGraphicFramePr>
        <p:xfrm>
          <a:off x="1673225" y="4618038"/>
          <a:ext cx="4699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" name="" r:id="rId11" imgW="4699000" imgH="469900" progId="Equation.3">
                  <p:embed/>
                </p:oleObj>
              </mc:Choice>
              <mc:Fallback>
                <p:oleObj name="" r:id="rId11" imgW="4699000" imgH="469900" progId="Equation.3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73225" y="4618038"/>
                        <a:ext cx="46990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9" name="Object 2057"/>
          <p:cNvGraphicFramePr>
            <a:graphicFrameLocks noChangeAspect="1"/>
          </p:cNvGraphicFramePr>
          <p:nvPr/>
        </p:nvGraphicFramePr>
        <p:xfrm>
          <a:off x="801688" y="5401310"/>
          <a:ext cx="5334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7" name="" r:id="rId13" imgW="5334000" imgH="838200" progId="Equation.3">
                  <p:embed/>
                </p:oleObj>
              </mc:Choice>
              <mc:Fallback>
                <p:oleObj name="" r:id="rId13" imgW="5334000" imgH="838200" progId="Equation.3">
                  <p:embed/>
                  <p:pic>
                    <p:nvPicPr>
                      <p:cNvPr id="0" name="图片 331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1688" y="5401310"/>
                        <a:ext cx="53340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6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2706" name="Object 2"/>
          <p:cNvGraphicFramePr>
            <a:graphicFrameLocks noChangeAspect="1"/>
          </p:cNvGraphicFramePr>
          <p:nvPr/>
        </p:nvGraphicFramePr>
        <p:xfrm>
          <a:off x="819150" y="658813"/>
          <a:ext cx="3263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" name="" r:id="rId1" imgW="3263900" imgH="838200" progId="Equation.3">
                  <p:embed/>
                </p:oleObj>
              </mc:Choice>
              <mc:Fallback>
                <p:oleObj name="" r:id="rId1" imgW="3263900" imgH="838200" progId="Equation.3">
                  <p:embed/>
                  <p:pic>
                    <p:nvPicPr>
                      <p:cNvPr id="0" name="图片 33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9150" y="658813"/>
                        <a:ext cx="32639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87" name="Object 3"/>
          <p:cNvGraphicFramePr>
            <a:graphicFrameLocks noChangeAspect="1"/>
          </p:cNvGraphicFramePr>
          <p:nvPr/>
        </p:nvGraphicFramePr>
        <p:xfrm>
          <a:off x="808038" y="2106613"/>
          <a:ext cx="5270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" name="" r:id="rId3" imgW="5270500" imgH="889000" progId="Equation.3">
                  <p:embed/>
                </p:oleObj>
              </mc:Choice>
              <mc:Fallback>
                <p:oleObj name="" r:id="rId3" imgW="5270500" imgH="889000" progId="Equation.3">
                  <p:embed/>
                  <p:pic>
                    <p:nvPicPr>
                      <p:cNvPr id="0" name="图片 33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8038" y="2106613"/>
                        <a:ext cx="52705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88" name="Object 4"/>
          <p:cNvGraphicFramePr>
            <a:graphicFrameLocks noChangeAspect="1"/>
          </p:cNvGraphicFramePr>
          <p:nvPr/>
        </p:nvGraphicFramePr>
        <p:xfrm>
          <a:off x="717550" y="3554413"/>
          <a:ext cx="7302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" name="" r:id="rId5" imgW="7302500" imgH="838200" progId="Equation.3">
                  <p:embed/>
                </p:oleObj>
              </mc:Choice>
              <mc:Fallback>
                <p:oleObj name="" r:id="rId5" imgW="7302500" imgH="838200" progId="Equation.3">
                  <p:embed/>
                  <p:pic>
                    <p:nvPicPr>
                      <p:cNvPr id="0" name="图片 33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7550" y="3554413"/>
                        <a:ext cx="73025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9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4754" name="Object 3"/>
          <p:cNvGraphicFramePr>
            <a:graphicFrameLocks noChangeAspect="1"/>
          </p:cNvGraphicFramePr>
          <p:nvPr/>
        </p:nvGraphicFramePr>
        <p:xfrm>
          <a:off x="833438" y="752475"/>
          <a:ext cx="7835900" cy="261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" name="" r:id="rId1" imgW="7835900" imgH="2616200" progId="">
                  <p:embed/>
                </p:oleObj>
              </mc:Choice>
              <mc:Fallback>
                <p:oleObj name="" r:id="rId1" imgW="7835900" imgH="2616200" progId="">
                  <p:embed/>
                  <p:pic>
                    <p:nvPicPr>
                      <p:cNvPr id="0" name="图片 32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3438" y="752475"/>
                        <a:ext cx="7835900" cy="261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5" name="Rectangle 2"/>
          <p:cNvSpPr/>
          <p:nvPr/>
        </p:nvSpPr>
        <p:spPr>
          <a:xfrm>
            <a:off x="755650" y="692150"/>
            <a:ext cx="2057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7572" name="Rectangle 4"/>
          <p:cNvSpPr/>
          <p:nvPr/>
        </p:nvSpPr>
        <p:spPr>
          <a:xfrm>
            <a:off x="755650" y="3495675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37573" name="Object 5"/>
          <p:cNvGraphicFramePr>
            <a:graphicFrameLocks noChangeAspect="1"/>
          </p:cNvGraphicFramePr>
          <p:nvPr/>
        </p:nvGraphicFramePr>
        <p:xfrm>
          <a:off x="1600200" y="3587750"/>
          <a:ext cx="66436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" name="" r:id="rId3" imgW="6705600" imgH="419100" progId="Equation.3">
                  <p:embed/>
                </p:oleObj>
              </mc:Choice>
              <mc:Fallback>
                <p:oleObj name="" r:id="rId3" imgW="6705600" imgH="419100" progId="Equation.3">
                  <p:embed/>
                  <p:pic>
                    <p:nvPicPr>
                      <p:cNvPr id="0" name="图片 32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0200" y="3587750"/>
                        <a:ext cx="6643688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4" name="Object 6"/>
          <p:cNvGraphicFramePr>
            <a:graphicFrameLocks noChangeAspect="1"/>
          </p:cNvGraphicFramePr>
          <p:nvPr/>
        </p:nvGraphicFramePr>
        <p:xfrm>
          <a:off x="3378200" y="4273550"/>
          <a:ext cx="2387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" name="" r:id="rId5" imgW="2387600" imgH="977900" progId="Equation.3">
                  <p:embed/>
                </p:oleObj>
              </mc:Choice>
              <mc:Fallback>
                <p:oleObj name="" r:id="rId5" imgW="2387600" imgH="977900" progId="Equation.3">
                  <p:embed/>
                  <p:pic>
                    <p:nvPicPr>
                      <p:cNvPr id="0" name="图片 33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78200" y="4273550"/>
                        <a:ext cx="23876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5" name="Object 7"/>
          <p:cNvGraphicFramePr>
            <a:graphicFrameLocks noChangeAspect="1"/>
          </p:cNvGraphicFramePr>
          <p:nvPr/>
        </p:nvGraphicFramePr>
        <p:xfrm>
          <a:off x="827088" y="5518150"/>
          <a:ext cx="203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" name="" r:id="rId7" imgW="2032000" imgH="431800" progId="Equation.3">
                  <p:embed/>
                </p:oleObj>
              </mc:Choice>
              <mc:Fallback>
                <p:oleObj name="" r:id="rId7" imgW="2032000" imgH="431800" progId="Equation.3">
                  <p:embed/>
                  <p:pic>
                    <p:nvPicPr>
                      <p:cNvPr id="0" name="图片 329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7088" y="5518150"/>
                        <a:ext cx="2032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0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7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5778" name="Object 3"/>
          <p:cNvGraphicFramePr>
            <a:graphicFrameLocks noChangeAspect="1"/>
          </p:cNvGraphicFramePr>
          <p:nvPr/>
        </p:nvGraphicFramePr>
        <p:xfrm>
          <a:off x="2216150" y="762000"/>
          <a:ext cx="4711700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" name="" r:id="rId1" imgW="4711700" imgH="1993900" progId="Equation.3">
                  <p:embed/>
                </p:oleObj>
              </mc:Choice>
              <mc:Fallback>
                <p:oleObj name="" r:id="rId1" imgW="4711700" imgH="1993900" progId="Equation.3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16150" y="762000"/>
                        <a:ext cx="4711700" cy="199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6" name="Object 4"/>
          <p:cNvGraphicFramePr>
            <a:graphicFrameLocks noChangeAspect="1"/>
          </p:cNvGraphicFramePr>
          <p:nvPr/>
        </p:nvGraphicFramePr>
        <p:xfrm>
          <a:off x="838200" y="2971800"/>
          <a:ext cx="542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" name="" r:id="rId3" imgW="5422900" imgH="444500" progId="Equation.3">
                  <p:embed/>
                </p:oleObj>
              </mc:Choice>
              <mc:Fallback>
                <p:oleObj name="" r:id="rId3" imgW="5422900" imgH="444500" progId="Equation.3">
                  <p:embed/>
                  <p:pic>
                    <p:nvPicPr>
                      <p:cNvPr id="0" name="图片 33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2971800"/>
                        <a:ext cx="54229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7" name="Object 5"/>
          <p:cNvGraphicFramePr>
            <a:graphicFrameLocks noChangeAspect="1"/>
          </p:cNvGraphicFramePr>
          <p:nvPr/>
        </p:nvGraphicFramePr>
        <p:xfrm>
          <a:off x="2019300" y="3633788"/>
          <a:ext cx="5105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" name="" r:id="rId5" imgW="5105400" imgH="977900" progId="Equation.3">
                  <p:embed/>
                </p:oleObj>
              </mc:Choice>
              <mc:Fallback>
                <p:oleObj name="" r:id="rId5" imgW="5105400" imgH="977900" progId="Equation.3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19300" y="3633788"/>
                        <a:ext cx="51054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599" name="Text Box 7"/>
          <p:cNvSpPr txBox="1"/>
          <p:nvPr/>
        </p:nvSpPr>
        <p:spPr>
          <a:xfrm>
            <a:off x="746125" y="4827588"/>
            <a:ext cx="268541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因此期望所得为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8600" name="Object 8"/>
          <p:cNvGraphicFramePr>
            <a:graphicFrameLocks noChangeAspect="1"/>
          </p:cNvGraphicFramePr>
          <p:nvPr/>
        </p:nvGraphicFramePr>
        <p:xfrm>
          <a:off x="3371850" y="5562600"/>
          <a:ext cx="2400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" name="" r:id="rId7" imgW="2400300" imgH="393700" progId="Equation.3">
                  <p:embed/>
                </p:oleObj>
              </mc:Choice>
              <mc:Fallback>
                <p:oleObj name="" r:id="rId7" imgW="2400300" imgH="393700" progId="Equation.3">
                  <p:embed/>
                  <p:pic>
                    <p:nvPicPr>
                      <p:cNvPr id="0" name="图片 33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71850" y="5562600"/>
                        <a:ext cx="24003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3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6802" name="Object 2"/>
          <p:cNvGraphicFramePr>
            <a:graphicFrameLocks noChangeAspect="1"/>
          </p:cNvGraphicFramePr>
          <p:nvPr/>
        </p:nvGraphicFramePr>
        <p:xfrm>
          <a:off x="1479550" y="765175"/>
          <a:ext cx="5905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" name="" r:id="rId1" imgW="5905500" imgH="965200" progId="Equation.3">
                  <p:embed/>
                </p:oleObj>
              </mc:Choice>
              <mc:Fallback>
                <p:oleObj name="" r:id="rId1" imgW="5905500" imgH="965200" progId="Equation.3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9550" y="765175"/>
                        <a:ext cx="59055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19" name="Object 3"/>
          <p:cNvGraphicFramePr>
            <a:graphicFrameLocks noChangeAspect="1"/>
          </p:cNvGraphicFramePr>
          <p:nvPr/>
        </p:nvGraphicFramePr>
        <p:xfrm>
          <a:off x="1479550" y="2181225"/>
          <a:ext cx="6261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" name="" r:id="rId3" imgW="6261100" imgH="965200" progId="Equation.3">
                  <p:embed/>
                </p:oleObj>
              </mc:Choice>
              <mc:Fallback>
                <p:oleObj name="" r:id="rId3" imgW="6261100" imgH="965200" progId="Equation.3">
                  <p:embed/>
                  <p:pic>
                    <p:nvPicPr>
                      <p:cNvPr id="0" name="图片 33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9550" y="2181225"/>
                        <a:ext cx="62611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0" name="Object 4"/>
          <p:cNvGraphicFramePr>
            <a:graphicFrameLocks noChangeAspect="1"/>
          </p:cNvGraphicFramePr>
          <p:nvPr/>
        </p:nvGraphicFramePr>
        <p:xfrm>
          <a:off x="706438" y="3597275"/>
          <a:ext cx="64579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" name="" r:id="rId5" imgW="6388100" imgH="444500" progId="Equation.3">
                  <p:embed/>
                </p:oleObj>
              </mc:Choice>
              <mc:Fallback>
                <p:oleObj name="" r:id="rId5" imgW="6388100" imgH="444500" progId="Equation.3">
                  <p:embed/>
                  <p:pic>
                    <p:nvPicPr>
                      <p:cNvPr id="0" name="图片 330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6438" y="3597275"/>
                        <a:ext cx="645795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5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9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4-1报童问题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416050" y="1056640"/>
            <a:ext cx="6326505" cy="474472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5"/>
          <p:cNvSpPr/>
          <p:nvPr>
            <p:ph type="title" idx="4294967295"/>
          </p:nvPr>
        </p:nvSpPr>
        <p:spPr>
          <a:xfrm>
            <a:off x="0" y="667385"/>
            <a:ext cx="9144000" cy="706755"/>
          </a:xfrm>
          <a:ln/>
        </p:spPr>
        <p:txBody>
          <a:bodyPr vert="horz" wrap="square" lIns="91440" tIns="45720" rIns="91440" bIns="4572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rgbClr val="0000FF"/>
                </a:solidFill>
              </a:rPr>
              <a:t>四、小结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156678" name="Rectangle 6"/>
          <p:cNvSpPr/>
          <p:nvPr/>
        </p:nvSpPr>
        <p:spPr>
          <a:xfrm>
            <a:off x="914400" y="1652588"/>
            <a:ext cx="7848600" cy="1383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spcBef>
                <a:spcPct val="50000"/>
              </a:spcBef>
              <a:buAutoNum type="arabicPeriod"/>
            </a:pPr>
            <a:r>
              <a:rPr lang="zh-CN" altLang="en-US" dirty="0">
                <a:latin typeface="Times New Roman" panose="02020603050405020304" pitchFamily="18" charset="0"/>
              </a:rPr>
              <a:t>数学期望是一个数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它是一种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加权平均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与一般的算术平均不同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它反映了随机变量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的概率分布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56679" name="Rectangle 7"/>
          <p:cNvSpPr/>
          <p:nvPr/>
        </p:nvSpPr>
        <p:spPr>
          <a:xfrm>
            <a:off x="914400" y="3189288"/>
            <a:ext cx="34874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2.  </a:t>
            </a:r>
            <a:r>
              <a:rPr lang="zh-CN" altLang="en-US" dirty="0">
                <a:latin typeface="Times New Roman" panose="02020603050405020304" pitchFamily="18" charset="0"/>
              </a:rPr>
              <a:t>数学期望的性质：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6680" name="Object 8"/>
          <p:cNvGraphicFramePr>
            <a:graphicFrameLocks noChangeAspect="1"/>
          </p:cNvGraphicFramePr>
          <p:nvPr/>
        </p:nvGraphicFramePr>
        <p:xfrm>
          <a:off x="1466850" y="3798888"/>
          <a:ext cx="5715000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" name="" r:id="rId1" imgW="5715000" imgH="2222500" progId="Equation.3">
                  <p:embed/>
                </p:oleObj>
              </mc:Choice>
              <mc:Fallback>
                <p:oleObj name="" r:id="rId1" imgW="5715000" imgH="2222500" progId="Equation.3">
                  <p:embed/>
                  <p:pic>
                    <p:nvPicPr>
                      <p:cNvPr id="0" name="图片 33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66850" y="3798888"/>
                        <a:ext cx="5715000" cy="222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4" name="TextBox 14"/>
          <p:cNvSpPr txBox="1"/>
          <p:nvPr/>
        </p:nvSpPr>
        <p:spPr>
          <a:xfrm>
            <a:off x="8459788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/40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8" grpId="0"/>
      <p:bldP spid="156679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88.97496062992127,&quot;left&quot;:56.62503937007873,&quot;top&quot;:64.12503937007874,&quot;width&quot;:649.25}"/>
</p:tagLst>
</file>

<file path=ppt/tags/tag2.xml><?xml version="1.0" encoding="utf-8"?>
<p:tagLst xmlns:p="http://schemas.openxmlformats.org/presentationml/2006/main">
  <p:tag name="KSO_WM_DIAGRAM_VIRTUALLY_FRAME" val="{&quot;height&quot;:288.97496062992127,&quot;left&quot;:56.62503937007873,&quot;top&quot;:64.12503937007874,&quot;width&quot;:649.25}"/>
</p:tagLst>
</file>

<file path=ppt/tags/tag3.xml><?xml version="1.0" encoding="utf-8"?>
<p:tagLst xmlns:p="http://schemas.openxmlformats.org/presentationml/2006/main">
  <p:tag name="KSO_WM_DIAGRAM_VIRTUALLY_FRAME" val="{&quot;height&quot;:288.97496062992127,&quot;left&quot;:56.62503937007873,&quot;top&quot;:64.12503937007874,&quot;width&quot;:649.25}"/>
</p:tagLst>
</file>

<file path=ppt/tags/tag4.xml><?xml version="1.0" encoding="utf-8"?>
<p:tagLst xmlns:p="http://schemas.openxmlformats.org/presentationml/2006/main">
  <p:tag name="KSO_WM_DIAGRAM_VIRTUALLY_FRAME" val="{&quot;height&quot;:288.97496062992127,&quot;left&quot;:56.62503937007873,&quot;top&quot;:64.12503937007874,&quot;width&quot;:649.25}"/>
</p:tagLst>
</file>

<file path=ppt/tags/tag5.xml><?xml version="1.0" encoding="utf-8"?>
<p:tagLst xmlns:p="http://schemas.openxmlformats.org/presentationml/2006/main">
  <p:tag name="KSO_WM_DIAGRAM_VIRTUALLY_FRAME" val="{&quot;height&quot;:288.97496062992127,&quot;left&quot;:56.62503937007873,&quot;top&quot;:64.12503937007874,&quot;width&quot;:649.25}"/>
</p:tagLst>
</file>

<file path=ppt/tags/tag6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7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8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9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10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11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12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13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14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15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16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17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18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19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20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21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22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23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24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25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26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27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28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29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30.xml><?xml version="1.0" encoding="utf-8"?>
<p:tagLst xmlns:p="http://schemas.openxmlformats.org/presentationml/2006/main">
  <p:tag name="KSO_WM_DIAGRAM_VIRTUALLY_FRAME" val="{&quot;height&quot;:419.85,&quot;left&quot;:36.87503937007874,&quot;top&quot;:54.5,&quot;width&quot;:577.6249606299212}"/>
</p:tagLst>
</file>

<file path=ppt/tags/tag31.xml><?xml version="1.0" encoding="utf-8"?>
<p:tagLst xmlns:p="http://schemas.openxmlformats.org/presentationml/2006/main">
  <p:tag name="commondata" val="eyJoZGlkIjoiOWU5YjBjNTAxZmI1OTY5N2M1YzhjM2YyNjMyYjI5YTQifQ=="/>
</p:tagLst>
</file>

<file path=ppt/theme/theme1.xml><?xml version="1.0" encoding="utf-8"?>
<a:theme xmlns:a="http://schemas.openxmlformats.org/drawingml/2006/main" name="jy3">
  <a:themeElements>
    <a:clrScheme name="jy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jy3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jy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y3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Settings\a\Application Data\Microsoft\Templates\jy3.pot</Template>
  <TotalTime>0</TotalTime>
  <Words>1737</Words>
  <Application>WPS 演示</Application>
  <PresentationFormat>On-screen Show (4:3)</PresentationFormat>
  <Paragraphs>342</Paragraphs>
  <Slides>40</Slides>
  <Notes>36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275</vt:i4>
      </vt:variant>
      <vt:variant>
        <vt:lpstr>幻灯片标题</vt:lpstr>
      </vt:variant>
      <vt:variant>
        <vt:i4>40</vt:i4>
      </vt:variant>
    </vt:vector>
  </HeadingPairs>
  <TitlesOfParts>
    <vt:vector size="325" baseType="lpstr">
      <vt:lpstr>Arial</vt:lpstr>
      <vt:lpstr>宋体</vt:lpstr>
      <vt:lpstr>Wingdings</vt:lpstr>
      <vt:lpstr>Times New Roman</vt:lpstr>
      <vt:lpstr>黑体</vt:lpstr>
      <vt:lpstr>微软雅黑</vt:lpstr>
      <vt:lpstr>Arial Unicode MS</vt:lpstr>
      <vt:lpstr>Calibri</vt:lpstr>
      <vt:lpstr>等线</vt:lpstr>
      <vt:lpstr>jy3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第一节 数学期望</dc:title>
  <dc:creator>西安通信学院数学教研室</dc:creator>
  <cp:lastModifiedBy>T</cp:lastModifiedBy>
  <cp:revision>485</cp:revision>
  <dcterms:created xsi:type="dcterms:W3CDTF">2000-03-28T13:32:05Z</dcterms:created>
  <dcterms:modified xsi:type="dcterms:W3CDTF">2024-05-13T12:37:44Z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0FEDD3C65C14423FA71CAC755CB74C1D_12</vt:lpwstr>
  </property>
  <property fmtid="{D5CDD505-2E9C-101B-9397-08002B2CF9AE}" pid="3" name="KSOProductBuildVer">
    <vt:lpwstr>2052-12.1.0.16729</vt:lpwstr>
  </property>
</Properties>
</file>
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13" r:id="rId3"/>
    <p:sldId id="320" r:id="rId4"/>
    <p:sldId id="309" r:id="rId5"/>
    <p:sldId id="282" r:id="rId6"/>
    <p:sldId id="319" r:id="rId7"/>
    <p:sldId id="284" r:id="rId8"/>
    <p:sldId id="285" r:id="rId9"/>
    <p:sldId id="314" r:id="rId11"/>
    <p:sldId id="287" r:id="rId12"/>
    <p:sldId id="291" r:id="rId13"/>
    <p:sldId id="315" r:id="rId14"/>
    <p:sldId id="292" r:id="rId15"/>
    <p:sldId id="316" r:id="rId16"/>
    <p:sldId id="311" r:id="rId17"/>
    <p:sldId id="312" r:id="rId18"/>
    <p:sldId id="317" r:id="rId19"/>
    <p:sldId id="318" r:id="rId20"/>
    <p:sldId id="322" r:id="rId21"/>
    <p:sldId id="323" r:id="rId22"/>
    <p:sldId id="325" r:id="rId23"/>
    <p:sldId id="326" r:id="rId24"/>
    <p:sldId id="321" r:id="rId25"/>
    <p:sldId id="324" r:id="rId26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FF"/>
    <a:srgbClr val="00CC66"/>
    <a:srgbClr val="66FFFF"/>
    <a:srgbClr val="993366"/>
    <a:srgbClr val="6600CC"/>
    <a:srgbClr val="FF0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/>
    <p:restoredTop sz="94608"/>
  </p:normalViewPr>
  <p:slideViewPr>
    <p:cSldViewPr showGuides="1">
      <p:cViewPr varScale="1">
        <p:scale>
          <a:sx n="64" d="100"/>
          <a:sy n="64" d="100"/>
        </p:scale>
        <p:origin x="1336" y="12"/>
      </p:cViewPr>
      <p:guideLst>
        <p:guide orient="horz" pos="480"/>
        <p:guide pos="4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image" Target="../media/image19.wmf"/><Relationship Id="rId7" Type="http://schemas.openxmlformats.org/officeDocument/2006/relationships/image" Target="../media/image18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8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9.wmf"/><Relationship Id="rId13" Type="http://schemas.openxmlformats.org/officeDocument/2006/relationships/image" Target="../media/image41.wmf"/><Relationship Id="rId12" Type="http://schemas.openxmlformats.org/officeDocument/2006/relationships/image" Target="../media/image40.wmf"/><Relationship Id="rId11" Type="http://schemas.openxmlformats.org/officeDocument/2006/relationships/image" Target="../media/image39.wmf"/><Relationship Id="rId10" Type="http://schemas.openxmlformats.org/officeDocument/2006/relationships/image" Target="../media/image3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10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8.wmf"/><Relationship Id="rId10" Type="http://schemas.openxmlformats.org/officeDocument/2006/relationships/image" Target="../media/image29.wmf"/><Relationship Id="rId1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098B9-A9F6-4314-BB8D-585FCDB308F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CE15E-8565-4901-99D2-53F9F89356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CE15E-8565-4901-99D2-53F9F893563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365125"/>
            <a:ext cx="198596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4275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88065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8067" name="Action Button: Custom 88066">
            <a:hlinkClick r:id="" action="ppaction://hlinkshowjump?jump=previousslide"/>
          </p:cNvPr>
          <p:cNvSpPr/>
          <p:nvPr/>
        </p:nvSpPr>
        <p:spPr>
          <a:xfrm>
            <a:off x="6858000" y="6172200"/>
            <a:ext cx="457200" cy="381000"/>
          </a:xfrm>
          <a:prstGeom prst="actionButtonBlank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068" name="Action Button: Custom 88067">
            <a:hlinkClick r:id="" action="ppaction://hlinkshowjump?jump=nextslide"/>
          </p:cNvPr>
          <p:cNvSpPr/>
          <p:nvPr/>
        </p:nvSpPr>
        <p:spPr>
          <a:xfrm>
            <a:off x="7543800" y="6121400"/>
            <a:ext cx="457200" cy="457200"/>
          </a:xfrm>
          <a:prstGeom prst="actionButtonBlank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069" name="Action Button: Custom 88068">
            <a:hlinkClick r:id="" action="ppaction://hlinkshowjump?jump=firstslide"/>
          </p:cNvPr>
          <p:cNvSpPr/>
          <p:nvPr/>
        </p:nvSpPr>
        <p:spPr>
          <a:xfrm>
            <a:off x="8267700" y="6172200"/>
            <a:ext cx="457200" cy="381000"/>
          </a:xfrm>
          <a:prstGeom prst="actionButtonBlank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1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2.xml"/><Relationship Id="rId2" Type="http://schemas.openxmlformats.org/officeDocument/2006/relationships/slide" Target="slide7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wmf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6.xml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20" Type="http://schemas.openxmlformats.org/officeDocument/2006/relationships/vmlDrawing" Target="../drawings/vmlDrawing3.vml"/><Relationship Id="rId2" Type="http://schemas.openxmlformats.org/officeDocument/2006/relationships/image" Target="../media/image12.w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20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19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18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1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29.w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32.bin"/><Relationship Id="rId29" Type="http://schemas.openxmlformats.org/officeDocument/2006/relationships/vmlDrawing" Target="../drawings/vmlDrawing5.vml"/><Relationship Id="rId28" Type="http://schemas.openxmlformats.org/officeDocument/2006/relationships/slideLayout" Target="../slideLayouts/slideLayout6.xml"/><Relationship Id="rId27" Type="http://schemas.openxmlformats.org/officeDocument/2006/relationships/image" Target="../media/image41.wmf"/><Relationship Id="rId26" Type="http://schemas.openxmlformats.org/officeDocument/2006/relationships/oleObject" Target="../embeddings/oleObject44.bin"/><Relationship Id="rId25" Type="http://schemas.openxmlformats.org/officeDocument/2006/relationships/image" Target="../media/image40.wmf"/><Relationship Id="rId24" Type="http://schemas.openxmlformats.org/officeDocument/2006/relationships/oleObject" Target="../embeddings/oleObject43.bin"/><Relationship Id="rId23" Type="http://schemas.openxmlformats.org/officeDocument/2006/relationships/image" Target="../media/image39.wmf"/><Relationship Id="rId22" Type="http://schemas.openxmlformats.org/officeDocument/2006/relationships/oleObject" Target="../embeddings/oleObject42.bin"/><Relationship Id="rId21" Type="http://schemas.openxmlformats.org/officeDocument/2006/relationships/image" Target="../media/image38.wmf"/><Relationship Id="rId20" Type="http://schemas.openxmlformats.org/officeDocument/2006/relationships/oleObject" Target="../embeddings/oleObject41.bin"/><Relationship Id="rId2" Type="http://schemas.openxmlformats.org/officeDocument/2006/relationships/image" Target="../media/image17.wmf"/><Relationship Id="rId19" Type="http://schemas.openxmlformats.org/officeDocument/2006/relationships/image" Target="../media/image37.wmf"/><Relationship Id="rId18" Type="http://schemas.openxmlformats.org/officeDocument/2006/relationships/oleObject" Target="../embeddings/oleObject40.bin"/><Relationship Id="rId17" Type="http://schemas.openxmlformats.org/officeDocument/2006/relationships/image" Target="../media/image36.wmf"/><Relationship Id="rId16" Type="http://schemas.openxmlformats.org/officeDocument/2006/relationships/oleObject" Target="../embeddings/oleObject39.bin"/><Relationship Id="rId15" Type="http://schemas.openxmlformats.org/officeDocument/2006/relationships/image" Target="../media/image35.wmf"/><Relationship Id="rId14" Type="http://schemas.openxmlformats.org/officeDocument/2006/relationships/oleObject" Target="../embeddings/oleObject38.bin"/><Relationship Id="rId13" Type="http://schemas.openxmlformats.org/officeDocument/2006/relationships/image" Target="../media/image34.wmf"/><Relationship Id="rId12" Type="http://schemas.openxmlformats.org/officeDocument/2006/relationships/oleObject" Target="../embeddings/oleObject37.bin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2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6.w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5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3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59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64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7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0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7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1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7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76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1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9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6.w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89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4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9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2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95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99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96.wmf"/><Relationship Id="rId14" Type="http://schemas.openxmlformats.org/officeDocument/2006/relationships/vmlDrawing" Target="../drawings/vmlDrawing19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101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00.wmf"/><Relationship Id="rId1" Type="http://schemas.openxmlformats.org/officeDocument/2006/relationships/oleObject" Target="../embeddings/oleObject99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2.wmf"/><Relationship Id="rId1" Type="http://schemas.openxmlformats.org/officeDocument/2006/relationships/oleObject" Target="../embeddings/oleObject10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108.bin"/><Relationship Id="rId22" Type="http://schemas.openxmlformats.org/officeDocument/2006/relationships/vmlDrawing" Target="../drawings/vmlDrawing21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29.wmf"/><Relationship Id="rId2" Type="http://schemas.openxmlformats.org/officeDocument/2006/relationships/image" Target="../media/image104.wmf"/><Relationship Id="rId19" Type="http://schemas.openxmlformats.org/officeDocument/2006/relationships/oleObject" Target="../embeddings/oleObject116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115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114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113.bin"/><Relationship Id="rId12" Type="http://schemas.openxmlformats.org/officeDocument/2006/relationships/image" Target="../media/image105.w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07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06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1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s 63491"/>
          <p:cNvSpPr/>
          <p:nvPr/>
        </p:nvSpPr>
        <p:spPr>
          <a:xfrm>
            <a:off x="1371600" y="2667000"/>
            <a:ext cx="7086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一、离散型随机变量的函数的分布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3493" name="Rectangles 63492"/>
          <p:cNvSpPr/>
          <p:nvPr/>
        </p:nvSpPr>
        <p:spPr>
          <a:xfrm>
            <a:off x="1371600" y="3429000"/>
            <a:ext cx="7086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二、连续型随机变量的函数的分布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3494" name="Rectangles 63493"/>
          <p:cNvSpPr/>
          <p:nvPr/>
        </p:nvSpPr>
        <p:spPr>
          <a:xfrm>
            <a:off x="1371600" y="4267200"/>
            <a:ext cx="2041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三、小结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3498" name="Title 63497"/>
          <p:cNvSpPr>
            <a:spLocks noGrp="1"/>
          </p:cNvSpPr>
          <p:nvPr>
            <p:ph type="title" idx="4294967295"/>
          </p:nvPr>
        </p:nvSpPr>
        <p:spPr>
          <a:xfrm>
            <a:off x="914400" y="1110615"/>
            <a:ext cx="8229600" cy="706755"/>
          </a:xfrm>
        </p:spPr>
        <p:txBody>
          <a:bodyPr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</a:rPr>
              <a:t>第五节 随机变量的函数的分布</a:t>
            </a:r>
            <a:endParaRPr lang="zh-CN" altLang="en-US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</a:endParaRPr>
          </a:p>
        </p:txBody>
      </p:sp>
      <p:sp>
        <p:nvSpPr>
          <p:cNvPr id="63499" name="Action Button: Custom 63498">
            <a:hlinkClick r:id="" action="ppaction://hlinkshowjump?jump=endshow"/>
          </p:cNvPr>
          <p:cNvSpPr/>
          <p:nvPr/>
        </p:nvSpPr>
        <p:spPr>
          <a:xfrm>
            <a:off x="8229600" y="6096000"/>
            <a:ext cx="533400" cy="533400"/>
          </a:xfrm>
          <a:prstGeom prst="actionButtonBlank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500" name="Rectangles 63499">
            <a:hlinkClick r:id="rId1" action="ppaction://hlinksldjump"/>
          </p:cNvPr>
          <p:cNvSpPr/>
          <p:nvPr/>
        </p:nvSpPr>
        <p:spPr>
          <a:xfrm>
            <a:off x="1524000" y="2847975"/>
            <a:ext cx="6019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501" name="Rectangles 63500">
            <a:hlinkClick r:id="rId2" action="ppaction://hlinksldjump"/>
          </p:cNvPr>
          <p:cNvSpPr/>
          <p:nvPr/>
        </p:nvSpPr>
        <p:spPr>
          <a:xfrm>
            <a:off x="1557338" y="3629025"/>
            <a:ext cx="6019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502" name="Rectangles 63501">
            <a:hlinkClick r:id="rId3" action="ppaction://hlinksldjump"/>
          </p:cNvPr>
          <p:cNvSpPr/>
          <p:nvPr/>
        </p:nvSpPr>
        <p:spPr>
          <a:xfrm>
            <a:off x="1524000" y="4419600"/>
            <a:ext cx="16764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ext Box 74755"/>
          <p:cNvSpPr txBox="1"/>
          <p:nvPr/>
        </p:nvSpPr>
        <p:spPr>
          <a:xfrm>
            <a:off x="730015" y="4381500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4759" name="Title 74758"/>
          <p:cNvSpPr>
            <a:spLocks noGrp="1"/>
          </p:cNvSpPr>
          <p:nvPr>
            <p:ph type="title" idx="4294967295"/>
          </p:nvPr>
        </p:nvSpPr>
        <p:spPr>
          <a:xfrm>
            <a:off x="1" y="652145"/>
            <a:ext cx="9144000" cy="645160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</a:rPr>
              <a:t>一、离散型随机变量的函数的分布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7960" y="1671930"/>
            <a:ext cx="7493000" cy="2176170"/>
            <a:chOff x="797960" y="1671930"/>
            <a:chExt cx="7493000" cy="2176170"/>
          </a:xfrm>
        </p:grpSpPr>
        <p:graphicFrame>
          <p:nvGraphicFramePr>
            <p:cNvPr id="74755" name="Object 74754"/>
            <p:cNvGraphicFramePr/>
            <p:nvPr/>
          </p:nvGraphicFramePr>
          <p:xfrm>
            <a:off x="797960" y="1752600"/>
            <a:ext cx="7493000" cy="209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" r:id="rId1" imgW="7493000" imgH="2095500" progId="Equation.3">
                    <p:embed/>
                  </p:oleObj>
                </mc:Choice>
                <mc:Fallback>
                  <p:oleObj name="" r:id="rId1" imgW="7493000" imgH="2095500" progId="Equation.3">
                    <p:embed/>
                    <p:pic>
                      <p:nvPicPr>
                        <p:cNvPr id="0" name="Object 747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7960" y="1752600"/>
                          <a:ext cx="7493000" cy="2095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7" name="Rectangles 59410"/>
            <p:cNvSpPr/>
            <p:nvPr/>
          </p:nvSpPr>
          <p:spPr>
            <a:xfrm>
              <a:off x="2916301" y="2791724"/>
              <a:ext cx="784189" cy="523220"/>
            </a:xfrm>
            <a:prstGeom prst="rect">
              <a:avLst/>
            </a:prstGeom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b="1" i="1" dirty="0">
                  <a:cs typeface="Times New Roman" panose="02020603050405020304" pitchFamily="18" charset="0"/>
                </a:rPr>
                <a:t>g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8" name="Rectangles 59410"/>
            <p:cNvSpPr/>
            <p:nvPr/>
          </p:nvSpPr>
          <p:spPr>
            <a:xfrm>
              <a:off x="1979712" y="1671930"/>
              <a:ext cx="784189" cy="523220"/>
            </a:xfrm>
            <a:prstGeom prst="rect">
              <a:avLst/>
            </a:prstGeom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b="1" i="1" dirty="0">
                  <a:cs typeface="Times New Roman" panose="02020603050405020304" pitchFamily="18" charset="0"/>
                </a:rPr>
                <a:t>g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9" name="Rectangles 59410"/>
            <p:cNvSpPr/>
            <p:nvPr/>
          </p:nvSpPr>
          <p:spPr>
            <a:xfrm>
              <a:off x="4623516" y="3323570"/>
              <a:ext cx="843501" cy="523220"/>
            </a:xfrm>
            <a:prstGeom prst="rect">
              <a:avLst/>
            </a:prstGeom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b="1" i="1" dirty="0">
                  <a:cs typeface="Times New Roman" panose="02020603050405020304" pitchFamily="18" charset="0"/>
                </a:rPr>
                <a:t>g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703412" y="4451350"/>
            <a:ext cx="5676900" cy="1003778"/>
            <a:chOff x="1155923" y="4451350"/>
            <a:chExt cx="5676900" cy="1003778"/>
          </a:xfrm>
        </p:grpSpPr>
        <p:graphicFrame>
          <p:nvGraphicFramePr>
            <p:cNvPr id="74757" name="Object 74756"/>
            <p:cNvGraphicFramePr/>
            <p:nvPr/>
          </p:nvGraphicFramePr>
          <p:xfrm>
            <a:off x="1155923" y="4451350"/>
            <a:ext cx="5676900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3" imgW="5676900" imgH="977900" progId="Equation.3">
                    <p:embed/>
                  </p:oleObj>
                </mc:Choice>
                <mc:Fallback>
                  <p:oleObj name="" r:id="rId3" imgW="5676900" imgH="977900" progId="Equation.3">
                    <p:embed/>
                    <p:pic>
                      <p:nvPicPr>
                        <p:cNvPr id="0" name="Object 7475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55923" y="4451350"/>
                          <a:ext cx="5676900" cy="977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10" name="Rectangles 59410"/>
            <p:cNvSpPr/>
            <p:nvPr/>
          </p:nvSpPr>
          <p:spPr>
            <a:xfrm>
              <a:off x="4699107" y="4931908"/>
              <a:ext cx="843501" cy="523220"/>
            </a:xfrm>
            <a:prstGeom prst="rect">
              <a:avLst/>
            </a:prstGeom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g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9" name="Text Box 59408"/>
          <p:cNvSpPr txBox="1"/>
          <p:nvPr/>
        </p:nvSpPr>
        <p:spPr>
          <a:xfrm>
            <a:off x="874478" y="3738245"/>
            <a:ext cx="306387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     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800" b="1" i="1">
                <a:sym typeface="+mn-ea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的可能值为  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9410" name="Object 59409"/>
          <p:cNvGraphicFramePr/>
          <p:nvPr/>
        </p:nvGraphicFramePr>
        <p:xfrm>
          <a:off x="3841198" y="3743960"/>
          <a:ext cx="2692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2691130" imgH="482600" progId="Equation.3">
                  <p:embed/>
                </p:oleObj>
              </mc:Choice>
              <mc:Fallback>
                <p:oleObj name="" r:id="rId1" imgW="2691130" imgH="482600" progId="Equation.3">
                  <p:embed/>
                  <p:pic>
                    <p:nvPicPr>
                      <p:cNvPr id="0" name="Object 5940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41198" y="3743960"/>
                        <a:ext cx="26924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1" name="Rectangles 59410"/>
          <p:cNvSpPr/>
          <p:nvPr/>
        </p:nvSpPr>
        <p:spPr>
          <a:xfrm>
            <a:off x="3236678" y="4438333"/>
            <a:ext cx="18738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即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0,  1,  4.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12" name="Rectangles 59411"/>
          <p:cNvSpPr/>
          <p:nvPr/>
        </p:nvSpPr>
        <p:spPr>
          <a:xfrm>
            <a:off x="729698" y="3738245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9413" name="Object 59412"/>
          <p:cNvGraphicFramePr/>
          <p:nvPr/>
        </p:nvGraphicFramePr>
        <p:xfrm>
          <a:off x="798278" y="5186045"/>
          <a:ext cx="5016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014595" imgH="444500" progId="Equation.3">
                  <p:embed/>
                </p:oleObj>
              </mc:Choice>
              <mc:Fallback>
                <p:oleObj name="" r:id="rId3" imgW="5014595" imgH="444500" progId="Equation.3">
                  <p:embed/>
                  <p:pic>
                    <p:nvPicPr>
                      <p:cNvPr id="0" name="Object 594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8278" y="5186045"/>
                        <a:ext cx="5016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4" name="Object 59413"/>
          <p:cNvGraphicFramePr/>
          <p:nvPr/>
        </p:nvGraphicFramePr>
        <p:xfrm>
          <a:off x="5892248" y="4980305"/>
          <a:ext cx="6477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647700" imgH="825500" progId="Equation.3">
                  <p:embed/>
                </p:oleObj>
              </mc:Choice>
              <mc:Fallback>
                <p:oleObj name="" r:id="rId5" imgW="647700" imgH="825500" progId="Equation.3">
                  <p:embed/>
                  <p:pic>
                    <p:nvPicPr>
                      <p:cNvPr id="0" name="Object 594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92248" y="4980305"/>
                        <a:ext cx="647700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29" name="Group 59428"/>
          <p:cNvGrpSpPr/>
          <p:nvPr/>
        </p:nvGrpSpPr>
        <p:grpSpPr>
          <a:xfrm>
            <a:off x="798278" y="802640"/>
            <a:ext cx="4756152" cy="2635250"/>
            <a:chOff x="576" y="576"/>
            <a:chExt cx="2996" cy="1660"/>
          </a:xfrm>
        </p:grpSpPr>
        <p:graphicFrame>
          <p:nvGraphicFramePr>
            <p:cNvPr id="59406" name="Object 59405"/>
            <p:cNvGraphicFramePr/>
            <p:nvPr/>
          </p:nvGraphicFramePr>
          <p:xfrm>
            <a:off x="576" y="576"/>
            <a:ext cx="2176" cy="1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3429000" imgH="2616200" progId="Equation.3">
                    <p:embed/>
                  </p:oleObj>
                </mc:Choice>
                <mc:Fallback>
                  <p:oleObj name="" r:id="rId7" imgW="3429000" imgH="2616200" progId="Equation.3">
                    <p:embed/>
                    <p:pic>
                      <p:nvPicPr>
                        <p:cNvPr id="0" name="Object 5940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6" y="576"/>
                          <a:ext cx="2176" cy="1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425" name="Group 59424"/>
            <p:cNvGrpSpPr/>
            <p:nvPr/>
          </p:nvGrpSpPr>
          <p:grpSpPr>
            <a:xfrm>
              <a:off x="1748" y="960"/>
              <a:ext cx="1824" cy="864"/>
              <a:chOff x="2996" y="960"/>
              <a:chExt cx="1824" cy="864"/>
            </a:xfrm>
          </p:grpSpPr>
          <p:sp>
            <p:nvSpPr>
              <p:cNvPr id="59419" name="Straight Connector 59418"/>
              <p:cNvSpPr/>
              <p:nvPr/>
            </p:nvSpPr>
            <p:spPr>
              <a:xfrm>
                <a:off x="2996" y="1238"/>
                <a:ext cx="1824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20" name="Straight Connector 59419"/>
              <p:cNvSpPr/>
              <p:nvPr/>
            </p:nvSpPr>
            <p:spPr>
              <a:xfrm>
                <a:off x="3312" y="960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graphicFrame>
            <p:nvGraphicFramePr>
              <p:cNvPr id="59421" name="Object 59420"/>
              <p:cNvGraphicFramePr/>
              <p:nvPr/>
            </p:nvGraphicFramePr>
            <p:xfrm>
              <a:off x="3024" y="1008"/>
              <a:ext cx="22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9" imgW="355600" imgH="292100" progId="Equation.3">
                      <p:embed/>
                    </p:oleObj>
                  </mc:Choice>
                  <mc:Fallback>
                    <p:oleObj name="" r:id="rId9" imgW="355600" imgH="292100" progId="Equation.3">
                      <p:embed/>
                      <p:pic>
                        <p:nvPicPr>
                          <p:cNvPr id="0" name="Object 59420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024" y="1008"/>
                            <a:ext cx="224" cy="1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2" name="Object 59421"/>
              <p:cNvGraphicFramePr/>
              <p:nvPr/>
            </p:nvGraphicFramePr>
            <p:xfrm>
              <a:off x="3024" y="1488"/>
              <a:ext cx="16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11" imgW="266065" imgH="316865" progId="Equation.3">
                      <p:embed/>
                    </p:oleObj>
                  </mc:Choice>
                  <mc:Fallback>
                    <p:oleObj name="" r:id="rId11" imgW="266065" imgH="316865" progId="Equation.3">
                      <p:embed/>
                      <p:pic>
                        <p:nvPicPr>
                          <p:cNvPr id="0" name="Object 59421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024" y="1488"/>
                            <a:ext cx="168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3" name="Object 59422"/>
              <p:cNvGraphicFramePr/>
              <p:nvPr/>
            </p:nvGraphicFramePr>
            <p:xfrm>
              <a:off x="3504" y="1008"/>
              <a:ext cx="122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3" imgW="1942465" imgH="393700" progId="Equation.3">
                      <p:embed/>
                    </p:oleObj>
                  </mc:Choice>
                  <mc:Fallback>
                    <p:oleObj name="" r:id="rId13" imgW="1942465" imgH="393700" progId="Equation.3">
                      <p:embed/>
                      <p:pic>
                        <p:nvPicPr>
                          <p:cNvPr id="0" name="Object 59422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504" y="1008"/>
                            <a:ext cx="1224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4" name="Object 59423"/>
              <p:cNvGraphicFramePr/>
              <p:nvPr/>
            </p:nvGraphicFramePr>
            <p:xfrm>
              <a:off x="3600" y="1248"/>
              <a:ext cx="1152" cy="5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" name="" r:id="rId15" imgW="1828800" imgH="825500" progId="Equation.3">
                      <p:embed/>
                    </p:oleObj>
                  </mc:Choice>
                  <mc:Fallback>
                    <p:oleObj name="" r:id="rId15" imgW="1828800" imgH="825500" progId="Equation.3">
                      <p:embed/>
                      <p:pic>
                        <p:nvPicPr>
                          <p:cNvPr id="0" name="Object 5942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600" y="1248"/>
                            <a:ext cx="1152" cy="5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9428" name="Rectangles 59427"/>
          <p:cNvSpPr/>
          <p:nvPr/>
        </p:nvSpPr>
        <p:spPr>
          <a:xfrm>
            <a:off x="729698" y="706976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8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9" grpId="0"/>
      <p:bldP spid="59411" grpId="0"/>
      <p:bldP spid="594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87" name="Object 28686"/>
          <p:cNvGraphicFramePr/>
          <p:nvPr/>
        </p:nvGraphicFramePr>
        <p:xfrm>
          <a:off x="808157" y="774700"/>
          <a:ext cx="6846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845300" imgH="457200" progId="Equation.3">
                  <p:embed/>
                </p:oleObj>
              </mc:Choice>
              <mc:Fallback>
                <p:oleObj name="" r:id="rId1" imgW="6845300" imgH="457200" progId="Equation.3">
                  <p:embed/>
                  <p:pic>
                    <p:nvPicPr>
                      <p:cNvPr id="0" name="Object 286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8157" y="774700"/>
                        <a:ext cx="684688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28687"/>
          <p:cNvGraphicFramePr/>
          <p:nvPr/>
        </p:nvGraphicFramePr>
        <p:xfrm>
          <a:off x="2179757" y="1704023"/>
          <a:ext cx="36195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618230" imgH="381000" progId="Equation.3">
                  <p:embed/>
                </p:oleObj>
              </mc:Choice>
              <mc:Fallback>
                <p:oleObj name="" r:id="rId3" imgW="3618230" imgH="381000" progId="Equation.3">
                  <p:embed/>
                  <p:pic>
                    <p:nvPicPr>
                      <p:cNvPr id="0" name="Object 286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9757" y="1704023"/>
                        <a:ext cx="361950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28688"/>
          <p:cNvGraphicFramePr/>
          <p:nvPr/>
        </p:nvGraphicFramePr>
        <p:xfrm>
          <a:off x="5837357" y="1456690"/>
          <a:ext cx="176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1765300" imgH="825500" progId="Equation.3">
                  <p:embed/>
                </p:oleObj>
              </mc:Choice>
              <mc:Fallback>
                <p:oleObj name="" r:id="rId5" imgW="1765300" imgH="825500" progId="Equation.3">
                  <p:embed/>
                  <p:pic>
                    <p:nvPicPr>
                      <p:cNvPr id="0" name="Object 286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37357" y="1456690"/>
                        <a:ext cx="17653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28689"/>
          <p:cNvGraphicFramePr/>
          <p:nvPr/>
        </p:nvGraphicFramePr>
        <p:xfrm>
          <a:off x="808157" y="2810510"/>
          <a:ext cx="5029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027295" imgH="444500" progId="Equation.3">
                  <p:embed/>
                </p:oleObj>
              </mc:Choice>
              <mc:Fallback>
                <p:oleObj name="" r:id="rId7" imgW="5027295" imgH="444500" progId="Equation.3">
                  <p:embed/>
                  <p:pic>
                    <p:nvPicPr>
                      <p:cNvPr id="0" name="Object 286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8157" y="2810510"/>
                        <a:ext cx="50292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1" name="Object 28690"/>
          <p:cNvGraphicFramePr/>
          <p:nvPr/>
        </p:nvGraphicFramePr>
        <p:xfrm>
          <a:off x="5837357" y="2581910"/>
          <a:ext cx="6461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647700" imgH="825500" progId="Equation.3">
                  <p:embed/>
                </p:oleObj>
              </mc:Choice>
              <mc:Fallback>
                <p:oleObj name="" r:id="rId9" imgW="647700" imgH="825500" progId="Equation.3">
                  <p:embed/>
                  <p:pic>
                    <p:nvPicPr>
                      <p:cNvPr id="0" name="Object 286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37357" y="2581910"/>
                        <a:ext cx="646113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2" name="Rectangles 28691"/>
          <p:cNvSpPr/>
          <p:nvPr/>
        </p:nvSpPr>
        <p:spPr>
          <a:xfrm>
            <a:off x="539552" y="3944378"/>
            <a:ext cx="30054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故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的分布律为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701" name="Group 28700"/>
          <p:cNvGrpSpPr/>
          <p:nvPr/>
        </p:nvGrpSpPr>
        <p:grpSpPr>
          <a:xfrm>
            <a:off x="4100632" y="4046067"/>
            <a:ext cx="2538413" cy="1311275"/>
            <a:chOff x="1690" y="3196"/>
            <a:chExt cx="1599" cy="826"/>
          </a:xfrm>
        </p:grpSpPr>
        <p:sp>
          <p:nvSpPr>
            <p:cNvPr id="28697" name="Straight Connector 28696"/>
            <p:cNvSpPr/>
            <p:nvPr/>
          </p:nvSpPr>
          <p:spPr>
            <a:xfrm>
              <a:off x="1690" y="3464"/>
              <a:ext cx="1599" cy="0"/>
            </a:xfrm>
            <a:prstGeom prst="line">
              <a:avLst/>
            </a:prstGeom>
            <a:ln w="28575" cap="flat" cmpd="sng">
              <a:solidFill>
                <a:schemeClr val="accent5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8" name="Straight Connector 28697"/>
            <p:cNvSpPr/>
            <p:nvPr/>
          </p:nvSpPr>
          <p:spPr>
            <a:xfrm>
              <a:off x="2157" y="3196"/>
              <a:ext cx="0" cy="826"/>
            </a:xfrm>
            <a:prstGeom prst="line">
              <a:avLst/>
            </a:prstGeom>
            <a:ln w="28575" cap="flat" cmpd="sng">
              <a:solidFill>
                <a:schemeClr val="accent5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8699" name="Object 28698"/>
            <p:cNvGraphicFramePr/>
            <p:nvPr/>
          </p:nvGraphicFramePr>
          <p:xfrm>
            <a:off x="1776" y="3216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1" imgW="279400" imgH="292100" progId="Equation.3">
                    <p:embed/>
                  </p:oleObj>
                </mc:Choice>
                <mc:Fallback>
                  <p:oleObj name="" r:id="rId11" imgW="279400" imgH="292100" progId="Equation.3">
                    <p:embed/>
                    <p:pic>
                      <p:nvPicPr>
                        <p:cNvPr id="0" name="Object 2869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76" y="3216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0" name="Object 28699"/>
            <p:cNvGraphicFramePr/>
            <p:nvPr/>
          </p:nvGraphicFramePr>
          <p:xfrm>
            <a:off x="1752" y="3676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3" imgW="266065" imgH="316865" progId="Equation.3">
                    <p:embed/>
                  </p:oleObj>
                </mc:Choice>
                <mc:Fallback>
                  <p:oleObj name="" r:id="rId13" imgW="266065" imgH="316865" progId="Equation.3">
                    <p:embed/>
                    <p:pic>
                      <p:nvPicPr>
                        <p:cNvPr id="0" name="Object 2869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52" y="3676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702" name="Object 28701"/>
          <p:cNvGraphicFramePr/>
          <p:nvPr/>
        </p:nvGraphicFramePr>
        <p:xfrm>
          <a:off x="5262047" y="4077816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5" imgW="1193165" imgH="393700" progId="Equation.3">
                  <p:embed/>
                </p:oleObj>
              </mc:Choice>
              <mc:Fallback>
                <p:oleObj name="" r:id="rId15" imgW="1193165" imgH="393700" progId="Equation.3">
                  <p:embed/>
                  <p:pic>
                    <p:nvPicPr>
                      <p:cNvPr id="0" name="Object 2870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62047" y="4077816"/>
                        <a:ext cx="1193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3" name="Object 28702"/>
          <p:cNvGraphicFramePr/>
          <p:nvPr/>
        </p:nvGraphicFramePr>
        <p:xfrm>
          <a:off x="5227757" y="4530571"/>
          <a:ext cx="1308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7" imgW="1308100" imgH="825500" progId="Equation.3">
                  <p:embed/>
                </p:oleObj>
              </mc:Choice>
              <mc:Fallback>
                <p:oleObj name="" r:id="rId17" imgW="1308100" imgH="825500" progId="Equation.3">
                  <p:embed/>
                  <p:pic>
                    <p:nvPicPr>
                      <p:cNvPr id="0" name="Object 2870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27757" y="4530571"/>
                        <a:ext cx="1308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s 73730"/>
          <p:cNvSpPr/>
          <p:nvPr/>
        </p:nvSpPr>
        <p:spPr>
          <a:xfrm>
            <a:off x="729698" y="762000"/>
            <a:ext cx="48304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离散型随机变量的函数的分布</a:t>
            </a:r>
            <a:endParaRPr lang="zh-CN" altLang="en-US" sz="2800" b="1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3732" name="Object 73731"/>
          <p:cNvGraphicFramePr/>
          <p:nvPr/>
        </p:nvGraphicFramePr>
        <p:xfrm>
          <a:off x="805898" y="1520825"/>
          <a:ext cx="7556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7556500" imgH="977900" progId="Equation.3">
                  <p:embed/>
                </p:oleObj>
              </mc:Choice>
              <mc:Fallback>
                <p:oleObj name="" r:id="rId1" imgW="7556500" imgH="977900" progId="Equation.3">
                  <p:embed/>
                  <p:pic>
                    <p:nvPicPr>
                      <p:cNvPr id="0" name="Object 737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898" y="1520825"/>
                        <a:ext cx="7556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3" name="Group 73732"/>
          <p:cNvGrpSpPr/>
          <p:nvPr/>
        </p:nvGrpSpPr>
        <p:grpSpPr>
          <a:xfrm>
            <a:off x="852766" y="2662555"/>
            <a:ext cx="6629400" cy="1066800"/>
            <a:chOff x="576" y="2352"/>
            <a:chExt cx="4560" cy="672"/>
          </a:xfrm>
        </p:grpSpPr>
        <p:sp>
          <p:nvSpPr>
            <p:cNvPr id="73734" name="Straight Connector 73733"/>
            <p:cNvSpPr/>
            <p:nvPr/>
          </p:nvSpPr>
          <p:spPr>
            <a:xfrm>
              <a:off x="576" y="2352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35" name="Straight Connector 73734"/>
            <p:cNvSpPr/>
            <p:nvPr/>
          </p:nvSpPr>
          <p:spPr>
            <a:xfrm>
              <a:off x="576" y="3024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36" name="Straight Connector 73735"/>
            <p:cNvSpPr/>
            <p:nvPr/>
          </p:nvSpPr>
          <p:spPr>
            <a:xfrm>
              <a:off x="1152" y="2352"/>
              <a:ext cx="0" cy="672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37" name="Straight Connector 73736"/>
            <p:cNvSpPr/>
            <p:nvPr/>
          </p:nvSpPr>
          <p:spPr>
            <a:xfrm>
              <a:off x="576" y="2688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aphicFrame>
        <p:nvGraphicFramePr>
          <p:cNvPr id="73738" name="Object 73737"/>
          <p:cNvGraphicFramePr/>
          <p:nvPr/>
        </p:nvGraphicFramePr>
        <p:xfrm>
          <a:off x="1081366" y="2783205"/>
          <a:ext cx="355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55600" imgH="292100" progId="Equation.3">
                  <p:embed/>
                </p:oleObj>
              </mc:Choice>
              <mc:Fallback>
                <p:oleObj name="" r:id="rId3" imgW="355600" imgH="292100" progId="Equation.3">
                  <p:embed/>
                  <p:pic>
                    <p:nvPicPr>
                      <p:cNvPr id="0" name="Object 737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1366" y="2783205"/>
                        <a:ext cx="3556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73738"/>
          <p:cNvGraphicFramePr/>
          <p:nvPr/>
        </p:nvGraphicFramePr>
        <p:xfrm>
          <a:off x="1081366" y="3223260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381000" imgH="431800" progId="Equation.3">
                  <p:embed/>
                </p:oleObj>
              </mc:Choice>
              <mc:Fallback>
                <p:oleObj name="" r:id="rId5" imgW="381000" imgH="431800" progId="Equation.3">
                  <p:embed/>
                  <p:pic>
                    <p:nvPicPr>
                      <p:cNvPr id="0" name="Object 737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1366" y="3223260"/>
                        <a:ext cx="381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73739"/>
          <p:cNvGraphicFramePr/>
          <p:nvPr/>
        </p:nvGraphicFramePr>
        <p:xfrm>
          <a:off x="2148166" y="2707005"/>
          <a:ext cx="447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468495" imgH="431800" progId="Equation.3">
                  <p:embed/>
                </p:oleObj>
              </mc:Choice>
              <mc:Fallback>
                <p:oleObj name="" r:id="rId7" imgW="4468495" imgH="431800" progId="Equation.3">
                  <p:embed/>
                  <p:pic>
                    <p:nvPicPr>
                      <p:cNvPr id="0" name="Object 737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48166" y="2707005"/>
                        <a:ext cx="4470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73740"/>
          <p:cNvGraphicFramePr/>
          <p:nvPr/>
        </p:nvGraphicFramePr>
        <p:xfrm>
          <a:off x="2129116" y="3223260"/>
          <a:ext cx="450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4506595" imgH="431800" progId="Equation.3">
                  <p:embed/>
                </p:oleObj>
              </mc:Choice>
              <mc:Fallback>
                <p:oleObj name="" r:id="rId9" imgW="4506595" imgH="431800" progId="Equation.3">
                  <p:embed/>
                  <p:pic>
                    <p:nvPicPr>
                      <p:cNvPr id="0" name="Object 737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29116" y="3223260"/>
                        <a:ext cx="4508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73741"/>
          <p:cNvGraphicFramePr/>
          <p:nvPr/>
        </p:nvGraphicFramePr>
        <p:xfrm>
          <a:off x="1480146" y="3933056"/>
          <a:ext cx="374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3744595" imgH="431800" progId="Equation.3">
                  <p:embed/>
                </p:oleObj>
              </mc:Choice>
              <mc:Fallback>
                <p:oleObj name="" r:id="rId11" imgW="3744595" imgH="431800" progId="Equation.3">
                  <p:embed/>
                  <p:pic>
                    <p:nvPicPr>
                      <p:cNvPr id="0" name="Object 737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80146" y="3933056"/>
                        <a:ext cx="3746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43" name="Group 73742"/>
          <p:cNvGrpSpPr/>
          <p:nvPr/>
        </p:nvGrpSpPr>
        <p:grpSpPr>
          <a:xfrm>
            <a:off x="852766" y="4525010"/>
            <a:ext cx="7239000" cy="1066800"/>
            <a:chOff x="624" y="3168"/>
            <a:chExt cx="4560" cy="672"/>
          </a:xfrm>
        </p:grpSpPr>
        <p:sp>
          <p:nvSpPr>
            <p:cNvPr id="73744" name="Straight Connector 73743"/>
            <p:cNvSpPr/>
            <p:nvPr/>
          </p:nvSpPr>
          <p:spPr>
            <a:xfrm>
              <a:off x="624" y="3168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45" name="Straight Connector 73744"/>
            <p:cNvSpPr/>
            <p:nvPr/>
          </p:nvSpPr>
          <p:spPr>
            <a:xfrm>
              <a:off x="624" y="3840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46" name="Straight Connector 73745"/>
            <p:cNvSpPr/>
            <p:nvPr/>
          </p:nvSpPr>
          <p:spPr>
            <a:xfrm>
              <a:off x="1824" y="3168"/>
              <a:ext cx="0" cy="672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3747" name="Straight Connector 73746"/>
            <p:cNvSpPr/>
            <p:nvPr/>
          </p:nvSpPr>
          <p:spPr>
            <a:xfrm>
              <a:off x="624" y="3504"/>
              <a:ext cx="456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73748" name="Object 73747"/>
            <p:cNvGraphicFramePr/>
            <p:nvPr/>
          </p:nvGraphicFramePr>
          <p:xfrm>
            <a:off x="1152" y="3519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3" imgW="381000" imgH="431800" progId="Equation.3">
                    <p:embed/>
                  </p:oleObj>
                </mc:Choice>
                <mc:Fallback>
                  <p:oleObj name="" r:id="rId13" imgW="381000" imgH="431800" progId="Equation.3">
                    <p:embed/>
                    <p:pic>
                      <p:nvPicPr>
                        <p:cNvPr id="0" name="Object 7374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52" y="3519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49" name="Object 73748"/>
            <p:cNvGraphicFramePr/>
            <p:nvPr/>
          </p:nvGraphicFramePr>
          <p:xfrm>
            <a:off x="816" y="3211"/>
            <a:ext cx="9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5" imgW="1434465" imgH="393700" progId="Equation.3">
                    <p:embed/>
                  </p:oleObj>
                </mc:Choice>
                <mc:Fallback>
                  <p:oleObj name="" r:id="rId15" imgW="1434465" imgH="393700" progId="Equation.3">
                    <p:embed/>
                    <p:pic>
                      <p:nvPicPr>
                        <p:cNvPr id="0" name="Object 7374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16" y="3211"/>
                          <a:ext cx="90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50" name="Object 73749"/>
            <p:cNvGraphicFramePr/>
            <p:nvPr/>
          </p:nvGraphicFramePr>
          <p:xfrm>
            <a:off x="2160" y="3523"/>
            <a:ext cx="27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7" imgW="3059430" imgH="431800" progId="Equation.3">
                    <p:embed/>
                  </p:oleObj>
                </mc:Choice>
                <mc:Fallback>
                  <p:oleObj name="" r:id="rId17" imgW="3059430" imgH="431800" progId="Equation.3">
                    <p:embed/>
                    <p:pic>
                      <p:nvPicPr>
                        <p:cNvPr id="0" name="Object 7374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60" y="3523"/>
                          <a:ext cx="273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51" name="Object 73750"/>
            <p:cNvGraphicFramePr/>
            <p:nvPr/>
          </p:nvGraphicFramePr>
          <p:xfrm>
            <a:off x="2016" y="3192"/>
            <a:ext cx="278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9" imgW="4417695" imgH="431800" progId="Equation.3">
                    <p:embed/>
                  </p:oleObj>
                </mc:Choice>
                <mc:Fallback>
                  <p:oleObj name="" r:id="rId19" imgW="4417695" imgH="431800" progId="Equation.3">
                    <p:embed/>
                    <p:pic>
                      <p:nvPicPr>
                        <p:cNvPr id="0" name="Object 7375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16" y="3192"/>
                          <a:ext cx="278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752" name="Object 73751"/>
          <p:cNvGraphicFramePr/>
          <p:nvPr/>
        </p:nvGraphicFramePr>
        <p:xfrm>
          <a:off x="831933" y="5777548"/>
          <a:ext cx="673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1" imgW="6727825" imgH="444500" progId="Equation.3">
                  <p:embed/>
                </p:oleObj>
              </mc:Choice>
              <mc:Fallback>
                <p:oleObj name="" r:id="rId21" imgW="6727825" imgH="444500" progId="Equation.3">
                  <p:embed/>
                  <p:pic>
                    <p:nvPicPr>
                      <p:cNvPr id="0" name="Object 7375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1933" y="5777548"/>
                        <a:ext cx="6731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1" name="Rectangles 30740"/>
          <p:cNvSpPr/>
          <p:nvPr/>
        </p:nvSpPr>
        <p:spPr>
          <a:xfrm>
            <a:off x="1406872" y="3358198"/>
            <a:ext cx="2362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的分布律为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760" name="Group 30759"/>
          <p:cNvGrpSpPr/>
          <p:nvPr/>
        </p:nvGrpSpPr>
        <p:grpSpPr>
          <a:xfrm>
            <a:off x="2798792" y="4353878"/>
            <a:ext cx="3390900" cy="1463675"/>
            <a:chOff x="1478" y="2647"/>
            <a:chExt cx="2136" cy="922"/>
          </a:xfrm>
        </p:grpSpPr>
        <p:sp>
          <p:nvSpPr>
            <p:cNvPr id="30743" name="Straight Connector 30742"/>
            <p:cNvSpPr/>
            <p:nvPr/>
          </p:nvSpPr>
          <p:spPr>
            <a:xfrm>
              <a:off x="1478" y="2936"/>
              <a:ext cx="2136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Straight Connector 30743"/>
            <p:cNvSpPr/>
            <p:nvPr/>
          </p:nvSpPr>
          <p:spPr>
            <a:xfrm>
              <a:off x="1824" y="2647"/>
              <a:ext cx="0" cy="922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0746" name="Object 30745"/>
            <p:cNvGraphicFramePr/>
            <p:nvPr/>
          </p:nvGraphicFramePr>
          <p:xfrm>
            <a:off x="1536" y="2696"/>
            <a:ext cx="17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" r:id="rId1" imgW="279400" imgH="292100" progId="Equation.3">
                    <p:embed/>
                  </p:oleObj>
                </mc:Choice>
                <mc:Fallback>
                  <p:oleObj name="" r:id="rId1" imgW="279400" imgH="292100" progId="Equation.3">
                    <p:embed/>
                    <p:pic>
                      <p:nvPicPr>
                        <p:cNvPr id="0" name="Object 3074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36" y="2696"/>
                          <a:ext cx="175" cy="1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7" name="Object 30746"/>
            <p:cNvGraphicFramePr/>
            <p:nvPr/>
          </p:nvGraphicFramePr>
          <p:xfrm>
            <a:off x="1492" y="3155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3" imgW="266065" imgH="316865" progId="Equation.3">
                    <p:embed/>
                  </p:oleObj>
                </mc:Choice>
                <mc:Fallback>
                  <p:oleObj name="" r:id="rId3" imgW="266065" imgH="316865" progId="Equation.3">
                    <p:embed/>
                    <p:pic>
                      <p:nvPicPr>
                        <p:cNvPr id="0" name="Object 307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92" y="3155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48" name="Object 30747"/>
          <p:cNvGraphicFramePr/>
          <p:nvPr/>
        </p:nvGraphicFramePr>
        <p:xfrm>
          <a:off x="3974812" y="4415473"/>
          <a:ext cx="48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81965" imgH="304800" progId="Equation.3">
                  <p:embed/>
                </p:oleObj>
              </mc:Choice>
              <mc:Fallback>
                <p:oleObj name="" r:id="rId5" imgW="481965" imgH="304800" progId="Equation.3">
                  <p:embed/>
                  <p:pic>
                    <p:nvPicPr>
                      <p:cNvPr id="0" name="Object 307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4812" y="4415473"/>
                        <a:ext cx="4826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9" name="Object 30748"/>
          <p:cNvGraphicFramePr/>
          <p:nvPr/>
        </p:nvGraphicFramePr>
        <p:xfrm>
          <a:off x="5498812" y="4415473"/>
          <a:ext cx="444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43865" imgH="304800" progId="Equation.3">
                  <p:embed/>
                </p:oleObj>
              </mc:Choice>
              <mc:Fallback>
                <p:oleObj name="" r:id="rId7" imgW="443865" imgH="304800" progId="Equation.3">
                  <p:embed/>
                  <p:pic>
                    <p:nvPicPr>
                      <p:cNvPr id="0" name="Object 307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98812" y="4415473"/>
                        <a:ext cx="4445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0" name="Object 30749"/>
          <p:cNvGraphicFramePr/>
          <p:nvPr/>
        </p:nvGraphicFramePr>
        <p:xfrm>
          <a:off x="4123402" y="4867910"/>
          <a:ext cx="2476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41300" imgH="824865" progId="Equation.3">
                  <p:embed/>
                </p:oleObj>
              </mc:Choice>
              <mc:Fallback>
                <p:oleObj name="" r:id="rId9" imgW="241300" imgH="824865" progId="Equation.3">
                  <p:embed/>
                  <p:pic>
                    <p:nvPicPr>
                      <p:cNvPr id="0" name="Object 307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3402" y="4867910"/>
                        <a:ext cx="247650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1" name="Object 30750"/>
          <p:cNvGraphicFramePr/>
          <p:nvPr/>
        </p:nvGraphicFramePr>
        <p:xfrm>
          <a:off x="5631527" y="4867910"/>
          <a:ext cx="2476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241300" imgH="824865" progId="Equation.3">
                  <p:embed/>
                </p:oleObj>
              </mc:Choice>
              <mc:Fallback>
                <p:oleObj name="" r:id="rId11" imgW="241300" imgH="824865" progId="Equation.3">
                  <p:embed/>
                  <p:pic>
                    <p:nvPicPr>
                      <p:cNvPr id="0" name="Object 307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31527" y="4867910"/>
                        <a:ext cx="247650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61" name="Group 30760"/>
          <p:cNvGrpSpPr/>
          <p:nvPr/>
        </p:nvGrpSpPr>
        <p:grpSpPr>
          <a:xfrm>
            <a:off x="724565" y="895350"/>
            <a:ext cx="6154738" cy="2152650"/>
            <a:chOff x="523" y="564"/>
            <a:chExt cx="3877" cy="1356"/>
          </a:xfrm>
        </p:grpSpPr>
        <p:sp>
          <p:nvSpPr>
            <p:cNvPr id="30728" name="Straight Connector 30727"/>
            <p:cNvSpPr/>
            <p:nvPr/>
          </p:nvSpPr>
          <p:spPr>
            <a:xfrm>
              <a:off x="1805" y="887"/>
              <a:ext cx="2595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29" name="Straight Connector 30728"/>
            <p:cNvSpPr/>
            <p:nvPr/>
          </p:nvSpPr>
          <p:spPr>
            <a:xfrm>
              <a:off x="2208" y="626"/>
              <a:ext cx="0" cy="882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0730" name="Object 30729"/>
            <p:cNvGraphicFramePr/>
            <p:nvPr/>
          </p:nvGraphicFramePr>
          <p:xfrm>
            <a:off x="1824" y="634"/>
            <a:ext cx="2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2" imgW="367665" imgH="317500" progId="Equation.3">
                    <p:embed/>
                  </p:oleObj>
                </mc:Choice>
                <mc:Fallback>
                  <p:oleObj name="" r:id="rId12" imgW="367665" imgH="317500" progId="Equation.3">
                    <p:embed/>
                    <p:pic>
                      <p:nvPicPr>
                        <p:cNvPr id="0" name="Object 3072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824" y="634"/>
                          <a:ext cx="232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1" name="Object 30730"/>
            <p:cNvGraphicFramePr/>
            <p:nvPr/>
          </p:nvGraphicFramePr>
          <p:xfrm>
            <a:off x="1824" y="1026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4" imgW="393700" imgH="457200" progId="Equation.3">
                    <p:embed/>
                  </p:oleObj>
                </mc:Choice>
                <mc:Fallback>
                  <p:oleObj name="" r:id="rId14" imgW="393700" imgH="457200" progId="Equation.3">
                    <p:embed/>
                    <p:pic>
                      <p:nvPicPr>
                        <p:cNvPr id="0" name="Object 3073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824" y="1026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2" name="Object 30731"/>
            <p:cNvGraphicFramePr/>
            <p:nvPr/>
          </p:nvGraphicFramePr>
          <p:xfrm>
            <a:off x="2573" y="641"/>
            <a:ext cx="175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6" imgW="2158365" imgH="393700" progId="Equation.3">
                    <p:embed/>
                  </p:oleObj>
                </mc:Choice>
                <mc:Fallback>
                  <p:oleObj name="" r:id="rId16" imgW="2158365" imgH="393700" progId="Equation.3">
                    <p:embed/>
                    <p:pic>
                      <p:nvPicPr>
                        <p:cNvPr id="0" name="Object 30731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573" y="641"/>
                          <a:ext cx="1759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30732"/>
            <p:cNvGraphicFramePr/>
            <p:nvPr/>
          </p:nvGraphicFramePr>
          <p:xfrm>
            <a:off x="2696" y="912"/>
            <a:ext cx="144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8" imgW="228600" imgH="838200" progId="Equation.3">
                    <p:embed/>
                  </p:oleObj>
                </mc:Choice>
                <mc:Fallback>
                  <p:oleObj name="" r:id="rId18" imgW="228600" imgH="838200" progId="Equation.3">
                    <p:embed/>
                    <p:pic>
                      <p:nvPicPr>
                        <p:cNvPr id="0" name="Object 3073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696" y="912"/>
                          <a:ext cx="144" cy="5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Object 30733"/>
            <p:cNvGraphicFramePr/>
            <p:nvPr/>
          </p:nvGraphicFramePr>
          <p:xfrm>
            <a:off x="3456" y="912"/>
            <a:ext cx="151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20" imgW="241300" imgH="837565" progId="Equation.3">
                    <p:embed/>
                  </p:oleObj>
                </mc:Choice>
                <mc:Fallback>
                  <p:oleObj name="" r:id="rId20" imgW="241300" imgH="837565" progId="Equation.3">
                    <p:embed/>
                    <p:pic>
                      <p:nvPicPr>
                        <p:cNvPr id="0" name="Object 30733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456" y="912"/>
                          <a:ext cx="151" cy="5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5" name="Object 30734"/>
            <p:cNvGraphicFramePr/>
            <p:nvPr/>
          </p:nvGraphicFramePr>
          <p:xfrm>
            <a:off x="4153" y="912"/>
            <a:ext cx="152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22" imgW="241300" imgH="837565" progId="Equation.3">
                    <p:embed/>
                  </p:oleObj>
                </mc:Choice>
                <mc:Fallback>
                  <p:oleObj name="" r:id="rId22" imgW="241300" imgH="837565" progId="Equation.3">
                    <p:embed/>
                    <p:pic>
                      <p:nvPicPr>
                        <p:cNvPr id="0" name="Object 30734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153" y="912"/>
                          <a:ext cx="152" cy="5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6" name="Rectangles 30735"/>
            <p:cNvSpPr/>
            <p:nvPr/>
          </p:nvSpPr>
          <p:spPr>
            <a:xfrm>
              <a:off x="523" y="564"/>
              <a:ext cx="891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42" name="Object 30741"/>
            <p:cNvGraphicFramePr/>
            <p:nvPr/>
          </p:nvGraphicFramePr>
          <p:xfrm>
            <a:off x="2832" y="772"/>
            <a:ext cx="12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4" imgW="203200" imgH="443865" progId="Equation.3">
                    <p:embed/>
                  </p:oleObj>
                </mc:Choice>
                <mc:Fallback>
                  <p:oleObj name="" r:id="rId24" imgW="203200" imgH="443865" progId="Equation.3">
                    <p:embed/>
                    <p:pic>
                      <p:nvPicPr>
                        <p:cNvPr id="0" name="Object 3074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832" y="772"/>
                          <a:ext cx="127" cy="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30753"/>
            <p:cNvGraphicFramePr/>
            <p:nvPr/>
          </p:nvGraphicFramePr>
          <p:xfrm>
            <a:off x="576" y="1632"/>
            <a:ext cx="22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26" imgW="3594100" imgH="457200" progId="Equation.3">
                    <p:embed/>
                  </p:oleObj>
                </mc:Choice>
                <mc:Fallback>
                  <p:oleObj name="" r:id="rId26" imgW="3594100" imgH="457200" progId="Equation.3">
                    <p:embed/>
                    <p:pic>
                      <p:nvPicPr>
                        <p:cNvPr id="0" name="Object 30753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576" y="1632"/>
                          <a:ext cx="226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57" name="Rectangles 30756"/>
          <p:cNvSpPr/>
          <p:nvPr/>
        </p:nvSpPr>
        <p:spPr>
          <a:xfrm>
            <a:off x="721072" y="3358198"/>
            <a:ext cx="5349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1" grpId="0"/>
      <p:bldP spid="307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2" name="Text Box 31751"/>
          <p:cNvSpPr txBox="1"/>
          <p:nvPr/>
        </p:nvSpPr>
        <p:spPr>
          <a:xfrm>
            <a:off x="799137" y="4567555"/>
            <a:ext cx="64712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2" charset="-122"/>
              </a:rPr>
              <a:t>第一步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先求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2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+ 8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的分布函数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753" name="Object 31752"/>
          <p:cNvGraphicFramePr/>
          <p:nvPr/>
        </p:nvGraphicFramePr>
        <p:xfrm>
          <a:off x="7255182" y="4632325"/>
          <a:ext cx="977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77900" imgH="419100" progId="Equation.3">
                  <p:embed/>
                </p:oleObj>
              </mc:Choice>
              <mc:Fallback>
                <p:oleObj name="" r:id="rId1" imgW="977900" imgH="419100" progId="Equation.3">
                  <p:embed/>
                  <p:pic>
                    <p:nvPicPr>
                      <p:cNvPr id="0" name="Object 3175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55182" y="4632325"/>
                        <a:ext cx="977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31754"/>
          <p:cNvGraphicFramePr/>
          <p:nvPr/>
        </p:nvGraphicFramePr>
        <p:xfrm>
          <a:off x="1930707" y="5329555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628900" imgH="419100" progId="Equation.3">
                  <p:embed/>
                </p:oleObj>
              </mc:Choice>
              <mc:Fallback>
                <p:oleObj name="" r:id="rId3" imgW="2628900" imgH="419100" progId="Equation.3">
                  <p:embed/>
                  <p:pic>
                    <p:nvPicPr>
                      <p:cNvPr id="0" name="Object 317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0707" y="5329555"/>
                        <a:ext cx="2628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31755"/>
          <p:cNvGraphicFramePr/>
          <p:nvPr/>
        </p:nvGraphicFramePr>
        <p:xfrm>
          <a:off x="4602787" y="5354479"/>
          <a:ext cx="2451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449830" imgH="393700" progId="Equation.3">
                  <p:embed/>
                </p:oleObj>
              </mc:Choice>
              <mc:Fallback>
                <p:oleObj name="" r:id="rId5" imgW="2449830" imgH="393700" progId="Equation.3">
                  <p:embed/>
                  <p:pic>
                    <p:nvPicPr>
                      <p:cNvPr id="0" name="Object 317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02787" y="5354479"/>
                        <a:ext cx="24511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Rectangles 31761"/>
          <p:cNvSpPr/>
          <p:nvPr/>
        </p:nvSpPr>
        <p:spPr>
          <a:xfrm>
            <a:off x="725160" y="4581950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66" name="Title 31765"/>
          <p:cNvSpPr>
            <a:spLocks noGrp="1"/>
          </p:cNvSpPr>
          <p:nvPr>
            <p:ph type="title" idx="4294967295"/>
          </p:nvPr>
        </p:nvSpPr>
        <p:spPr>
          <a:xfrm>
            <a:off x="1" y="728345"/>
            <a:ext cx="9144000" cy="645160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黑体" panose="02010609060101010101" pitchFamily="2" charset="-122"/>
              </a:rPr>
              <a:t>二、连续型随机变量的函数的分布</a:t>
            </a:r>
            <a:endParaRPr lang="zh-CN" altLang="en-US" sz="3600" dirty="0">
              <a:solidFill>
                <a:schemeClr val="tx1"/>
              </a:solidFill>
              <a:latin typeface="黑体" panose="02010609060101010101" pitchFamily="2" charset="-122"/>
            </a:endParaRPr>
          </a:p>
        </p:txBody>
      </p:sp>
      <p:graphicFrame>
        <p:nvGraphicFramePr>
          <p:cNvPr id="31767" name="Object 31766"/>
          <p:cNvGraphicFramePr/>
          <p:nvPr/>
        </p:nvGraphicFramePr>
        <p:xfrm>
          <a:off x="785166" y="1826791"/>
          <a:ext cx="5731049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499100" imgH="2374900" progId="Equation.3">
                  <p:embed/>
                </p:oleObj>
              </mc:Choice>
              <mc:Fallback>
                <p:oleObj name="" r:id="rId7" imgW="5499100" imgH="2374900" progId="Equation.3">
                  <p:embed/>
                  <p:pic>
                    <p:nvPicPr>
                      <p:cNvPr id="0" name="Object 317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5166" y="1826791"/>
                        <a:ext cx="5731049" cy="237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9" name="Rectangles 31768"/>
          <p:cNvSpPr/>
          <p:nvPr/>
        </p:nvSpPr>
        <p:spPr>
          <a:xfrm>
            <a:off x="710237" y="1735686"/>
            <a:ext cx="726481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2" charset="-122"/>
              </a:rPr>
              <a:t>2</a:t>
            </a:r>
            <a:endParaRPr lang="en-US" altLang="zh-CN" sz="2800" b="1" dirty="0">
              <a:solidFill>
                <a:srgbClr val="FF0000"/>
              </a:solidFill>
              <a:latin typeface="+mj-lt"/>
              <a:ea typeface="黑体" panose="02010609060101010101" pitchFamily="2" charset="-122"/>
            </a:endParaRP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2" grpId="0"/>
      <p:bldP spid="31762" grpId="0"/>
      <p:bldP spid="317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5" name="Object 64514"/>
          <p:cNvGraphicFramePr/>
          <p:nvPr/>
        </p:nvGraphicFramePr>
        <p:xfrm>
          <a:off x="2595880" y="2923858"/>
          <a:ext cx="2146300" cy="46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2146300" imgH="469900" progId="Equation.3">
                  <p:embed/>
                </p:oleObj>
              </mc:Choice>
              <mc:Fallback>
                <p:oleObj name="" r:id="rId1" imgW="2146300" imgH="469900" progId="Equation.3">
                  <p:embed/>
                  <p:pic>
                    <p:nvPicPr>
                      <p:cNvPr id="0" name="Object 645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5880" y="2923858"/>
                        <a:ext cx="2146300" cy="467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64515"/>
          <p:cNvGraphicFramePr/>
          <p:nvPr/>
        </p:nvGraphicFramePr>
        <p:xfrm>
          <a:off x="5251028" y="775335"/>
          <a:ext cx="227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273300" imgH="787400" progId="Equation.3">
                  <p:embed/>
                </p:oleObj>
              </mc:Choice>
              <mc:Fallback>
                <p:oleObj name="" r:id="rId3" imgW="2273300" imgH="787400" progId="Equation.3">
                  <p:embed/>
                  <p:pic>
                    <p:nvPicPr>
                      <p:cNvPr id="0" name="Object 645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1028" y="775335"/>
                        <a:ext cx="22733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64516"/>
          <p:cNvGraphicFramePr/>
          <p:nvPr/>
        </p:nvGraphicFramePr>
        <p:xfrm>
          <a:off x="2916768" y="813435"/>
          <a:ext cx="228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286000" imgH="825500" progId="Equation.3">
                  <p:embed/>
                </p:oleObj>
              </mc:Choice>
              <mc:Fallback>
                <p:oleObj name="" r:id="rId5" imgW="2286000" imgH="825500" progId="Equation.3">
                  <p:embed/>
                  <p:pic>
                    <p:nvPicPr>
                      <p:cNvPr id="0" name="Object 645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6768" y="813435"/>
                        <a:ext cx="22860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64518"/>
          <p:cNvGraphicFramePr/>
          <p:nvPr/>
        </p:nvGraphicFramePr>
        <p:xfrm>
          <a:off x="3550920" y="4873943"/>
          <a:ext cx="298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2984500" imgH="825500" progId="Equation.3">
                  <p:embed/>
                </p:oleObj>
              </mc:Choice>
              <mc:Fallback>
                <p:oleObj name="" r:id="rId7" imgW="2984500" imgH="825500" progId="Equation.3">
                  <p:embed/>
                  <p:pic>
                    <p:nvPicPr>
                      <p:cNvPr id="0" name="Object 645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0920" y="4873943"/>
                        <a:ext cx="29845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Rectangles 64519"/>
          <p:cNvSpPr/>
          <p:nvPr/>
        </p:nvSpPr>
        <p:spPr>
          <a:xfrm>
            <a:off x="683568" y="2057400"/>
            <a:ext cx="51860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第二步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由分布函数求概率密度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4521" name="Object 64520"/>
          <p:cNvGraphicFramePr/>
          <p:nvPr/>
        </p:nvGraphicFramePr>
        <p:xfrm>
          <a:off x="3550920" y="3739198"/>
          <a:ext cx="2552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552700" imgH="787400" progId="Equation.3">
                  <p:embed/>
                </p:oleObj>
              </mc:Choice>
              <mc:Fallback>
                <p:oleObj name="" r:id="rId9" imgW="2552700" imgH="787400" progId="Equation.3">
                  <p:embed/>
                  <p:pic>
                    <p:nvPicPr>
                      <p:cNvPr id="0" name="Object 645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50920" y="3739198"/>
                        <a:ext cx="25527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6" name="Object 33795"/>
          <p:cNvGraphicFramePr/>
          <p:nvPr/>
        </p:nvGraphicFramePr>
        <p:xfrm>
          <a:off x="793204" y="788670"/>
          <a:ext cx="65151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515100" imgH="1409700" progId="Equation.3">
                  <p:embed/>
                </p:oleObj>
              </mc:Choice>
              <mc:Fallback>
                <p:oleObj name="" r:id="rId1" imgW="6515100" imgH="1409700" progId="Equation.3">
                  <p:embed/>
                  <p:pic>
                    <p:nvPicPr>
                      <p:cNvPr id="0" name="Object 337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204" y="788670"/>
                        <a:ext cx="65151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33805"/>
          <p:cNvGraphicFramePr/>
          <p:nvPr/>
        </p:nvGraphicFramePr>
        <p:xfrm>
          <a:off x="2769324" y="2707005"/>
          <a:ext cx="32766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276600" imgH="1409700" progId="Equation.3">
                  <p:embed/>
                </p:oleObj>
              </mc:Choice>
              <mc:Fallback>
                <p:oleObj name="" r:id="rId3" imgW="3276600" imgH="1409700" progId="Equation.3">
                  <p:embed/>
                  <p:pic>
                    <p:nvPicPr>
                      <p:cNvPr id="0" name="Object 338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9324" y="2707005"/>
                        <a:ext cx="32766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4" name="Object 37903"/>
          <p:cNvGraphicFramePr/>
          <p:nvPr/>
        </p:nvGraphicFramePr>
        <p:xfrm>
          <a:off x="2081203" y="3987800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2628900" imgH="419100" progId="Equation.3">
                  <p:embed/>
                </p:oleObj>
              </mc:Choice>
              <mc:Fallback>
                <p:oleObj name="" r:id="rId1" imgW="2628900" imgH="419100" progId="Equation.3">
                  <p:embed/>
                  <p:pic>
                    <p:nvPicPr>
                      <p:cNvPr id="0" name="Object 379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81203" y="3987800"/>
                        <a:ext cx="2628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37904"/>
          <p:cNvGraphicFramePr/>
          <p:nvPr/>
        </p:nvGraphicFramePr>
        <p:xfrm>
          <a:off x="4781223" y="3974465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892300" imgH="457200" progId="Equation.3">
                  <p:embed/>
                </p:oleObj>
              </mc:Choice>
              <mc:Fallback>
                <p:oleObj name="" r:id="rId3" imgW="1892300" imgH="457200" progId="Equation.3">
                  <p:embed/>
                  <p:pic>
                    <p:nvPicPr>
                      <p:cNvPr id="0" name="Object 379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1223" y="3974465"/>
                        <a:ext cx="1905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37905"/>
          <p:cNvGraphicFramePr/>
          <p:nvPr/>
        </p:nvGraphicFramePr>
        <p:xfrm>
          <a:off x="3019098" y="4745990"/>
          <a:ext cx="2665413" cy="46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3073400" imgH="469900" progId="Equation.3">
                  <p:embed/>
                </p:oleObj>
              </mc:Choice>
              <mc:Fallback>
                <p:oleObj name="" r:id="rId5" imgW="3073400" imgH="469900" progId="Equation.3">
                  <p:embed/>
                  <p:pic>
                    <p:nvPicPr>
                      <p:cNvPr id="0" name="Object 379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19098" y="4745990"/>
                        <a:ext cx="2665413" cy="467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37906"/>
          <p:cNvGraphicFramePr/>
          <p:nvPr/>
        </p:nvGraphicFramePr>
        <p:xfrm>
          <a:off x="3019098" y="5553075"/>
          <a:ext cx="3076575" cy="46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3238500" imgH="469900" progId="Equation.3">
                  <p:embed/>
                </p:oleObj>
              </mc:Choice>
              <mc:Fallback>
                <p:oleObj name="" r:id="rId7" imgW="3238500" imgH="469900" progId="Equation.3">
                  <p:embed/>
                  <p:pic>
                    <p:nvPicPr>
                      <p:cNvPr id="0" name="Object 379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9098" y="5553075"/>
                        <a:ext cx="3076575" cy="467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37913"/>
          <p:cNvGraphicFramePr/>
          <p:nvPr/>
        </p:nvGraphicFramePr>
        <p:xfrm>
          <a:off x="786130" y="1159510"/>
          <a:ext cx="71310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959100" imgH="952500" progId="Equation.3">
                  <p:embed/>
                </p:oleObj>
              </mc:Choice>
              <mc:Fallback>
                <p:oleObj name="" r:id="rId9" imgW="2959100" imgH="952500" progId="Equation.3">
                  <p:embed/>
                  <p:pic>
                    <p:nvPicPr>
                      <p:cNvPr id="0" name="Object 379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6130" y="1159510"/>
                        <a:ext cx="7131050" cy="203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5" name="Rectangles 37914"/>
          <p:cNvSpPr/>
          <p:nvPr/>
        </p:nvSpPr>
        <p:spPr>
          <a:xfrm>
            <a:off x="694998" y="3155315"/>
            <a:ext cx="5349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37916" name="Object 37915"/>
          <p:cNvGraphicFramePr/>
          <p:nvPr/>
        </p:nvGraphicFramePr>
        <p:xfrm>
          <a:off x="1380798" y="3191510"/>
          <a:ext cx="494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4940300" imgH="457200" progId="Equation.3">
                  <p:embed/>
                </p:oleObj>
              </mc:Choice>
              <mc:Fallback>
                <p:oleObj name="" r:id="rId11" imgW="4940300" imgH="457200" progId="Equation.3">
                  <p:embed/>
                  <p:pic>
                    <p:nvPicPr>
                      <p:cNvPr id="0" name="Object 379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80798" y="3191510"/>
                        <a:ext cx="49403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7" name="Rectangles 37916"/>
          <p:cNvSpPr/>
          <p:nvPr/>
        </p:nvSpPr>
        <p:spPr>
          <a:xfrm>
            <a:off x="683568" y="678208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2" charset="-122"/>
              </a:rPr>
              <a:t>3</a:t>
            </a:r>
            <a:endParaRPr lang="en-US" altLang="zh-CN" sz="2800" b="1" dirty="0">
              <a:solidFill>
                <a:srgbClr val="FF0000"/>
              </a:solidFill>
              <a:latin typeface="+mj-lt"/>
              <a:ea typeface="黑体" panose="02010609060101010101" pitchFamily="2" charset="-122"/>
            </a:endParaRPr>
          </a:p>
        </p:txBody>
      </p:sp>
      <p:sp>
        <p:nvSpPr>
          <p:cNvPr id="11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65537"/>
          <p:cNvGraphicFramePr/>
          <p:nvPr/>
        </p:nvGraphicFramePr>
        <p:xfrm>
          <a:off x="2432368" y="777875"/>
          <a:ext cx="47117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4709795" imgH="711200" progId="Equation.3">
                  <p:embed/>
                </p:oleObj>
              </mc:Choice>
              <mc:Fallback>
                <p:oleObj name="" r:id="rId1" imgW="4709795" imgH="711200" progId="Equation.3">
                  <p:embed/>
                  <p:pic>
                    <p:nvPicPr>
                      <p:cNvPr id="0" name="Object 655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2368" y="777875"/>
                        <a:ext cx="4711700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65538"/>
          <p:cNvGraphicFramePr/>
          <p:nvPr/>
        </p:nvGraphicFramePr>
        <p:xfrm>
          <a:off x="913130" y="2797175"/>
          <a:ext cx="214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2146300" imgH="419100" progId="Equation.3">
                  <p:embed/>
                </p:oleObj>
              </mc:Choice>
              <mc:Fallback>
                <p:oleObj name="" r:id="rId3" imgW="2146300" imgH="419100" progId="Equation.3">
                  <p:embed/>
                  <p:pic>
                    <p:nvPicPr>
                      <p:cNvPr id="0" name="Object 6553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3130" y="2797175"/>
                        <a:ext cx="2146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65539"/>
          <p:cNvGraphicFramePr/>
          <p:nvPr/>
        </p:nvGraphicFramePr>
        <p:xfrm>
          <a:off x="3159760" y="2672080"/>
          <a:ext cx="5092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5092700" imgH="558800" progId="Equation.3">
                  <p:embed/>
                </p:oleObj>
              </mc:Choice>
              <mc:Fallback>
                <p:oleObj name="" r:id="rId5" imgW="5092700" imgH="558800" progId="Equation.3">
                  <p:embed/>
                  <p:pic>
                    <p:nvPicPr>
                      <p:cNvPr id="0" name="Object 655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59760" y="2672080"/>
                        <a:ext cx="50927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65540"/>
          <p:cNvGraphicFramePr/>
          <p:nvPr/>
        </p:nvGraphicFramePr>
        <p:xfrm>
          <a:off x="1846580" y="3543300"/>
          <a:ext cx="5041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572000" imgH="927100" progId="Equation.3">
                  <p:embed/>
                </p:oleObj>
              </mc:Choice>
              <mc:Fallback>
                <p:oleObj name="" r:id="rId7" imgW="4572000" imgH="927100" progId="Equation.3">
                  <p:embed/>
                  <p:pic>
                    <p:nvPicPr>
                      <p:cNvPr id="0" name="Object 655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6580" y="3543300"/>
                        <a:ext cx="5041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65545"/>
          <p:cNvGraphicFramePr/>
          <p:nvPr/>
        </p:nvGraphicFramePr>
        <p:xfrm>
          <a:off x="1846580" y="4797425"/>
          <a:ext cx="22098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209800" imgH="1435100" progId="Equation.3">
                  <p:embed/>
                </p:oleObj>
              </mc:Choice>
              <mc:Fallback>
                <p:oleObj name="" r:id="rId9" imgW="2209800" imgH="1435100" progId="Equation.3">
                  <p:embed/>
                  <p:pic>
                    <p:nvPicPr>
                      <p:cNvPr id="0" name="Object 655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6580" y="4797425"/>
                        <a:ext cx="2209800" cy="1435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9" name="Rectangles 65548"/>
          <p:cNvSpPr/>
          <p:nvPr/>
        </p:nvSpPr>
        <p:spPr>
          <a:xfrm>
            <a:off x="683568" y="1958975"/>
            <a:ext cx="42043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再由分布函数求概率密度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s 38917"/>
          <p:cNvSpPr/>
          <p:nvPr/>
        </p:nvSpPr>
        <p:spPr>
          <a:xfrm>
            <a:off x="683568" y="260648"/>
            <a:ext cx="316865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2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+ 3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8919" name="Object 38918"/>
          <p:cNvGraphicFramePr/>
          <p:nvPr/>
        </p:nvGraphicFramePr>
        <p:xfrm>
          <a:off x="2143953" y="1251248"/>
          <a:ext cx="1549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1548765" imgH="393700" progId="Equation.3">
                  <p:embed/>
                </p:oleObj>
              </mc:Choice>
              <mc:Fallback>
                <p:oleObj name="" r:id="rId1" imgW="1548765" imgH="393700" progId="Equation.3">
                  <p:embed/>
                  <p:pic>
                    <p:nvPicPr>
                      <p:cNvPr id="0" name="Object 389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3953" y="1251248"/>
                        <a:ext cx="15494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38919"/>
          <p:cNvGraphicFramePr/>
          <p:nvPr/>
        </p:nvGraphicFramePr>
        <p:xfrm>
          <a:off x="3795886" y="1011218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943100" imgH="825500" progId="Equation.3">
                  <p:embed/>
                </p:oleObj>
              </mc:Choice>
              <mc:Fallback>
                <p:oleObj name="" r:id="rId3" imgW="1943100" imgH="825500" progId="Equation.3">
                  <p:embed/>
                  <p:pic>
                    <p:nvPicPr>
                      <p:cNvPr id="0" name="Object 389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5886" y="1011218"/>
                        <a:ext cx="1943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38920"/>
          <p:cNvGraphicFramePr/>
          <p:nvPr/>
        </p:nvGraphicFramePr>
        <p:xfrm>
          <a:off x="2143953" y="2103418"/>
          <a:ext cx="468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4686300" imgH="787400" progId="Equation.3">
                  <p:embed/>
                </p:oleObj>
              </mc:Choice>
              <mc:Fallback>
                <p:oleObj name="" r:id="rId5" imgW="4686300" imgH="787400" progId="Equation.3">
                  <p:embed/>
                  <p:pic>
                    <p:nvPicPr>
                      <p:cNvPr id="0" name="Object 389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3953" y="2103418"/>
                        <a:ext cx="46863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38929"/>
          <p:cNvGraphicFramePr/>
          <p:nvPr/>
        </p:nvGraphicFramePr>
        <p:xfrm>
          <a:off x="3069466" y="3212976"/>
          <a:ext cx="50546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052695" imgH="1459865" progId="Equation.3">
                  <p:embed/>
                </p:oleObj>
              </mc:Choice>
              <mc:Fallback>
                <p:oleObj name="" r:id="rId7" imgW="5052695" imgH="1459865" progId="Equation.3">
                  <p:embed/>
                  <p:pic>
                    <p:nvPicPr>
                      <p:cNvPr id="0" name="Object 389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69466" y="3212976"/>
                        <a:ext cx="5054600" cy="146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/>
        </p:nvGraphicFramePr>
        <p:xfrm>
          <a:off x="3074880" y="5022428"/>
          <a:ext cx="4203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4203700" imgH="1358900" progId="Equation.3">
                  <p:embed/>
                </p:oleObj>
              </mc:Choice>
              <mc:Fallback>
                <p:oleObj name="" r:id="rId9" imgW="4203700" imgH="13589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4880" y="5022428"/>
                        <a:ext cx="4203700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3" name="Object 66562"/>
          <p:cNvGraphicFramePr/>
          <p:nvPr/>
        </p:nvGraphicFramePr>
        <p:xfrm>
          <a:off x="798706" y="4221163"/>
          <a:ext cx="8001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001000" imgH="977900" progId="Equation.3">
                  <p:embed/>
                </p:oleObj>
              </mc:Choice>
              <mc:Fallback>
                <p:oleObj name="" r:id="rId1" imgW="8001000" imgH="977900" progId="Equation.3">
                  <p:embed/>
                  <p:pic>
                    <p:nvPicPr>
                      <p:cNvPr id="0" name="Object 665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8706" y="4221163"/>
                        <a:ext cx="8001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66566"/>
          <p:cNvGraphicFramePr/>
          <p:nvPr/>
        </p:nvGraphicFramePr>
        <p:xfrm>
          <a:off x="808806" y="836613"/>
          <a:ext cx="779780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7797800" imgH="3175000" progId="Equation.3">
                  <p:embed/>
                </p:oleObj>
              </mc:Choice>
              <mc:Fallback>
                <p:oleObj name="" r:id="rId3" imgW="7797800" imgH="3175000" progId="Equation.3">
                  <p:embed/>
                  <p:pic>
                    <p:nvPicPr>
                      <p:cNvPr id="0" name="Object 665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806" y="836613"/>
                        <a:ext cx="7797800" cy="317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7917" name="Rectangles 37916"/>
          <p:cNvSpPr/>
          <p:nvPr/>
        </p:nvSpPr>
        <p:spPr>
          <a:xfrm>
            <a:off x="1462221" y="738452"/>
            <a:ext cx="897890" cy="521970"/>
          </a:xfrm>
          <a:prstGeom prst="rect">
            <a:avLst/>
          </a:prstGeom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定理</a:t>
            </a:r>
            <a:endParaRPr lang="zh-CN" altLang="en-US" sz="2800" b="1" dirty="0">
              <a:solidFill>
                <a:srgbClr val="3333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 useBgFill="1">
        <p:nvSpPr>
          <p:cNvPr id="3" name="Rectangles 1"/>
          <p:cNvSpPr/>
          <p:nvPr/>
        </p:nvSpPr>
        <p:spPr>
          <a:xfrm>
            <a:off x="4907096" y="770890"/>
            <a:ext cx="362585" cy="521970"/>
          </a:xfrm>
          <a:prstGeom prst="rect">
            <a:avLst/>
          </a:prstGeom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sz="2800" b="1">
              <a:solidFill>
                <a:srgbClr val="3333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 useBgFill="1">
        <p:nvSpPr>
          <p:cNvPr id="4" name="Rectangles 2"/>
          <p:cNvSpPr/>
          <p:nvPr/>
        </p:nvSpPr>
        <p:spPr>
          <a:xfrm>
            <a:off x="5338896" y="1917065"/>
            <a:ext cx="362585" cy="521970"/>
          </a:xfrm>
          <a:prstGeom prst="rect">
            <a:avLst/>
          </a:prstGeom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sz="2800" b="1">
              <a:solidFill>
                <a:srgbClr val="3333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7" name="Rectangles 61446"/>
          <p:cNvSpPr/>
          <p:nvPr/>
        </p:nvSpPr>
        <p:spPr>
          <a:xfrm>
            <a:off x="734461" y="2022210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证明</a:t>
            </a:r>
            <a:endParaRPr lang="zh-CN" altLang="en-US" sz="2800" b="1">
              <a:solidFill>
                <a:srgbClr val="3333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1448" name="Rectangles 61447"/>
          <p:cNvSpPr/>
          <p:nvPr/>
        </p:nvSpPr>
        <p:spPr>
          <a:xfrm>
            <a:off x="1736808" y="2048510"/>
            <a:ext cx="26543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的概率密度为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1449" name="Object 61448"/>
          <p:cNvGraphicFramePr/>
          <p:nvPr/>
        </p:nvGraphicFramePr>
        <p:xfrm>
          <a:off x="1771098" y="2658110"/>
          <a:ext cx="5321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5318760" imgH="1002665" progId="Equation.3">
                  <p:embed/>
                </p:oleObj>
              </mc:Choice>
              <mc:Fallback>
                <p:oleObj name="" r:id="rId1" imgW="5318760" imgH="1002665" progId="Equation.3">
                  <p:embed/>
                  <p:pic>
                    <p:nvPicPr>
                      <p:cNvPr id="0" name="Object 614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1098" y="2658110"/>
                        <a:ext cx="53213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61450"/>
          <p:cNvGraphicFramePr/>
          <p:nvPr/>
        </p:nvGraphicFramePr>
        <p:xfrm>
          <a:off x="810332" y="4029710"/>
          <a:ext cx="309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097530" imgH="431800" progId="Equation.3">
                  <p:embed/>
                </p:oleObj>
              </mc:Choice>
              <mc:Fallback>
                <p:oleObj name="" r:id="rId3" imgW="3097530" imgH="431800" progId="Equation.3">
                  <p:embed/>
                  <p:pic>
                    <p:nvPicPr>
                      <p:cNvPr id="0" name="Object 614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332" y="4029710"/>
                        <a:ext cx="3098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61451"/>
          <p:cNvGraphicFramePr/>
          <p:nvPr/>
        </p:nvGraphicFramePr>
        <p:xfrm>
          <a:off x="817952" y="4715510"/>
          <a:ext cx="298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984500" imgH="838200" progId="Equation.3">
                  <p:embed/>
                </p:oleObj>
              </mc:Choice>
              <mc:Fallback>
                <p:oleObj name="" r:id="rId5" imgW="2984500" imgH="838200" progId="Equation.3">
                  <p:embed/>
                  <p:pic>
                    <p:nvPicPr>
                      <p:cNvPr id="0" name="Object 614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952" y="4715510"/>
                        <a:ext cx="2984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61452"/>
          <p:cNvGraphicFramePr/>
          <p:nvPr/>
        </p:nvGraphicFramePr>
        <p:xfrm>
          <a:off x="4005017" y="4715510"/>
          <a:ext cx="242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2425700" imgH="838200" progId="Equation.3">
                  <p:embed/>
                </p:oleObj>
              </mc:Choice>
              <mc:Fallback>
                <p:oleObj name="" r:id="rId7" imgW="2425700" imgH="838200" progId="Equation.3">
                  <p:embed/>
                  <p:pic>
                    <p:nvPicPr>
                      <p:cNvPr id="0" name="Object 614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05017" y="4715510"/>
                        <a:ext cx="2425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8" name="Object 61457"/>
          <p:cNvGraphicFramePr/>
          <p:nvPr/>
        </p:nvGraphicFramePr>
        <p:xfrm>
          <a:off x="814153" y="774700"/>
          <a:ext cx="7607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7604125" imgH="1002665" progId="Equation.3">
                  <p:embed/>
                </p:oleObj>
              </mc:Choice>
              <mc:Fallback>
                <p:oleObj name="" r:id="rId9" imgW="7604125" imgH="1002665" progId="Equation.3">
                  <p:embed/>
                  <p:pic>
                    <p:nvPicPr>
                      <p:cNvPr id="0" name="Object 614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4153" y="774700"/>
                        <a:ext cx="76073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1" name="Rectangles 61460"/>
          <p:cNvSpPr/>
          <p:nvPr/>
        </p:nvSpPr>
        <p:spPr>
          <a:xfrm>
            <a:off x="729698" y="727517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3333FF"/>
                </a:solidFill>
                <a:ea typeface="黑体" panose="0201060906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3333FF"/>
              </a:solidFill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/>
      <p:bldP spid="614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62465"/>
          <p:cNvGraphicFramePr/>
          <p:nvPr/>
        </p:nvGraphicFramePr>
        <p:xfrm>
          <a:off x="1734045" y="3467100"/>
          <a:ext cx="28067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2806700" imgH="1282700" progId="Equation.3">
                  <p:embed/>
                </p:oleObj>
              </mc:Choice>
              <mc:Fallback>
                <p:oleObj name="" r:id="rId1" imgW="2806700" imgH="1282700" progId="Equation.3">
                  <p:embed/>
                  <p:pic>
                    <p:nvPicPr>
                      <p:cNvPr id="0" name="Object 624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4045" y="3467100"/>
                        <a:ext cx="2806700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62466"/>
          <p:cNvGraphicFramePr/>
          <p:nvPr/>
        </p:nvGraphicFramePr>
        <p:xfrm>
          <a:off x="1734045" y="4876800"/>
          <a:ext cx="5283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283200" imgH="1117600" progId="Equation.3">
                  <p:embed/>
                </p:oleObj>
              </mc:Choice>
              <mc:Fallback>
                <p:oleObj name="" r:id="rId3" imgW="5283200" imgH="1117600" progId="Equation.3">
                  <p:embed/>
                  <p:pic>
                    <p:nvPicPr>
                      <p:cNvPr id="0" name="Object 624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4045" y="4876800"/>
                        <a:ext cx="5283200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62470"/>
          <p:cNvGraphicFramePr/>
          <p:nvPr/>
        </p:nvGraphicFramePr>
        <p:xfrm>
          <a:off x="810120" y="2514600"/>
          <a:ext cx="5321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5321300" imgH="927100" progId="Equation.3">
                  <p:embed/>
                </p:oleObj>
              </mc:Choice>
              <mc:Fallback>
                <p:oleObj name="" r:id="rId5" imgW="5321300" imgH="927100" progId="Equation.3">
                  <p:embed/>
                  <p:pic>
                    <p:nvPicPr>
                      <p:cNvPr id="0" name="Object 624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0120" y="2514600"/>
                        <a:ext cx="53213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62471"/>
          <p:cNvGraphicFramePr/>
          <p:nvPr/>
        </p:nvGraphicFramePr>
        <p:xfrm>
          <a:off x="817740" y="762000"/>
          <a:ext cx="6224588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6477000" imgH="1536700" progId="Equation.3">
                  <p:embed/>
                </p:oleObj>
              </mc:Choice>
              <mc:Fallback>
                <p:oleObj name="" r:id="rId7" imgW="6477000" imgH="1536700" progId="Equation.3">
                  <p:embed/>
                  <p:pic>
                    <p:nvPicPr>
                      <p:cNvPr id="0" name="Object 6247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7740" y="762000"/>
                        <a:ext cx="6224588" cy="147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6" name="Group 62475"/>
          <p:cNvGrpSpPr/>
          <p:nvPr/>
        </p:nvGrpSpPr>
        <p:grpSpPr>
          <a:xfrm>
            <a:off x="5001120" y="3657600"/>
            <a:ext cx="3352800" cy="1219200"/>
            <a:chOff x="3216" y="2304"/>
            <a:chExt cx="2112" cy="768"/>
          </a:xfrm>
          <a:solidFill>
            <a:srgbClr val="FFC000"/>
          </a:solidFill>
        </p:grpSpPr>
        <p:sp>
          <p:nvSpPr>
            <p:cNvPr id="62473" name="Rounded Rectangular Callout 62472"/>
            <p:cNvSpPr/>
            <p:nvPr/>
          </p:nvSpPr>
          <p:spPr>
            <a:xfrm>
              <a:off x="3216" y="2304"/>
              <a:ext cx="2112" cy="768"/>
            </a:xfrm>
            <a:prstGeom prst="wedgeRoundRectCallout">
              <a:avLst>
                <a:gd name="adj1" fmla="val -45028"/>
                <a:gd name="adj2" fmla="val 64972"/>
                <a:gd name="adj3" fmla="val 16667"/>
              </a:avLst>
            </a:prstGeom>
            <a:grp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474" name="Object 62473"/>
            <p:cNvGraphicFramePr/>
            <p:nvPr/>
          </p:nvGraphicFramePr>
          <p:xfrm>
            <a:off x="3472" y="2360"/>
            <a:ext cx="1696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2691130" imgH="1002665" progId="Equation.3">
                    <p:embed/>
                  </p:oleObj>
                </mc:Choice>
                <mc:Fallback>
                  <p:oleObj name="" r:id="rId9" imgW="2691130" imgH="1002665" progId="Equation.3">
                    <p:embed/>
                    <p:pic>
                      <p:nvPicPr>
                        <p:cNvPr id="0" name="Object 6247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72" y="2360"/>
                          <a:ext cx="1696" cy="6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71681"/>
          <p:cNvGraphicFramePr/>
          <p:nvPr/>
        </p:nvGraphicFramePr>
        <p:xfrm>
          <a:off x="819224" y="776288"/>
          <a:ext cx="75692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7569200" imgH="1930400" progId="Equation.3">
                  <p:embed/>
                </p:oleObj>
              </mc:Choice>
              <mc:Fallback>
                <p:oleObj name="" r:id="rId1" imgW="7569200" imgH="1930400" progId="Equation.3">
                  <p:embed/>
                  <p:pic>
                    <p:nvPicPr>
                      <p:cNvPr id="0" name="Object 716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9224" y="776288"/>
                        <a:ext cx="7569200" cy="193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" name="Rectangles 71682"/>
          <p:cNvSpPr/>
          <p:nvPr/>
        </p:nvSpPr>
        <p:spPr>
          <a:xfrm>
            <a:off x="554269" y="2985135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71684" name="Object 71683"/>
          <p:cNvGraphicFramePr/>
          <p:nvPr/>
        </p:nvGraphicFramePr>
        <p:xfrm>
          <a:off x="1779344" y="2843848"/>
          <a:ext cx="619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197600" imgH="825500" progId="Equation.3">
                  <p:embed/>
                </p:oleObj>
              </mc:Choice>
              <mc:Fallback>
                <p:oleObj name="" r:id="rId3" imgW="6197600" imgH="825500" progId="Equation.3">
                  <p:embed/>
                  <p:pic>
                    <p:nvPicPr>
                      <p:cNvPr id="0" name="Object 716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9344" y="2843848"/>
                        <a:ext cx="6197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71684"/>
          <p:cNvGraphicFramePr/>
          <p:nvPr/>
        </p:nvGraphicFramePr>
        <p:xfrm>
          <a:off x="3250639" y="3759518"/>
          <a:ext cx="276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766060" imgH="405765" progId="Equation.3">
                  <p:embed/>
                </p:oleObj>
              </mc:Choice>
              <mc:Fallback>
                <p:oleObj name="" r:id="rId5" imgW="2766060" imgH="405765" progId="Equation.3">
                  <p:embed/>
                  <p:pic>
                    <p:nvPicPr>
                      <p:cNvPr id="0" name="Object 716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0639" y="3759518"/>
                        <a:ext cx="2768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71685"/>
          <p:cNvGraphicFramePr/>
          <p:nvPr/>
        </p:nvGraphicFramePr>
        <p:xfrm>
          <a:off x="801706" y="4256088"/>
          <a:ext cx="543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435600" imgH="825500" progId="Equation.3">
                  <p:embed/>
                </p:oleObj>
              </mc:Choice>
              <mc:Fallback>
                <p:oleObj name="" r:id="rId7" imgW="5435600" imgH="825500" progId="Equation.3">
                  <p:embed/>
                  <p:pic>
                    <p:nvPicPr>
                      <p:cNvPr id="0" name="Object 716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1706" y="4256088"/>
                        <a:ext cx="543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1686"/>
          <p:cNvGraphicFramePr/>
          <p:nvPr/>
        </p:nvGraphicFramePr>
        <p:xfrm>
          <a:off x="3760862" y="5156518"/>
          <a:ext cx="2540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2538730" imgH="862965" progId="Equation.3">
                  <p:embed/>
                </p:oleObj>
              </mc:Choice>
              <mc:Fallback>
                <p:oleObj name="" r:id="rId9" imgW="2538730" imgH="862965" progId="Equation.3">
                  <p:embed/>
                  <p:pic>
                    <p:nvPicPr>
                      <p:cNvPr id="0" name="Object 716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0862" y="5156518"/>
                        <a:ext cx="25400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s 71687"/>
          <p:cNvSpPr/>
          <p:nvPr/>
        </p:nvSpPr>
        <p:spPr>
          <a:xfrm>
            <a:off x="741754" y="693862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72705"/>
          <p:cNvGraphicFramePr/>
          <p:nvPr/>
        </p:nvGraphicFramePr>
        <p:xfrm>
          <a:off x="798706" y="690245"/>
          <a:ext cx="575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5753100" imgH="825500" progId="Equation.3">
                  <p:embed/>
                </p:oleObj>
              </mc:Choice>
              <mc:Fallback>
                <p:oleObj name="" r:id="rId1" imgW="5753100" imgH="825500" progId="Equation.3">
                  <p:embed/>
                  <p:pic>
                    <p:nvPicPr>
                      <p:cNvPr id="0" name="Object 727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8706" y="690245"/>
                        <a:ext cx="5753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72706"/>
          <p:cNvGraphicFramePr/>
          <p:nvPr/>
        </p:nvGraphicFramePr>
        <p:xfrm>
          <a:off x="1845221" y="1882140"/>
          <a:ext cx="37973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797300" imgH="1409700" progId="Equation.3">
                  <p:embed/>
                </p:oleObj>
              </mc:Choice>
              <mc:Fallback>
                <p:oleObj name="" r:id="rId3" imgW="3797300" imgH="1409700" progId="Equation.3">
                  <p:embed/>
                  <p:pic>
                    <p:nvPicPr>
                      <p:cNvPr id="0" name="Object 727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5221" y="1882140"/>
                        <a:ext cx="37973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72707"/>
          <p:cNvGraphicFramePr/>
          <p:nvPr/>
        </p:nvGraphicFramePr>
        <p:xfrm>
          <a:off x="823150" y="3658235"/>
          <a:ext cx="5525616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5331460" imgH="444500" progId="Equation.3">
                  <p:embed/>
                </p:oleObj>
              </mc:Choice>
              <mc:Fallback>
                <p:oleObj name="" r:id="rId5" imgW="5331460" imgH="444500" progId="Equation.3">
                  <p:embed/>
                  <p:pic>
                    <p:nvPicPr>
                      <p:cNvPr id="0" name="Object 727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150" y="3658235"/>
                        <a:ext cx="5525616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72708"/>
          <p:cNvGraphicFramePr/>
          <p:nvPr/>
        </p:nvGraphicFramePr>
        <p:xfrm>
          <a:off x="1936750" y="4469130"/>
          <a:ext cx="52705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267960" imgH="1459865" progId="Equation.3">
                  <p:embed/>
                </p:oleObj>
              </mc:Choice>
              <mc:Fallback>
                <p:oleObj name="" r:id="rId7" imgW="5267960" imgH="1459865" progId="Equation.3">
                  <p:embed/>
                  <p:pic>
                    <p:nvPicPr>
                      <p:cNvPr id="0" name="Object 727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36750" y="4469130"/>
                        <a:ext cx="5270500" cy="146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55576" y="854075"/>
            <a:ext cx="7797800" cy="1557797"/>
            <a:chOff x="755576" y="854075"/>
            <a:chExt cx="7797800" cy="1557797"/>
          </a:xfrm>
        </p:grpSpPr>
        <p:sp>
          <p:nvSpPr>
            <p:cNvPr id="76802" name="Rectangles 76801"/>
            <p:cNvSpPr/>
            <p:nvPr/>
          </p:nvSpPr>
          <p:spPr>
            <a:xfrm>
              <a:off x="755576" y="854075"/>
              <a:ext cx="846707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3333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问</a:t>
              </a:r>
              <a:r>
                <a:rPr lang="en-US" altLang="zh-CN" sz="2800" b="1" dirty="0">
                  <a:solidFill>
                    <a:srgbClr val="3333FF"/>
                  </a:solidFill>
                  <a:latin typeface="+mj-lt"/>
                  <a:ea typeface="黑体" panose="02010609060101010101" pitchFamily="2" charset="-122"/>
                </a:rPr>
                <a:t>:</a:t>
              </a:r>
              <a:r>
                <a:rPr lang="en-US" altLang="zh-CN" sz="2800" b="1" dirty="0">
                  <a:solidFill>
                    <a:srgbClr val="3333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endPara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6803" name="Object 76802"/>
            <p:cNvGraphicFramePr/>
            <p:nvPr/>
          </p:nvGraphicFramePr>
          <p:xfrm>
            <a:off x="793676" y="925972"/>
            <a:ext cx="7759700" cy="148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" r:id="rId1" imgW="7759700" imgH="1485900" progId="Equation.3">
                    <p:embed/>
                  </p:oleObj>
                </mc:Choice>
                <mc:Fallback>
                  <p:oleObj name="" r:id="rId1" imgW="7759700" imgH="1485900" progId="Equation.3">
                    <p:embed/>
                    <p:pic>
                      <p:nvPicPr>
                        <p:cNvPr id="0" name="Object 768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3676" y="925972"/>
                          <a:ext cx="7759700" cy="1485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804" name="Object 76803"/>
          <p:cNvGraphicFramePr/>
          <p:nvPr/>
        </p:nvGraphicFramePr>
        <p:xfrm>
          <a:off x="819076" y="2829566"/>
          <a:ext cx="77343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505700" imgH="2095500" progId="Equation.3">
                  <p:embed/>
                </p:oleObj>
              </mc:Choice>
              <mc:Fallback>
                <p:oleObj name="" r:id="rId3" imgW="7505700" imgH="2095500" progId="Equation.3">
                  <p:embed/>
                  <p:pic>
                    <p:nvPicPr>
                      <p:cNvPr id="0" name="Object 768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076" y="2829566"/>
                        <a:ext cx="7734300" cy="209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Rectangles 76804"/>
          <p:cNvSpPr/>
          <p:nvPr/>
        </p:nvSpPr>
        <p:spPr>
          <a:xfrm>
            <a:off x="755576" y="2780928"/>
            <a:ext cx="6584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答</a:t>
            </a:r>
            <a:r>
              <a:rPr lang="en-US" altLang="zh-CN" sz="2800" b="1" dirty="0">
                <a:solidFill>
                  <a:srgbClr val="3333FF"/>
                </a:solidFill>
                <a:latin typeface="+mj-lt"/>
                <a:ea typeface="黑体" panose="02010609060101010101" pitchFamily="2" charset="-122"/>
              </a:rPr>
              <a:t>:</a:t>
            </a:r>
            <a:endParaRPr lang="zh-CN" altLang="en-US" sz="2800" b="1" dirty="0">
              <a:solidFill>
                <a:srgbClr val="3333FF"/>
              </a:solidFill>
              <a:latin typeface="+mj-lt"/>
              <a:ea typeface="黑体" panose="02010609060101010101" pitchFamily="2" charset="-122"/>
            </a:endParaRP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8" name="Object 77827"/>
          <p:cNvGraphicFramePr/>
          <p:nvPr/>
        </p:nvGraphicFramePr>
        <p:xfrm>
          <a:off x="861132" y="850900"/>
          <a:ext cx="740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7400925" imgH="444500" progId="Equation.3">
                  <p:embed/>
                </p:oleObj>
              </mc:Choice>
              <mc:Fallback>
                <p:oleObj name="" r:id="rId1" imgW="7400925" imgH="444500" progId="Equation.3">
                  <p:embed/>
                  <p:pic>
                    <p:nvPicPr>
                      <p:cNvPr id="0" name="Object 778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1132" y="850900"/>
                        <a:ext cx="7404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77828"/>
          <p:cNvGraphicFramePr/>
          <p:nvPr/>
        </p:nvGraphicFramePr>
        <p:xfrm>
          <a:off x="2715332" y="1646767"/>
          <a:ext cx="34163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3416300" imgH="1409700" progId="Equation.3">
                  <p:embed/>
                </p:oleObj>
              </mc:Choice>
              <mc:Fallback>
                <p:oleObj name="" r:id="rId3" imgW="3416300" imgH="1409700" progId="Equation.3">
                  <p:embed/>
                  <p:pic>
                    <p:nvPicPr>
                      <p:cNvPr id="0" name="Object 778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5332" y="1646767"/>
                        <a:ext cx="34163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77829"/>
          <p:cNvGraphicFramePr/>
          <p:nvPr/>
        </p:nvGraphicFramePr>
        <p:xfrm>
          <a:off x="810332" y="3407834"/>
          <a:ext cx="6223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6223000" imgH="977900" progId="Equation.3">
                  <p:embed/>
                </p:oleObj>
              </mc:Choice>
              <mc:Fallback>
                <p:oleObj name="" r:id="rId5" imgW="6223000" imgH="977900" progId="Equation.3">
                  <p:embed/>
                  <p:pic>
                    <p:nvPicPr>
                      <p:cNvPr id="0" name="Object 778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0332" y="3407834"/>
                        <a:ext cx="6223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7830"/>
          <p:cNvGraphicFramePr/>
          <p:nvPr/>
        </p:nvGraphicFramePr>
        <p:xfrm>
          <a:off x="810332" y="4737100"/>
          <a:ext cx="704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7045325" imgH="444500" progId="Equation.3">
                  <p:embed/>
                </p:oleObj>
              </mc:Choice>
              <mc:Fallback>
                <p:oleObj name="" r:id="rId7" imgW="7045325" imgH="444500" progId="Equation.3">
                  <p:embed/>
                  <p:pic>
                    <p:nvPicPr>
                      <p:cNvPr id="0" name="Object 778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0332" y="4737100"/>
                        <a:ext cx="7048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6" name="Rectangles 76804"/>
          <p:cNvSpPr/>
          <p:nvPr/>
        </p:nvSpPr>
        <p:spPr>
          <a:xfrm>
            <a:off x="732698" y="782768"/>
            <a:ext cx="886974" cy="521970"/>
          </a:xfrm>
          <a:prstGeom prst="rect">
            <a:avLst/>
          </a:prstGeom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黑体" panose="0201060906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+mj-lt"/>
              <a:ea typeface="黑体" panose="02010609060101010101" pitchFamily="2" charset="-122"/>
            </a:endParaRP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02" name="Object 80901"/>
          <p:cNvGraphicFramePr/>
          <p:nvPr/>
        </p:nvGraphicFramePr>
        <p:xfrm>
          <a:off x="840284" y="1742008"/>
          <a:ext cx="501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5014595" imgH="431800" progId="Equation.3">
                  <p:embed/>
                </p:oleObj>
              </mc:Choice>
              <mc:Fallback>
                <p:oleObj name="" r:id="rId1" imgW="5014595" imgH="431800" progId="Equation.3">
                  <p:embed/>
                  <p:pic>
                    <p:nvPicPr>
                      <p:cNvPr id="0" name="Object 809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0284" y="1742008"/>
                        <a:ext cx="5016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80902"/>
          <p:cNvGraphicFramePr/>
          <p:nvPr/>
        </p:nvGraphicFramePr>
        <p:xfrm>
          <a:off x="827584" y="2605608"/>
          <a:ext cx="505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052695" imgH="431800" progId="Equation.3">
                  <p:embed/>
                </p:oleObj>
              </mc:Choice>
              <mc:Fallback>
                <p:oleObj name="" r:id="rId3" imgW="5052695" imgH="431800" progId="Equation.3">
                  <p:embed/>
                  <p:pic>
                    <p:nvPicPr>
                      <p:cNvPr id="0" name="Object 809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2605608"/>
                        <a:ext cx="5054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4" name="Object 80903"/>
          <p:cNvGraphicFramePr/>
          <p:nvPr/>
        </p:nvGraphicFramePr>
        <p:xfrm>
          <a:off x="827584" y="3469208"/>
          <a:ext cx="725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7248525" imgH="431800" progId="Equation.3">
                  <p:embed/>
                </p:oleObj>
              </mc:Choice>
              <mc:Fallback>
                <p:oleObj name="" r:id="rId5" imgW="7248525" imgH="431800" progId="Equation.3">
                  <p:embed/>
                  <p:pic>
                    <p:nvPicPr>
                      <p:cNvPr id="0" name="Object 809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584" y="3469208"/>
                        <a:ext cx="7251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5" name="Object 80904"/>
          <p:cNvGraphicFramePr/>
          <p:nvPr/>
        </p:nvGraphicFramePr>
        <p:xfrm>
          <a:off x="4008778" y="4231208"/>
          <a:ext cx="462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4622800" imgH="736600" progId="Equation.3">
                  <p:embed/>
                </p:oleObj>
              </mc:Choice>
              <mc:Fallback>
                <p:oleObj name="" r:id="rId7" imgW="4622800" imgH="736600" progId="Equation.3">
                  <p:embed/>
                  <p:pic>
                    <p:nvPicPr>
                      <p:cNvPr id="0" name="Object 809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08778" y="4231208"/>
                        <a:ext cx="46228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80905"/>
          <p:cNvGraphicFramePr/>
          <p:nvPr/>
        </p:nvGraphicFramePr>
        <p:xfrm>
          <a:off x="844836" y="878408"/>
          <a:ext cx="3289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9" imgW="3288030" imgH="431800" progId="Equation.3">
                  <p:embed/>
                </p:oleObj>
              </mc:Choice>
              <mc:Fallback>
                <p:oleObj name="" r:id="rId9" imgW="3288030" imgH="431800" progId="Equation.3">
                  <p:embed/>
                  <p:pic>
                    <p:nvPicPr>
                      <p:cNvPr id="0" name="Object 809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4836" y="878408"/>
                        <a:ext cx="3289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7" name="Text Box 80906"/>
          <p:cNvSpPr txBox="1"/>
          <p:nvPr/>
        </p:nvSpPr>
        <p:spPr>
          <a:xfrm>
            <a:off x="4324636" y="817662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0908" name="Object 80907"/>
          <p:cNvGraphicFramePr/>
          <p:nvPr/>
        </p:nvGraphicFramePr>
        <p:xfrm>
          <a:off x="4008778" y="5221808"/>
          <a:ext cx="220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1" imgW="2209800" imgH="825500" progId="Equation.3">
                  <p:embed/>
                </p:oleObj>
              </mc:Choice>
              <mc:Fallback>
                <p:oleObj name="" r:id="rId11" imgW="2209800" imgH="825500" progId="Equation.3">
                  <p:embed/>
                  <p:pic>
                    <p:nvPicPr>
                      <p:cNvPr id="0" name="Object 8090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8778" y="5221808"/>
                        <a:ext cx="22098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3" name="Object 81922"/>
          <p:cNvGraphicFramePr/>
          <p:nvPr/>
        </p:nvGraphicFramePr>
        <p:xfrm>
          <a:off x="827584" y="908720"/>
          <a:ext cx="67691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769100" imgH="1968500" progId="Equation.3">
                  <p:embed/>
                </p:oleObj>
              </mc:Choice>
              <mc:Fallback>
                <p:oleObj name="" r:id="rId1" imgW="6769100" imgH="1968500" progId="Equation.3">
                  <p:embed/>
                  <p:pic>
                    <p:nvPicPr>
                      <p:cNvPr id="0" name="Object 819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584" y="908720"/>
                        <a:ext cx="6769100" cy="196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81923"/>
          <p:cNvGraphicFramePr/>
          <p:nvPr/>
        </p:nvGraphicFramePr>
        <p:xfrm>
          <a:off x="840284" y="3192636"/>
          <a:ext cx="7653338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7937500" imgH="1511300" progId="Equation.3">
                  <p:embed/>
                </p:oleObj>
              </mc:Choice>
              <mc:Fallback>
                <p:oleObj name="" r:id="rId3" imgW="7937500" imgH="1511300" progId="Equation.3">
                  <p:embed/>
                  <p:pic>
                    <p:nvPicPr>
                      <p:cNvPr id="0" name="Object 819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0284" y="3192636"/>
                        <a:ext cx="7653338" cy="146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s 75777"/>
          <p:cNvSpPr/>
          <p:nvPr/>
        </p:nvSpPr>
        <p:spPr>
          <a:xfrm>
            <a:off x="804222" y="762000"/>
            <a:ext cx="3098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sz="32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5781" name="Title 75780"/>
          <p:cNvSpPr>
            <a:spLocks noGrp="1"/>
          </p:cNvSpPr>
          <p:nvPr>
            <p:ph type="title" idx="4294967295"/>
          </p:nvPr>
        </p:nvSpPr>
        <p:spPr>
          <a:xfrm>
            <a:off x="0" y="621665"/>
            <a:ext cx="9144000" cy="706755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</a:rPr>
              <a:t>三、小结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</a:endParaRPr>
          </a:p>
        </p:txBody>
      </p:sp>
      <p:sp>
        <p:nvSpPr>
          <p:cNvPr id="75782" name="Rectangles 75781"/>
          <p:cNvSpPr/>
          <p:nvPr/>
        </p:nvSpPr>
        <p:spPr>
          <a:xfrm>
            <a:off x="721144" y="1603275"/>
            <a:ext cx="52012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2800" b="1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en-US" altLang="zh-CN" sz="2800" b="1">
                <a:solidFill>
                  <a:srgbClr val="3333FF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离散型随机变量的函数的分布</a:t>
            </a:r>
            <a:endParaRPr lang="zh-CN" altLang="en-US" sz="2800" b="1" dirty="0">
              <a:solidFill>
                <a:srgbClr val="3333FF"/>
              </a:solidFill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grpSp>
        <p:nvGrpSpPr>
          <p:cNvPr id="75804" name="Group 75803"/>
          <p:cNvGrpSpPr/>
          <p:nvPr/>
        </p:nvGrpSpPr>
        <p:grpSpPr>
          <a:xfrm>
            <a:off x="823222" y="2304740"/>
            <a:ext cx="6629400" cy="1752600"/>
            <a:chOff x="624" y="1321"/>
            <a:chExt cx="4176" cy="1104"/>
          </a:xfrm>
        </p:grpSpPr>
        <p:graphicFrame>
          <p:nvGraphicFramePr>
            <p:cNvPr id="75783" name="Object 75782"/>
            <p:cNvGraphicFramePr/>
            <p:nvPr/>
          </p:nvGraphicFramePr>
          <p:xfrm>
            <a:off x="624" y="1321"/>
            <a:ext cx="29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" r:id="rId1" imgW="4684395" imgH="431800" progId="Equation.3">
                    <p:embed/>
                  </p:oleObj>
                </mc:Choice>
                <mc:Fallback>
                  <p:oleObj name="" r:id="rId1" imgW="4684395" imgH="431800" progId="Equation.3">
                    <p:embed/>
                    <p:pic>
                      <p:nvPicPr>
                        <p:cNvPr id="0" name="Object 757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24" y="1321"/>
                          <a:ext cx="295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5784" name="Group 75783"/>
            <p:cNvGrpSpPr/>
            <p:nvPr/>
          </p:nvGrpSpPr>
          <p:grpSpPr>
            <a:xfrm>
              <a:off x="624" y="1753"/>
              <a:ext cx="4176" cy="672"/>
              <a:chOff x="576" y="2352"/>
              <a:chExt cx="4560" cy="672"/>
            </a:xfrm>
          </p:grpSpPr>
          <p:sp>
            <p:nvSpPr>
              <p:cNvPr id="75785" name="Straight Connector 75784"/>
              <p:cNvSpPr/>
              <p:nvPr/>
            </p:nvSpPr>
            <p:spPr>
              <a:xfrm>
                <a:off x="576" y="2352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86" name="Straight Connector 75785"/>
              <p:cNvSpPr/>
              <p:nvPr/>
            </p:nvSpPr>
            <p:spPr>
              <a:xfrm>
                <a:off x="576" y="3024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87" name="Straight Connector 75786"/>
              <p:cNvSpPr/>
              <p:nvPr/>
            </p:nvSpPr>
            <p:spPr>
              <a:xfrm>
                <a:off x="1152" y="2352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88" name="Straight Connector 75787"/>
              <p:cNvSpPr/>
              <p:nvPr/>
            </p:nvSpPr>
            <p:spPr>
              <a:xfrm>
                <a:off x="576" y="2688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75789" name="Object 75788"/>
            <p:cNvGraphicFramePr/>
            <p:nvPr/>
          </p:nvGraphicFramePr>
          <p:xfrm>
            <a:off x="768" y="1839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3" imgW="355600" imgH="292100" progId="Equation.3">
                    <p:embed/>
                  </p:oleObj>
                </mc:Choice>
                <mc:Fallback>
                  <p:oleObj name="" r:id="rId3" imgW="355600" imgH="292100" progId="Equation.3">
                    <p:embed/>
                    <p:pic>
                      <p:nvPicPr>
                        <p:cNvPr id="0" name="Object 757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8" y="1839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90" name="Object 75789"/>
            <p:cNvGraphicFramePr/>
            <p:nvPr/>
          </p:nvGraphicFramePr>
          <p:xfrm>
            <a:off x="768" y="2102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381000" imgH="431800" progId="Equation.3">
                    <p:embed/>
                  </p:oleObj>
                </mc:Choice>
                <mc:Fallback>
                  <p:oleObj name="" r:id="rId5" imgW="381000" imgH="431800" progId="Equation.3">
                    <p:embed/>
                    <p:pic>
                      <p:nvPicPr>
                        <p:cNvPr id="0" name="Object 757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68" y="2102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91" name="Object 75790"/>
            <p:cNvGraphicFramePr/>
            <p:nvPr/>
          </p:nvGraphicFramePr>
          <p:xfrm>
            <a:off x="1440" y="1801"/>
            <a:ext cx="28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7" imgW="4468495" imgH="431800" progId="Equation.3">
                    <p:embed/>
                  </p:oleObj>
                </mc:Choice>
                <mc:Fallback>
                  <p:oleObj name="" r:id="rId7" imgW="4468495" imgH="431800" progId="Equation.3">
                    <p:embed/>
                    <p:pic>
                      <p:nvPicPr>
                        <p:cNvPr id="0" name="Object 757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0" y="1801"/>
                          <a:ext cx="281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92" name="Object 75791"/>
            <p:cNvGraphicFramePr/>
            <p:nvPr/>
          </p:nvGraphicFramePr>
          <p:xfrm>
            <a:off x="1428" y="2102"/>
            <a:ext cx="28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4506595" imgH="431800" progId="Equation.3">
                    <p:embed/>
                  </p:oleObj>
                </mc:Choice>
                <mc:Fallback>
                  <p:oleObj name="" r:id="rId9" imgW="4506595" imgH="431800" progId="Equation.3">
                    <p:embed/>
                    <p:pic>
                      <p:nvPicPr>
                        <p:cNvPr id="0" name="Object 7579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28" y="2102"/>
                          <a:ext cx="28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805" name="Group 75804"/>
          <p:cNvGrpSpPr/>
          <p:nvPr/>
        </p:nvGrpSpPr>
        <p:grpSpPr>
          <a:xfrm>
            <a:off x="823222" y="4340696"/>
            <a:ext cx="7239000" cy="1752600"/>
            <a:chOff x="624" y="2569"/>
            <a:chExt cx="4560" cy="1104"/>
          </a:xfrm>
        </p:grpSpPr>
        <p:graphicFrame>
          <p:nvGraphicFramePr>
            <p:cNvPr id="75793" name="Object 75792"/>
            <p:cNvGraphicFramePr/>
            <p:nvPr/>
          </p:nvGraphicFramePr>
          <p:xfrm>
            <a:off x="624" y="2569"/>
            <a:ext cx="2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11" imgW="3630930" imgH="431800" progId="Equation.3">
                    <p:embed/>
                  </p:oleObj>
                </mc:Choice>
                <mc:Fallback>
                  <p:oleObj name="" r:id="rId11" imgW="3630930" imgH="431800" progId="Equation.3">
                    <p:embed/>
                    <p:pic>
                      <p:nvPicPr>
                        <p:cNvPr id="0" name="Object 7579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24" y="2569"/>
                          <a:ext cx="228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5794" name="Group 75793"/>
            <p:cNvGrpSpPr/>
            <p:nvPr/>
          </p:nvGrpSpPr>
          <p:grpSpPr>
            <a:xfrm>
              <a:off x="624" y="3001"/>
              <a:ext cx="4560" cy="672"/>
              <a:chOff x="624" y="3168"/>
              <a:chExt cx="4560" cy="672"/>
            </a:xfrm>
          </p:grpSpPr>
          <p:sp>
            <p:nvSpPr>
              <p:cNvPr id="75795" name="Straight Connector 75794"/>
              <p:cNvSpPr/>
              <p:nvPr/>
            </p:nvSpPr>
            <p:spPr>
              <a:xfrm>
                <a:off x="624" y="3168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96" name="Straight Connector 75795"/>
              <p:cNvSpPr/>
              <p:nvPr/>
            </p:nvSpPr>
            <p:spPr>
              <a:xfrm>
                <a:off x="624" y="3840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97" name="Straight Connector 75796"/>
              <p:cNvSpPr/>
              <p:nvPr/>
            </p:nvSpPr>
            <p:spPr>
              <a:xfrm>
                <a:off x="1824" y="3168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75798" name="Straight Connector 75797"/>
              <p:cNvSpPr/>
              <p:nvPr/>
            </p:nvSpPr>
            <p:spPr>
              <a:xfrm>
                <a:off x="624" y="3504"/>
                <a:ext cx="456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graphicFrame>
            <p:nvGraphicFramePr>
              <p:cNvPr id="75799" name="Object 75798"/>
              <p:cNvGraphicFramePr/>
              <p:nvPr/>
            </p:nvGraphicFramePr>
            <p:xfrm>
              <a:off x="1152" y="3522"/>
              <a:ext cx="24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3" imgW="381000" imgH="431800" progId="Equation.3">
                      <p:embed/>
                    </p:oleObj>
                  </mc:Choice>
                  <mc:Fallback>
                    <p:oleObj name="" r:id="rId13" imgW="381000" imgH="431800" progId="Equation.3">
                      <p:embed/>
                      <p:pic>
                        <p:nvPicPr>
                          <p:cNvPr id="0" name="Object 7579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152" y="3522"/>
                            <a:ext cx="240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800" name="Object 75799"/>
              <p:cNvGraphicFramePr/>
              <p:nvPr/>
            </p:nvGraphicFramePr>
            <p:xfrm>
              <a:off x="816" y="3219"/>
              <a:ext cx="90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" name="" r:id="rId15" imgW="1434465" imgH="393700" progId="Equation.3">
                      <p:embed/>
                    </p:oleObj>
                  </mc:Choice>
                  <mc:Fallback>
                    <p:oleObj name="" r:id="rId15" imgW="1434465" imgH="393700" progId="Equation.3">
                      <p:embed/>
                      <p:pic>
                        <p:nvPicPr>
                          <p:cNvPr id="0" name="Object 75799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816" y="3219"/>
                            <a:ext cx="904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801" name="Object 75800"/>
              <p:cNvGraphicFramePr/>
              <p:nvPr/>
            </p:nvGraphicFramePr>
            <p:xfrm>
              <a:off x="2160" y="3522"/>
              <a:ext cx="27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" r:id="rId17" imgW="3059430" imgH="431800" progId="Equation.3">
                      <p:embed/>
                    </p:oleObj>
                  </mc:Choice>
                  <mc:Fallback>
                    <p:oleObj name="" r:id="rId17" imgW="3059430" imgH="431800" progId="Equation.3">
                      <p:embed/>
                      <p:pic>
                        <p:nvPicPr>
                          <p:cNvPr id="0" name="Object 7580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2160" y="3522"/>
                            <a:ext cx="273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802" name="Object 75801"/>
              <p:cNvGraphicFramePr/>
              <p:nvPr/>
            </p:nvGraphicFramePr>
            <p:xfrm>
              <a:off x="2016" y="3201"/>
              <a:ext cx="2784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" r:id="rId19" imgW="4417695" imgH="431800" progId="Equation.3">
                      <p:embed/>
                    </p:oleObj>
                  </mc:Choice>
                  <mc:Fallback>
                    <p:oleObj name="" r:id="rId19" imgW="4417695" imgH="431800" progId="Equation.3">
                      <p:embed/>
                      <p:pic>
                        <p:nvPicPr>
                          <p:cNvPr id="0" name="Object 75801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016" y="3201"/>
                            <a:ext cx="2784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s 79874"/>
          <p:cNvSpPr/>
          <p:nvPr/>
        </p:nvSpPr>
        <p:spPr>
          <a:xfrm>
            <a:off x="732463" y="762000"/>
            <a:ext cx="52012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en-US" altLang="zh-CN" sz="2800" b="1" dirty="0">
                <a:solidFill>
                  <a:srgbClr val="3333FF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连续型随机变量的函数的分布</a:t>
            </a:r>
            <a:endParaRPr lang="zh-CN" altLang="en-US" sz="2800" b="1" dirty="0">
              <a:solidFill>
                <a:srgbClr val="3333FF"/>
              </a:solidFill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9877" name="Object 79876"/>
          <p:cNvGraphicFramePr/>
          <p:nvPr/>
        </p:nvGraphicFramePr>
        <p:xfrm>
          <a:off x="2118321" y="1653131"/>
          <a:ext cx="490220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4902200" imgH="419100" progId="Equation.3">
                  <p:embed/>
                </p:oleObj>
              </mc:Choice>
              <mc:Fallback>
                <p:oleObj name="" r:id="rId1" imgW="4902200" imgH="419100" progId="Equation.3">
                  <p:embed/>
                  <p:pic>
                    <p:nvPicPr>
                      <p:cNvPr id="0" name="Object 798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18321" y="1653131"/>
                        <a:ext cx="490220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79877"/>
          <p:cNvGraphicFramePr/>
          <p:nvPr/>
        </p:nvGraphicFramePr>
        <p:xfrm>
          <a:off x="3059709" y="2262732"/>
          <a:ext cx="527050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5267960" imgH="660400" progId="Equation.3">
                  <p:embed/>
                </p:oleObj>
              </mc:Choice>
              <mc:Fallback>
                <p:oleObj name="" r:id="rId3" imgW="5267960" imgH="660400" progId="Equation.3">
                  <p:embed/>
                  <p:pic>
                    <p:nvPicPr>
                      <p:cNvPr id="0" name="Object 798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709" y="2262732"/>
                        <a:ext cx="5270502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9878"/>
          <p:cNvGraphicFramePr/>
          <p:nvPr/>
        </p:nvGraphicFramePr>
        <p:xfrm>
          <a:off x="2134196" y="3124745"/>
          <a:ext cx="543560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5433060" imgH="444500" progId="Equation.3">
                  <p:embed/>
                </p:oleObj>
              </mc:Choice>
              <mc:Fallback>
                <p:oleObj name="" r:id="rId5" imgW="5433060" imgH="444500" progId="Equation.3">
                  <p:embed/>
                  <p:pic>
                    <p:nvPicPr>
                      <p:cNvPr id="0" name="Object 798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4196" y="3124745"/>
                        <a:ext cx="543560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0" name="Text Box 79879"/>
          <p:cNvSpPr txBox="1"/>
          <p:nvPr/>
        </p:nvSpPr>
        <p:spPr>
          <a:xfrm>
            <a:off x="721320" y="1576931"/>
            <a:ext cx="10756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81" name="Rectangles 79880"/>
          <p:cNvSpPr/>
          <p:nvPr/>
        </p:nvSpPr>
        <p:spPr>
          <a:xfrm>
            <a:off x="721320" y="4256433"/>
            <a:ext cx="10756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9882" name="Object 79881"/>
          <p:cNvGraphicFramePr/>
          <p:nvPr/>
        </p:nvGraphicFramePr>
        <p:xfrm>
          <a:off x="2134195" y="4057995"/>
          <a:ext cx="5102226" cy="952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7" imgW="5306060" imgH="989965" progId="Equation.3">
                  <p:embed/>
                </p:oleObj>
              </mc:Choice>
              <mc:Fallback>
                <p:oleObj name="" r:id="rId7" imgW="5306060" imgH="989965" progId="Equation.3">
                  <p:embed/>
                  <p:pic>
                    <p:nvPicPr>
                      <p:cNvPr id="0" name="Object 798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4195" y="4057995"/>
                        <a:ext cx="5102226" cy="95250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3" name="Rectangles 79882"/>
          <p:cNvSpPr/>
          <p:nvPr/>
        </p:nvSpPr>
        <p:spPr>
          <a:xfrm>
            <a:off x="4816182" y="5353396"/>
            <a:ext cx="256413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注意成立条件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/23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/>
      <p:bldP spid="79881" grpId="0"/>
      <p:bldP spid="79883" grpId="0"/>
    </p:bldLst>
  </p:timing>
</p:sld>
</file>

<file path=ppt/tags/tag1.xml><?xml version="1.0" encoding="utf-8"?>
<p:tagLst xmlns:p="http://schemas.openxmlformats.org/presentationml/2006/main">
  <p:tag name="commondata" val="eyJoZGlkIjoiY2QwMWNlNTBkMDU4ZTU5NTQzOGU0YzlkZDQ2NTNmYTMifQ=="/>
</p:tagLst>
</file>

<file path=ppt/theme/theme1.xml><?xml version="1.0" encoding="utf-8"?>
<a:theme xmlns:a="http://schemas.openxmlformats.org/drawingml/2006/main" name="jy3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428</Words>
  <Application>WPS 演示</Application>
  <PresentationFormat>全屏显示(4:3)</PresentationFormat>
  <Paragraphs>138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120</vt:i4>
      </vt:variant>
      <vt:variant>
        <vt:lpstr>幻灯片标题</vt:lpstr>
      </vt:variant>
      <vt:variant>
        <vt:i4>23</vt:i4>
      </vt:variant>
    </vt:vector>
  </HeadingPairs>
  <TitlesOfParts>
    <vt:vector size="154" baseType="lpstr">
      <vt:lpstr>Arial</vt:lpstr>
      <vt:lpstr>宋体</vt:lpstr>
      <vt:lpstr>Wingdings</vt:lpstr>
      <vt:lpstr>Times New Roman</vt:lpstr>
      <vt:lpstr>黑体</vt:lpstr>
      <vt:lpstr>Tahoma</vt:lpstr>
      <vt:lpstr>微软雅黑</vt:lpstr>
      <vt:lpstr>Arial Unicode MS</vt:lpstr>
      <vt:lpstr>Calibri</vt:lpstr>
      <vt:lpstr>等线</vt:lpstr>
      <vt:lpstr>jy3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第五节 随机变量的函数的分布</vt:lpstr>
      <vt:lpstr>一、离散型随机变量的函数的分布</vt:lpstr>
      <vt:lpstr>PowerPoint 演示文稿</vt:lpstr>
      <vt:lpstr>PowerPoint 演示文稿</vt:lpstr>
      <vt:lpstr>PowerPoint 演示文稿</vt:lpstr>
      <vt:lpstr>PowerPoint 演示文稿</vt:lpstr>
      <vt:lpstr>二、连续型随机变量的函数的分布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第五节 随机变量的函数的分布</dc:title>
  <dc:creator>西安通信学院数学教研室</dc:creator>
  <cp:lastModifiedBy>戬</cp:lastModifiedBy>
  <cp:revision>217</cp:revision>
  <dcterms:created xsi:type="dcterms:W3CDTF">2000-03-24T11:27:00Z</dcterms:created>
  <dcterms:modified xsi:type="dcterms:W3CDTF">2024-07-02T14:07:47Z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B79D24DCC28F4C44BCE953780E98CB68</vt:lpwstr>
  </property>
  <property fmtid="{D5CDD505-2E9C-101B-9397-08002B2CF9AE}" pid="3" name="KSOProductBuildVer">
    <vt:lpwstr>2052-12.1.0.16929</vt:lpwstr>
  </property>
</Properties>
</file>